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2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Layouts/slideLayout177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5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5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Layouts/slideLayout78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68.xml" ContentType="application/vnd.openxmlformats-officedocument.theme+xml"/>
  <Override PartName="/ppt/theme/theme65.xml" ContentType="application/vnd.openxmlformats-officedocument.theme+xml"/>
  <Override PartName="/ppt/theme/theme61.xml" ContentType="application/vnd.openxmlformats-officedocument.theme+xml"/>
  <Override PartName="/ppt/theme/theme56.xml" ContentType="application/vnd.openxmlformats-officedocument.theme+xml"/>
  <Override PartName="/ppt/theme/theme57.xml" ContentType="application/vnd.openxmlformats-officedocument.theme+xml"/>
  <Override PartName="/ppt/theme/theme51.xml" ContentType="application/vnd.openxmlformats-officedocument.theme+xml"/>
  <Override PartName="/ppt/theme/theme64.xml" ContentType="application/vnd.openxmlformats-officedocument.theme+xml"/>
  <Override PartName="/ppt/theme/theme62.xml" ContentType="application/vnd.openxmlformats-officedocument.theme+xml"/>
  <Override PartName="/ppt/theme/theme1.xml" ContentType="application/vnd.openxmlformats-officedocument.theme+xml"/>
  <Override PartName="/ppt/theme/theme52.xml" ContentType="application/vnd.openxmlformats-officedocument.theme+xml"/>
  <Override PartName="/ppt/theme/theme66.xml" ContentType="application/vnd.openxmlformats-officedocument.theme+xml"/>
  <Override PartName="/ppt/theme/theme55.xml" ContentType="application/vnd.openxmlformats-officedocument.theme+xml"/>
  <Override PartName="/ppt/theme/theme59.xml" ContentType="application/vnd.openxmlformats-officedocument.theme+xml"/>
  <Override PartName="/ppt/theme/theme60.xml" ContentType="application/vnd.openxmlformats-officedocument.theme+xml"/>
  <Override PartName="/ppt/theme/theme53.xml" ContentType="application/vnd.openxmlformats-officedocument.theme+xml"/>
  <Override PartName="/ppt/theme/theme67.xml" ContentType="application/vnd.openxmlformats-officedocument.theme+xml"/>
  <Override PartName="/ppt/theme/theme54.xml" ContentType="application/vnd.openxmlformats-officedocument.theme+xml"/>
  <Override PartName="/ppt/theme/theme58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3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35.xml" ContentType="application/vnd.openxmlformats-officedocument.theme+xml"/>
  <Override PartName="/ppt/theme/theme16.xml" ContentType="application/vnd.openxmlformats-officedocument.theme+xml"/>
  <Override PartName="/ppt/theme/theme37.xml" ContentType="application/vnd.openxmlformats-officedocument.theme+xml"/>
  <Override PartName="/ppt/theme/theme15.xml" ContentType="application/vnd.openxmlformats-officedocument.theme+xml"/>
  <Override PartName="/ppt/theme/theme40.xml" ContentType="application/vnd.openxmlformats-officedocument.theme+xml"/>
  <Override PartName="/ppt/theme/theme13.xml" ContentType="application/vnd.openxmlformats-officedocument.theme+xml"/>
  <Override PartName="/ppt/theme/theme39.xml" ContentType="application/vnd.openxmlformats-officedocument.theme+xml"/>
  <Override PartName="/ppt/theme/theme14.xml" ContentType="application/vnd.openxmlformats-officedocument.theme+xml"/>
  <Override PartName="/ppt/theme/theme38.xml" ContentType="application/vnd.openxmlformats-officedocument.theme+xml"/>
  <Override PartName="/ppt/theme/theme20.xml" ContentType="application/vnd.openxmlformats-officedocument.theme+xml"/>
  <Override PartName="/ppt/theme/theme34.xml" ContentType="application/vnd.openxmlformats-officedocument.theme+xml"/>
  <Override PartName="/ppt/theme/theme21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26.xml" ContentType="application/vnd.openxmlformats-officedocument.theme+xml"/>
  <Override PartName="/ppt/theme/theme29.xml" ContentType="application/vnd.openxmlformats-officedocument.theme+xml"/>
  <Override PartName="/ppt/theme/theme27.xml" ContentType="application/vnd.openxmlformats-officedocument.theme+xml"/>
  <Override PartName="/ppt/theme/theme31.xml" ContentType="application/vnd.openxmlformats-officedocument.theme+xml"/>
  <Override PartName="/ppt/theme/theme24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22.xml" ContentType="application/vnd.openxmlformats-officedocument.theme+xml"/>
  <Override PartName="/ppt/theme/theme63.xml" ContentType="application/vnd.openxmlformats-officedocument.theme+xml"/>
  <Override PartName="/ppt/theme/theme23.xml" ContentType="application/vnd.openxmlformats-officedocument.theme+xml"/>
  <Override PartName="/ppt/theme/theme12.xml" ContentType="application/vnd.openxmlformats-officedocument.theme+xml"/>
  <Override PartName="/ppt/theme/theme41.xml" ContentType="application/vnd.openxmlformats-officedocument.theme+xml"/>
  <Override PartName="/ppt/theme/theme47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49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42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7.xml" ContentType="application/vnd.openxmlformats-officedocument.theme+xml"/>
  <Override PartName="/ppt/theme/theme9.xml" ContentType="application/vnd.openxmlformats-officedocument.theme+xml"/>
  <Override PartName="/ppt/theme/theme44.xml" ContentType="application/vnd.openxmlformats-officedocument.theme+xml"/>
  <Override PartName="/ppt/theme/theme8.xml" ContentType="application/vnd.openxmlformats-officedocument.theme+xml"/>
  <Override PartName="/ppt/theme/theme45.xml" ContentType="application/vnd.openxmlformats-officedocument.theme+xml"/>
  <Override PartName="/ppt/theme/theme43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7" r:id="rId3"/>
    <p:sldMasterId id="2147483670" r:id="rId4"/>
    <p:sldMasterId id="2147483673" r:id="rId5"/>
    <p:sldMasterId id="2147483676" r:id="rId6"/>
    <p:sldMasterId id="2147483679" r:id="rId7"/>
    <p:sldMasterId id="2147483682" r:id="rId8"/>
    <p:sldMasterId id="2147483685" r:id="rId9"/>
    <p:sldMasterId id="2147483688" r:id="rId10"/>
    <p:sldMasterId id="2147483691" r:id="rId11"/>
    <p:sldMasterId id="2147483694" r:id="rId12"/>
    <p:sldMasterId id="2147483697" r:id="rId13"/>
    <p:sldMasterId id="2147483700" r:id="rId14"/>
    <p:sldMasterId id="2147483703" r:id="rId15"/>
    <p:sldMasterId id="2147483706" r:id="rId16"/>
    <p:sldMasterId id="2147483709" r:id="rId17"/>
    <p:sldMasterId id="2147483712" r:id="rId18"/>
    <p:sldMasterId id="2147483715" r:id="rId19"/>
    <p:sldMasterId id="2147483718" r:id="rId20"/>
    <p:sldMasterId id="2147483723" r:id="rId21"/>
    <p:sldMasterId id="2147483726" r:id="rId22"/>
    <p:sldMasterId id="2147483729" r:id="rId23"/>
    <p:sldMasterId id="2147483732" r:id="rId24"/>
    <p:sldMasterId id="2147483735" r:id="rId25"/>
    <p:sldMasterId id="2147483738" r:id="rId26"/>
    <p:sldMasterId id="2147483741" r:id="rId27"/>
    <p:sldMasterId id="2147483744" r:id="rId28"/>
    <p:sldMasterId id="2147483750" r:id="rId29"/>
    <p:sldMasterId id="2147483753" r:id="rId30"/>
    <p:sldMasterId id="2147483756" r:id="rId31"/>
    <p:sldMasterId id="2147483759" r:id="rId32"/>
    <p:sldMasterId id="2147483762" r:id="rId33"/>
    <p:sldMasterId id="2147483776" r:id="rId34"/>
    <p:sldMasterId id="2147483779" r:id="rId35"/>
    <p:sldMasterId id="2147483782" r:id="rId36"/>
    <p:sldMasterId id="2147483788" r:id="rId37"/>
    <p:sldMasterId id="2147483791" r:id="rId38"/>
    <p:sldMasterId id="2147483794" r:id="rId39"/>
    <p:sldMasterId id="2147483797" r:id="rId40"/>
    <p:sldMasterId id="2147483800" r:id="rId41"/>
    <p:sldMasterId id="2147483803" r:id="rId42"/>
    <p:sldMasterId id="2147483806" r:id="rId43"/>
    <p:sldMasterId id="2147483809" r:id="rId44"/>
    <p:sldMasterId id="2147483812" r:id="rId45"/>
    <p:sldMasterId id="2147483815" r:id="rId46"/>
    <p:sldMasterId id="2147483818" r:id="rId47"/>
    <p:sldMasterId id="2147483821" r:id="rId48"/>
    <p:sldMasterId id="2147483824" r:id="rId49"/>
    <p:sldMasterId id="2147483827" r:id="rId50"/>
    <p:sldMasterId id="2147483887" r:id="rId51"/>
    <p:sldMasterId id="2147483890" r:id="rId52"/>
    <p:sldMasterId id="2147483893" r:id="rId53"/>
    <p:sldMasterId id="2147483898" r:id="rId54"/>
    <p:sldMasterId id="2147483901" r:id="rId55"/>
    <p:sldMasterId id="2147483904" r:id="rId56"/>
    <p:sldMasterId id="2147483907" r:id="rId57"/>
    <p:sldMasterId id="2147483910" r:id="rId58"/>
    <p:sldMasterId id="2147483913" r:id="rId59"/>
    <p:sldMasterId id="2147483916" r:id="rId60"/>
    <p:sldMasterId id="2147483919" r:id="rId61"/>
    <p:sldMasterId id="2147483922" r:id="rId62"/>
    <p:sldMasterId id="2147483925" r:id="rId63"/>
    <p:sldMasterId id="2147483928" r:id="rId64"/>
    <p:sldMasterId id="2147483931" r:id="rId65"/>
    <p:sldMasterId id="2147483934" r:id="rId66"/>
    <p:sldMasterId id="2147483937" r:id="rId67"/>
    <p:sldMasterId id="2147483943" r:id="rId68"/>
  </p:sldMasterIdLst>
  <p:sldIdLst>
    <p:sldId id="256" r:id="rId69"/>
    <p:sldId id="259" r:id="rId70"/>
    <p:sldId id="296" r:id="rId71"/>
    <p:sldId id="297" r:id="rId72"/>
    <p:sldId id="300" r:id="rId73"/>
    <p:sldId id="301" r:id="rId74"/>
    <p:sldId id="298" r:id="rId75"/>
    <p:sldId id="304" r:id="rId76"/>
    <p:sldId id="302" r:id="rId77"/>
    <p:sldId id="303" r:id="rId78"/>
    <p:sldId id="299" r:id="rId79"/>
    <p:sldId id="291" r:id="rId80"/>
  </p:sldIdLst>
  <p:sldSz cx="9144000" cy="5715000" type="screen16x1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026" y="-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47" Type="http://schemas.openxmlformats.org/officeDocument/2006/relationships/slideMaster" Target="slideMasters/slideMaster47.xml"/><Relationship Id="rId63" Type="http://schemas.openxmlformats.org/officeDocument/2006/relationships/slideMaster" Target="slideMasters/slideMaster63.xml"/><Relationship Id="rId68" Type="http://schemas.openxmlformats.org/officeDocument/2006/relationships/slideMaster" Target="slideMasters/slideMaster68.xml"/><Relationship Id="rId84" Type="http://schemas.openxmlformats.org/officeDocument/2006/relationships/tableStyles" Target="tableStyles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3" Type="http://schemas.openxmlformats.org/officeDocument/2006/relationships/slideMaster" Target="slideMasters/slideMaster53.xml"/><Relationship Id="rId58" Type="http://schemas.openxmlformats.org/officeDocument/2006/relationships/slideMaster" Target="slideMasters/slideMaster58.xml"/><Relationship Id="rId74" Type="http://schemas.openxmlformats.org/officeDocument/2006/relationships/slide" Target="slides/slide6.xml"/><Relationship Id="rId79" Type="http://schemas.openxmlformats.org/officeDocument/2006/relationships/slide" Target="slides/slide11.xml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56" Type="http://schemas.openxmlformats.org/officeDocument/2006/relationships/slideMaster" Target="slideMasters/slideMaster56.xml"/><Relationship Id="rId64" Type="http://schemas.openxmlformats.org/officeDocument/2006/relationships/slideMaster" Target="slideMasters/slideMaster64.xml"/><Relationship Id="rId69" Type="http://schemas.openxmlformats.org/officeDocument/2006/relationships/slide" Target="slides/slide1.xml"/><Relationship Id="rId77" Type="http://schemas.openxmlformats.org/officeDocument/2006/relationships/slide" Target="slides/slide9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4.xml"/><Relationship Id="rId80" Type="http://schemas.openxmlformats.org/officeDocument/2006/relationships/slide" Target="slides/slide12.xml"/><Relationship Id="rId85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Master" Target="slideMasters/slideMaster46.xml"/><Relationship Id="rId59" Type="http://schemas.openxmlformats.org/officeDocument/2006/relationships/slideMaster" Target="slideMasters/slideMaster59.xml"/><Relationship Id="rId67" Type="http://schemas.openxmlformats.org/officeDocument/2006/relationships/slideMaster" Target="slideMasters/slideMaster67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54" Type="http://schemas.openxmlformats.org/officeDocument/2006/relationships/slideMaster" Target="slideMasters/slideMaster54.xml"/><Relationship Id="rId62" Type="http://schemas.openxmlformats.org/officeDocument/2006/relationships/slideMaster" Target="slideMasters/slideMaster62.xml"/><Relationship Id="rId70" Type="http://schemas.openxmlformats.org/officeDocument/2006/relationships/slide" Target="slides/slide2.xml"/><Relationship Id="rId75" Type="http://schemas.openxmlformats.org/officeDocument/2006/relationships/slide" Target="slides/slide7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Master" Target="slideMasters/slideMaster49.xml"/><Relationship Id="rId57" Type="http://schemas.openxmlformats.org/officeDocument/2006/relationships/slideMaster" Target="slideMasters/slideMaster5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Master" Target="slideMasters/slideMaster44.xml"/><Relationship Id="rId52" Type="http://schemas.openxmlformats.org/officeDocument/2006/relationships/slideMaster" Target="slideMasters/slideMaster52.xml"/><Relationship Id="rId60" Type="http://schemas.openxmlformats.org/officeDocument/2006/relationships/slideMaster" Target="slideMasters/slideMaster60.xml"/><Relationship Id="rId65" Type="http://schemas.openxmlformats.org/officeDocument/2006/relationships/slideMaster" Target="slideMasters/slideMaster65.xml"/><Relationship Id="rId73" Type="http://schemas.openxmlformats.org/officeDocument/2006/relationships/slide" Target="slides/slide5.xml"/><Relationship Id="rId78" Type="http://schemas.openxmlformats.org/officeDocument/2006/relationships/slide" Target="slides/slide10.xml"/><Relationship Id="rId81" Type="http://schemas.openxmlformats.org/officeDocument/2006/relationships/presProps" Target="presProps.xml"/><Relationship Id="rId86" Type="http://schemas.openxmlformats.org/officeDocument/2006/relationships/customXml" Target="../customXml/item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Master" Target="slideMasters/slideMaster66.xml"/><Relationship Id="rId87" Type="http://schemas.openxmlformats.org/officeDocument/2006/relationships/customXml" Target="../customXml/item3.xml"/><Relationship Id="rId61" Type="http://schemas.openxmlformats.org/officeDocument/2006/relationships/slideMaster" Target="slideMasters/slideMaster61.xml"/><Relationship Id="rId8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7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8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500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7914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29789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2666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048425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7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 userDrawn="1"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6975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40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128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96062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47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16490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834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32165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1592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083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429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695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89080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39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338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05303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018053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0284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0059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542488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245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4458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127036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3913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744422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50553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 userDrawn="1"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 userDrawn="1"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8805694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9820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283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15943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0960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5962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 userDrawn="1"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090819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9401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992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92146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77358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092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988452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1" y="89571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8756079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1080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47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95680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414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5264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20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95350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350937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883190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81569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3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540553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39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4" y="52326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01829298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2238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148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103701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1115770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2075532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75148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14665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8468136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4657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0544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409437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4196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0454075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12184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32770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3485090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19266757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Rounded Rectangle 2"/>
          <p:cNvSpPr/>
          <p:nvPr/>
        </p:nvSpPr>
        <p:spPr>
          <a:xfrm>
            <a:off x="96847" y="52326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614446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3529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56527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8851110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02662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45104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7" y="89574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2210039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71830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8184307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7137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7" y="47290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4964842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0003824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48765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82960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14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1730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5107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0470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8014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halkboard"/>
                <a:cs typeface="Chalkboard"/>
              </a:rPr>
              <a:t>Notes</a:t>
            </a:r>
            <a:r>
              <a:rPr lang="mr-IN" sz="2800" b="1" dirty="0">
                <a:solidFill>
                  <a:schemeClr val="bg1"/>
                </a:solidFill>
                <a:latin typeface="Chalkboard"/>
                <a:cs typeface="Chalkboard"/>
              </a:rPr>
              <a:t>…</a:t>
            </a:r>
            <a:endParaRPr lang="en-US" sz="2800" b="1" dirty="0">
              <a:solidFill>
                <a:schemeClr val="bg1"/>
              </a:solidFill>
              <a:latin typeface="Chalkboard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6966211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08217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6488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99550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2719248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73890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618552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914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03823116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08839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9728369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34880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485949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41074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6174259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4237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5286265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61213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41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2164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5709805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99575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4282087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65161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61130990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18782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253629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17975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327695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39" y="89570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684803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6614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0898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626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4096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16206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nsw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07077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213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39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346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24580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2969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22456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42" y="52325"/>
            <a:ext cx="8929687" cy="1040645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7004171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7940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2325"/>
            <a:ext cx="8929687" cy="201046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5192802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25718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77713529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49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33462966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3125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6659085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33385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3355383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14294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8037432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&amp;T Grid 1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0567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&amp;T 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6841" y="89571"/>
            <a:ext cx="8929687" cy="132984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4713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7991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96845" y="52325"/>
            <a:ext cx="8929687" cy="2657637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3629657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38356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56526"/>
            <a:ext cx="8929687" cy="2988643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02532403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65948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&amp;T 12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96845" y="89573"/>
            <a:ext cx="8929687" cy="1647341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792673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94177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61559"/>
            <a:ext cx="8929687" cy="2319692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9018944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92070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845" y="47289"/>
            <a:ext cx="8929687" cy="120382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807632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1C319-FC96-4539-9928-B20066B1894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2CAB8-611F-42B3-9BC4-35FD652F1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47404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CEB11-07D7-4CF1-AD57-9678D29A25E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8E173-96A5-434E-839F-84C3322CE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32703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CFCDE4-1F40-46AA-8BE4-3CAABE6EC1A8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7A0D3-9284-4C0C-AB2A-664BE54546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98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BEB1FD-7647-4491-84E9-257F9D3006D1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57A07-4F7D-4DE4-BA14-6F84DB58FE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427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dirty="0"/>
              <a:t>Click to edit Master text styles</a:t>
            </a:r>
          </a:p>
          <a:p>
            <a:pPr lvl="1"/>
            <a:r>
              <a:rPr lang="ga-IE" dirty="0"/>
              <a:t>Second level</a:t>
            </a:r>
          </a:p>
          <a:p>
            <a:pPr lvl="2"/>
            <a:r>
              <a:rPr lang="ga-IE" dirty="0"/>
              <a:t>Third level</a:t>
            </a:r>
          </a:p>
          <a:p>
            <a:pPr lvl="3"/>
            <a:r>
              <a:rPr lang="ga-IE" dirty="0"/>
              <a:t>Fourth level</a:t>
            </a:r>
          </a:p>
          <a:p>
            <a:pPr lvl="4"/>
            <a:r>
              <a:rPr lang="ga-I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9DB4A-FAA0-4306-8B24-0F502641674D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E75A9-651B-4962-A855-398879E32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51395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D3BE5-25E9-47D3-B42A-30611BD5F195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1A283-5FB3-4FD5-B346-520358D0D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8541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ide 13b copy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20625-0EE3-4298-A4C5-43F541CB24C0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6CA04-33F2-4201-A374-06D860041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Oval 10">
            <a:hlinkClick r:id="" action="ppaction://hlinkshowjump?jump=lastslide"/>
            <a:extLst>
              <a:ext uri="{FF2B5EF4-FFF2-40B4-BE49-F238E27FC236}">
                <a16:creationId xmlns="" xmlns:a16="http://schemas.microsoft.com/office/drawing/2014/main" id="{C377DD9F-98A1-DC46-8694-62DB5D7DCCF5}"/>
              </a:ext>
            </a:extLst>
          </p:cNvPr>
          <p:cNvSpPr/>
          <p:nvPr userDrawn="1"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68534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C81C6A-3C7E-184C-AEE9-034F5B4C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2BF5564-576F-9441-B509-AC85E843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EABDC4-2DE8-4C6D-9A8D-81C34F0FDC98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33A4327-6A92-8143-B874-836ACC47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1A02D8D-4390-EF4C-9A29-EBF6989A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F84440-D503-451D-BDC6-B258A3B08A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6165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96B63-E88D-4C2D-B795-BB77B691043A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9FB6C-91E3-4E6D-8230-082066F847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4720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9451C-6C01-4BE6-8A8F-AEFAFC8BD57B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83296-8074-499F-A319-EFB6DEF419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29614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9BFA2-2116-46F4-9A62-55196029375E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FB20C-D25A-4BEC-A4CB-57BA67B35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1567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E11EE-C621-4E9B-83DD-F984F16046F4}" type="datetimeFigureOut">
              <a:rPr lang="en-US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DF8CC-208A-4C01-9EE0-4689DE98D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82803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561" y="52330"/>
            <a:ext cx="892968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  <p:pic>
        <p:nvPicPr>
          <p:cNvPr id="3" name="Picture 2" descr="wide 14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8"/>
            <a:ext cx="9144000" cy="4585567"/>
          </a:xfrm>
          <a:prstGeom prst="rect">
            <a:avLst/>
          </a:prstGeom>
        </p:spPr>
      </p:pic>
      <p:sp>
        <p:nvSpPr>
          <p:cNvPr id="4" name="Oval 3">
            <a:hlinkClick r:id="" action="ppaction://hlinkshowjump?jump=lastslide"/>
          </p:cNvPr>
          <p:cNvSpPr/>
          <p:nvPr/>
        </p:nvSpPr>
        <p:spPr>
          <a:xfrm>
            <a:off x="8878774" y="544986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8199" y="52329"/>
            <a:ext cx="2222608" cy="1032463"/>
          </a:xfrm>
          <a:prstGeom prst="roundRect">
            <a:avLst>
              <a:gd name="adj" fmla="val 5362"/>
            </a:avLst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829" y="299860"/>
            <a:ext cx="1733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Notes</a:t>
            </a:r>
            <a:r>
              <a:rPr lang="mr-IN" sz="2800" b="1" dirty="0">
                <a:solidFill>
                  <a:prstClr val="white"/>
                </a:solidFill>
                <a:latin typeface="Chalkboard"/>
                <a:ea typeface="MS PGothic" pitchFamily="34" charset="-128"/>
                <a:cs typeface="Chalkboard"/>
              </a:rPr>
              <a:t>…</a:t>
            </a:r>
            <a:endParaRPr lang="en-US" sz="2800" b="1" dirty="0">
              <a:solidFill>
                <a:prstClr val="white"/>
              </a:solidFill>
              <a:latin typeface="Chalkboard"/>
              <a:ea typeface="MS PGothic" pitchFamily="34" charset="-128"/>
              <a:cs typeface="Chalkboar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58409" y="53150"/>
            <a:ext cx="6875827" cy="1040646"/>
          </a:xfrm>
          <a:prstGeom prst="roundRect">
            <a:avLst>
              <a:gd name="adj" fmla="val 4083"/>
            </a:avLst>
          </a:prstGeom>
          <a:ln w="38100" cmpd="sng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16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5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.png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2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7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5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5" Type="http://schemas.openxmlformats.org/officeDocument/2006/relationships/image" Target="../media/image5.png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6.png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7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5" Type="http://schemas.openxmlformats.org/officeDocument/2006/relationships/theme" Target="../theme/theme20.xml"/><Relationship Id="rId4" Type="http://schemas.openxmlformats.org/officeDocument/2006/relationships/slideLayout" Target="../slideLayouts/slideLayout58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3.png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1.png"/><Relationship Id="rId4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.png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5.png"/><Relationship Id="rId4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.png"/><Relationship Id="rId4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theme" Target="../theme/theme26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5" Type="http://schemas.openxmlformats.org/officeDocument/2006/relationships/image" Target="../media/image6.png"/><Relationship Id="rId4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theme" Target="../theme/theme2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7.png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theme" Target="../theme/theme29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4" Type="http://schemas.openxmlformats.org/officeDocument/2006/relationships/image" Target="../media/image5.png"/></Relationships>
</file>

<file path=ppt/slideMasters/_rels/slideMaster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5" Type="http://schemas.openxmlformats.org/officeDocument/2006/relationships/image" Target="../media/image5.png"/><Relationship Id="rId4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3" Type="http://schemas.openxmlformats.org/officeDocument/2006/relationships/theme" Target="../theme/theme31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2.png"/></Relationships>
</file>

<file path=ppt/slideMasters/_rels/slideMaster32.xml.rels><?xml version="1.0" encoding="UTF-8" standalone="yes"?>
<Relationships xmlns="http://schemas.openxmlformats.org/package/2006/relationships"><Relationship Id="rId3" Type="http://schemas.openxmlformats.org/officeDocument/2006/relationships/theme" Target="../theme/theme32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6.png"/></Relationships>
</file>

<file path=ppt/slideMasters/_rels/slideMaster3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3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4" Type="http://schemas.openxmlformats.org/officeDocument/2006/relationships/image" Target="../media/image7.png"/></Relationships>
</file>

<file path=ppt/slideMasters/_rels/slideMaster34.xml.rels><?xml version="1.0" encoding="UTF-8" standalone="yes"?>
<Relationships xmlns="http://schemas.openxmlformats.org/package/2006/relationships"><Relationship Id="rId3" Type="http://schemas.openxmlformats.org/officeDocument/2006/relationships/theme" Target="../theme/theme34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2.png"/></Relationships>
</file>

<file path=ppt/slideMasters/_rels/slideMaster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4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theme" Target="../theme/theme36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/Relationships>
</file>

<file path=ppt/slideMasters/_rels/slideMaster37.xml.rels><?xml version="1.0" encoding="UTF-8" standalone="yes"?>
<Relationships xmlns="http://schemas.openxmlformats.org/package/2006/relationships"><Relationship Id="rId3" Type="http://schemas.openxmlformats.org/officeDocument/2006/relationships/theme" Target="../theme/theme37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4" Type="http://schemas.openxmlformats.org/officeDocument/2006/relationships/image" Target="../media/image3.png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theme" Target="../theme/theme38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4" Type="http://schemas.openxmlformats.org/officeDocument/2006/relationships/image" Target="../media/image1.png"/></Relationships>
</file>

<file path=ppt/slideMasters/_rels/slideMaster39.xml.rels><?xml version="1.0" encoding="UTF-8" standalone="yes"?>
<Relationships xmlns="http://schemas.openxmlformats.org/package/2006/relationships"><Relationship Id="rId3" Type="http://schemas.openxmlformats.org/officeDocument/2006/relationships/theme" Target="../theme/theme39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Relationship Id="rId4" Type="http://schemas.openxmlformats.org/officeDocument/2006/relationships/image" Target="../media/image4.png"/></Relationships>
</file>

<file path=ppt/slideMasters/_rels/slideMaster40.xml.rels><?xml version="1.0" encoding="UTF-8" standalone="yes"?>
<Relationships xmlns="http://schemas.openxmlformats.org/package/2006/relationships"><Relationship Id="rId3" Type="http://schemas.openxmlformats.org/officeDocument/2006/relationships/theme" Target="../theme/theme40.xml"/><Relationship Id="rId2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106.xml"/><Relationship Id="rId4" Type="http://schemas.openxmlformats.org/officeDocument/2006/relationships/image" Target="../media/image5.png"/></Relationships>
</file>

<file path=ppt/slideMasters/_rels/slideMaster41.xml.rels><?xml version="1.0" encoding="UTF-8" standalone="yes"?>
<Relationships xmlns="http://schemas.openxmlformats.org/package/2006/relationships"><Relationship Id="rId3" Type="http://schemas.openxmlformats.org/officeDocument/2006/relationships/theme" Target="../theme/theme41.xml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8.xml"/><Relationship Id="rId4" Type="http://schemas.openxmlformats.org/officeDocument/2006/relationships/image" Target="../media/image5.png"/></Relationships>
</file>

<file path=ppt/slideMasters/_rels/slideMaster42.xml.rels><?xml version="1.0" encoding="UTF-8" standalone="yes"?>
<Relationships xmlns="http://schemas.openxmlformats.org/package/2006/relationships"><Relationship Id="rId3" Type="http://schemas.openxmlformats.org/officeDocument/2006/relationships/theme" Target="../theme/theme42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4" Type="http://schemas.openxmlformats.org/officeDocument/2006/relationships/image" Target="../media/image2.png"/></Relationships>
</file>

<file path=ppt/slideMasters/_rels/slideMaster43.xml.rels><?xml version="1.0" encoding="UTF-8" standalone="yes"?>
<Relationships xmlns="http://schemas.openxmlformats.org/package/2006/relationships"><Relationship Id="rId3" Type="http://schemas.openxmlformats.org/officeDocument/2006/relationships/theme" Target="../theme/theme4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4" Type="http://schemas.openxmlformats.org/officeDocument/2006/relationships/image" Target="../media/image6.png"/></Relationships>
</file>

<file path=ppt/slideMasters/_rels/slideMaster4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4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7.png"/></Relationships>
</file>

<file path=ppt/slideMasters/_rels/slideMaster45.xml.rels><?xml version="1.0" encoding="UTF-8" standalone="yes"?>
<Relationships xmlns="http://schemas.openxmlformats.org/package/2006/relationships"><Relationship Id="rId3" Type="http://schemas.openxmlformats.org/officeDocument/2006/relationships/theme" Target="../theme/theme45.xml"/><Relationship Id="rId2" Type="http://schemas.openxmlformats.org/officeDocument/2006/relationships/slideLayout" Target="../slideLayouts/slideLayout117.xml"/><Relationship Id="rId1" Type="http://schemas.openxmlformats.org/officeDocument/2006/relationships/slideLayout" Target="../slideLayouts/slideLayout116.xml"/><Relationship Id="rId4" Type="http://schemas.openxmlformats.org/officeDocument/2006/relationships/image" Target="../media/image3.png"/></Relationships>
</file>

<file path=ppt/slideMasters/_rels/slideMaster46.xml.rels><?xml version="1.0" encoding="UTF-8" standalone="yes"?>
<Relationships xmlns="http://schemas.openxmlformats.org/package/2006/relationships"><Relationship Id="rId3" Type="http://schemas.openxmlformats.org/officeDocument/2006/relationships/theme" Target="../theme/theme46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4" Type="http://schemas.openxmlformats.org/officeDocument/2006/relationships/image" Target="../media/image5.png"/></Relationships>
</file>

<file path=ppt/slideMasters/_rels/slideMaster47.xml.rels><?xml version="1.0" encoding="UTF-8" standalone="yes"?>
<Relationships xmlns="http://schemas.openxmlformats.org/package/2006/relationships"><Relationship Id="rId3" Type="http://schemas.openxmlformats.org/officeDocument/2006/relationships/theme" Target="../theme/theme47.xml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Relationship Id="rId4" Type="http://schemas.openxmlformats.org/officeDocument/2006/relationships/image" Target="../media/image5.png"/></Relationships>
</file>

<file path=ppt/slideMasters/_rels/slideMaster48.xml.rels><?xml version="1.0" encoding="UTF-8" standalone="yes"?>
<Relationships xmlns="http://schemas.openxmlformats.org/package/2006/relationships"><Relationship Id="rId3" Type="http://schemas.openxmlformats.org/officeDocument/2006/relationships/theme" Target="../theme/theme48.xml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Relationship Id="rId4" Type="http://schemas.openxmlformats.org/officeDocument/2006/relationships/image" Target="../media/image2.png"/></Relationships>
</file>

<file path=ppt/slideMasters/_rels/slideMaster49.xml.rels><?xml version="1.0" encoding="UTF-8" standalone="yes"?>
<Relationships xmlns="http://schemas.openxmlformats.org/package/2006/relationships"><Relationship Id="rId3" Type="http://schemas.openxmlformats.org/officeDocument/2006/relationships/theme" Target="../theme/theme49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4" Type="http://schemas.openxmlformats.org/officeDocument/2006/relationships/image" Target="../media/image6.png"/></Relationships>
</file>

<file path=ppt/slideMasters/_rels/slideMaster50.xml.rels><?xml version="1.0" encoding="UTF-8" standalone="yes"?>
<Relationships xmlns="http://schemas.openxmlformats.org/package/2006/relationships"><Relationship Id="rId3" Type="http://schemas.openxmlformats.org/officeDocument/2006/relationships/theme" Target="../theme/theme50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4" Type="http://schemas.openxmlformats.org/officeDocument/2006/relationships/image" Target="../media/image7.png"/></Relationships>
</file>

<file path=ppt/slideMasters/_rels/slideMaster51.xml.rels><?xml version="1.0" encoding="UTF-8" standalone="yes"?>
<Relationships xmlns="http://schemas.openxmlformats.org/package/2006/relationships"><Relationship Id="rId3" Type="http://schemas.openxmlformats.org/officeDocument/2006/relationships/theme" Target="../theme/theme51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Relationship Id="rId4" Type="http://schemas.openxmlformats.org/officeDocument/2006/relationships/image" Target="../media/image2.png"/></Relationships>
</file>

<file path=ppt/slideMasters/_rels/slideMaster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30.xml"/><Relationship Id="rId4" Type="http://schemas.openxmlformats.org/officeDocument/2006/relationships/theme" Target="../theme/theme52.xml"/></Relationships>
</file>

<file path=ppt/slideMasters/_rels/slideMaster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5" Type="http://schemas.openxmlformats.org/officeDocument/2006/relationships/theme" Target="../theme/theme53.xml"/><Relationship Id="rId4" Type="http://schemas.openxmlformats.org/officeDocument/2006/relationships/slideLayout" Target="../slideLayouts/slideLayout136.xml"/></Relationships>
</file>

<file path=ppt/slideMasters/_rels/slideMaster54.xml.rels><?xml version="1.0" encoding="UTF-8" standalone="yes"?>
<Relationships xmlns="http://schemas.openxmlformats.org/package/2006/relationships"><Relationship Id="rId3" Type="http://schemas.openxmlformats.org/officeDocument/2006/relationships/theme" Target="../theme/theme54.xml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Relationship Id="rId4" Type="http://schemas.openxmlformats.org/officeDocument/2006/relationships/image" Target="../media/image3.png"/></Relationships>
</file>

<file path=ppt/slideMasters/_rels/slideMaster5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5.xml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9.xml"/><Relationship Id="rId4" Type="http://schemas.openxmlformats.org/officeDocument/2006/relationships/image" Target="../media/image1.png"/></Relationships>
</file>

<file path=ppt/slideMasters/_rels/slideMaster56.xml.rels><?xml version="1.0" encoding="UTF-8" standalone="yes"?>
<Relationships xmlns="http://schemas.openxmlformats.org/package/2006/relationships"><Relationship Id="rId3" Type="http://schemas.openxmlformats.org/officeDocument/2006/relationships/theme" Target="../theme/theme56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4" Type="http://schemas.openxmlformats.org/officeDocument/2006/relationships/image" Target="../media/image4.png"/></Relationships>
</file>

<file path=ppt/slideMasters/_rels/slideMaster57.xml.rels><?xml version="1.0" encoding="UTF-8" standalone="yes"?>
<Relationships xmlns="http://schemas.openxmlformats.org/package/2006/relationships"><Relationship Id="rId3" Type="http://schemas.openxmlformats.org/officeDocument/2006/relationships/theme" Target="../theme/theme57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Relationship Id="rId4" Type="http://schemas.openxmlformats.org/officeDocument/2006/relationships/image" Target="../media/image5.png"/></Relationships>
</file>

<file path=ppt/slideMasters/_rels/slideMaster58.xml.rels><?xml version="1.0" encoding="UTF-8" standalone="yes"?>
<Relationships xmlns="http://schemas.openxmlformats.org/package/2006/relationships"><Relationship Id="rId3" Type="http://schemas.openxmlformats.org/officeDocument/2006/relationships/theme" Target="../theme/theme58.xml"/><Relationship Id="rId2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45.xml"/><Relationship Id="rId4" Type="http://schemas.openxmlformats.org/officeDocument/2006/relationships/image" Target="../media/image5.png"/></Relationships>
</file>

<file path=ppt/slideMasters/_rels/slideMaster59.xml.rels><?xml version="1.0" encoding="UTF-8" standalone="yes"?>
<Relationships xmlns="http://schemas.openxmlformats.org/package/2006/relationships"><Relationship Id="rId3" Type="http://schemas.openxmlformats.org/officeDocument/2006/relationships/theme" Target="../theme/theme59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4" Type="http://schemas.openxmlformats.org/officeDocument/2006/relationships/image" Target="../media/image2.png"/></Relationships>
</file>

<file path=ppt/slideMasters/_rels/slideMaster60.xml.rels><?xml version="1.0" encoding="UTF-8" standalone="yes"?>
<Relationships xmlns="http://schemas.openxmlformats.org/package/2006/relationships"><Relationship Id="rId3" Type="http://schemas.openxmlformats.org/officeDocument/2006/relationships/theme" Target="../theme/theme60.xml"/><Relationship Id="rId2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6.png"/></Relationships>
</file>

<file path=ppt/slideMasters/_rels/slideMaster61.xml.rels><?xml version="1.0" encoding="UTF-8" standalone="yes"?>
<Relationships xmlns="http://schemas.openxmlformats.org/package/2006/relationships"><Relationship Id="rId3" Type="http://schemas.openxmlformats.org/officeDocument/2006/relationships/theme" Target="../theme/theme61.xml"/><Relationship Id="rId2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7.png"/></Relationships>
</file>

<file path=ppt/slideMasters/_rels/slideMaster62.xml.rels><?xml version="1.0" encoding="UTF-8" standalone="yes"?>
<Relationships xmlns="http://schemas.openxmlformats.org/package/2006/relationships"><Relationship Id="rId3" Type="http://schemas.openxmlformats.org/officeDocument/2006/relationships/theme" Target="../theme/theme62.xml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Relationship Id="rId4" Type="http://schemas.openxmlformats.org/officeDocument/2006/relationships/image" Target="../media/image3.png"/></Relationships>
</file>

<file path=ppt/slideMasters/_rels/slideMaster63.xml.rels><?xml version="1.0" encoding="UTF-8" standalone="yes"?>
<Relationships xmlns="http://schemas.openxmlformats.org/package/2006/relationships"><Relationship Id="rId3" Type="http://schemas.openxmlformats.org/officeDocument/2006/relationships/theme" Target="../theme/theme63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4" Type="http://schemas.openxmlformats.org/officeDocument/2006/relationships/image" Target="../media/image5.png"/></Relationships>
</file>

<file path=ppt/slideMasters/_rels/slideMaster64.xml.rels><?xml version="1.0" encoding="UTF-8" standalone="yes"?>
<Relationships xmlns="http://schemas.openxmlformats.org/package/2006/relationships"><Relationship Id="rId3" Type="http://schemas.openxmlformats.org/officeDocument/2006/relationships/theme" Target="../theme/theme64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4" Type="http://schemas.openxmlformats.org/officeDocument/2006/relationships/image" Target="../media/image5.png"/></Relationships>
</file>

<file path=ppt/slideMasters/_rels/slideMaster65.xml.rels><?xml version="1.0" encoding="UTF-8" standalone="yes"?>
<Relationships xmlns="http://schemas.openxmlformats.org/package/2006/relationships"><Relationship Id="rId3" Type="http://schemas.openxmlformats.org/officeDocument/2006/relationships/theme" Target="../theme/theme65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4" Type="http://schemas.openxmlformats.org/officeDocument/2006/relationships/image" Target="../media/image2.png"/></Relationships>
</file>

<file path=ppt/slideMasters/_rels/slideMaster6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6.xml"/><Relationship Id="rId2" Type="http://schemas.openxmlformats.org/officeDocument/2006/relationships/slideLayout" Target="../slideLayouts/slideLayout162.xml"/><Relationship Id="rId1" Type="http://schemas.openxmlformats.org/officeDocument/2006/relationships/slideLayout" Target="../slideLayouts/slideLayout161.xml"/><Relationship Id="rId4" Type="http://schemas.openxmlformats.org/officeDocument/2006/relationships/image" Target="../media/image6.png"/></Relationships>
</file>

<file path=ppt/slideMasters/_rels/slideMaster67.xml.rels><?xml version="1.0" encoding="UTF-8" standalone="yes"?>
<Relationships xmlns="http://schemas.openxmlformats.org/package/2006/relationships"><Relationship Id="rId3" Type="http://schemas.openxmlformats.org/officeDocument/2006/relationships/theme" Target="../theme/theme67.xml"/><Relationship Id="rId2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63.xml"/><Relationship Id="rId4" Type="http://schemas.openxmlformats.org/officeDocument/2006/relationships/image" Target="../media/image7.png"/></Relationships>
</file>

<file path=ppt/slideMasters/_rels/slideMaster6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theme" Target="../theme/theme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9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941" r:id="rId5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1928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963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831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77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167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958" r:id="rId3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0074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96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01309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82548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769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2503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770" r:id="rId3"/>
    <p:sldLayoutId id="214748396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33023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7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5475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77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5551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966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8754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67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3438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65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6149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66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20122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68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2549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8848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1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7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15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1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1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600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txStyles>
    <p:titleStyle>
      <a:lvl1pPr algn="ctr" defTabSz="380985" rtl="0" eaLnBrk="1" fontAlgn="base" hangingPunct="1">
        <a:spcBef>
          <a:spcPct val="0"/>
        </a:spcBef>
        <a:spcAft>
          <a:spcPct val="0"/>
        </a:spcAft>
        <a:defRPr sz="36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380985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61970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142954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523939" algn="ctr" defTabSz="380985" rtl="0" eaLnBrk="1" fontAlgn="base" hangingPunct="1">
        <a:spcBef>
          <a:spcPct val="0"/>
        </a:spcBef>
        <a:spcAft>
          <a:spcPct val="0"/>
        </a:spcAft>
        <a:defRPr sz="36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85739" indent="-285739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6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19100" indent="-238115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3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952462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333447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714431" indent="-190492" algn="l" defTabSz="3809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5530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7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7247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788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831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7282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833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5574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4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832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6516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815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48001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834" r:id="rId3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440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3436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2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60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670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5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45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83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32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5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8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6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7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1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9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7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9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0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7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14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xmlns="" id="{7ACC0AA8-EFB7-4543-8B43-2E542C8D62E3}"/>
              </a:ext>
            </a:extLst>
          </p:cNvPr>
          <p:cNvSpPr/>
          <p:nvPr/>
        </p:nvSpPr>
        <p:spPr>
          <a:xfrm>
            <a:off x="8869913" y="5440519"/>
            <a:ext cx="207552" cy="212491"/>
          </a:xfrm>
          <a:prstGeom prst="ellipse">
            <a:avLst/>
          </a:prstGeom>
          <a:solidFill>
            <a:srgbClr val="FCD462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97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940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29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4080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1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b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27"/>
            <a:ext cx="9144000" cy="4585567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8774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3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1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7664"/>
            <a:ext cx="9144000" cy="360273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87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7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20A25B-5F19-D24C-902F-2950F69BC80C}" type="datetimeFigureOut">
              <a:rPr lang="en-US" smtClean="0"/>
              <a:pPr>
                <a:defRPr/>
              </a:pPr>
              <a:t>7/16/2020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0C5A4B-DD28-164E-B668-07A45EB832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 descr="wide 13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9474"/>
            <a:ext cx="9144000" cy="42509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75932"/>
            <a:ext cx="9144000" cy="294851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 wide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3"/>
          <a:stretch/>
        </p:blipFill>
        <p:spPr>
          <a:xfrm>
            <a:off x="0" y="3101822"/>
            <a:ext cx="9144000" cy="2622620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8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3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wide 12b copy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9020"/>
            <a:ext cx="9144000" cy="3925318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7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 wide grid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6255"/>
            <a:ext cx="9144000" cy="3268083"/>
          </a:xfrm>
          <a:prstGeom prst="rect">
            <a:avLst/>
          </a:prstGeom>
        </p:spPr>
      </p:pic>
      <p:sp>
        <p:nvSpPr>
          <p:cNvPr id="3" name="Oval 2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0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ide 1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9" b="-1306"/>
          <a:stretch/>
        </p:blipFill>
        <p:spPr>
          <a:xfrm>
            <a:off x="0" y="1302501"/>
            <a:ext cx="9144000" cy="4483679"/>
          </a:xfrm>
          <a:prstGeom prst="rect">
            <a:avLst/>
          </a:prstGeom>
        </p:spPr>
      </p:pic>
      <p:sp>
        <p:nvSpPr>
          <p:cNvPr id="8" name="Oval 7">
            <a:hlinkClick r:id="" action="ppaction://hlinkshowjump?jump=lastslide"/>
          </p:cNvPr>
          <p:cNvSpPr/>
          <p:nvPr/>
        </p:nvSpPr>
        <p:spPr>
          <a:xfrm>
            <a:off x="8871077" y="5449859"/>
            <a:ext cx="207552" cy="212491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33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28866"/>
            <a:ext cx="82296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33501"/>
            <a:ext cx="8229600" cy="37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9EABDC4-2DE8-4C6D-9A8D-81C34F0FDC98}" type="datetimeFigureOut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7/16/2020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F84440-D503-451D-BDC6-B258A3B08A04}" type="slidenum">
              <a:rPr lang="en-US">
                <a:latin typeface="Calibri" pitchFamily="34" charset="0"/>
                <a:ea typeface="MS PGothic" pitchFamily="34" charset="-128"/>
                <a:cs typeface="+mn-cs"/>
              </a:rPr>
              <a:pPr>
                <a:defRPr/>
              </a:pPr>
              <a:t>‹#›</a:t>
            </a:fld>
            <a:endParaRPr lang="en-US"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19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tm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0.xml"/><Relationship Id="rId4" Type="http://schemas.openxmlformats.org/officeDocument/2006/relationships/image" Target="../media/image1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="" xmlns:a16="http://schemas.microsoft.com/office/drawing/2014/main" id="{63BAC88A-F123-CF4D-8A70-30EDB9A2A58A}"/>
              </a:ext>
            </a:extLst>
          </p:cNvPr>
          <p:cNvSpPr/>
          <p:nvPr/>
        </p:nvSpPr>
        <p:spPr>
          <a:xfrm>
            <a:off x="8036810" y="5033422"/>
            <a:ext cx="711654" cy="369747"/>
          </a:xfrm>
          <a:prstGeom prst="roundRect">
            <a:avLst/>
          </a:prstGeom>
          <a:solidFill>
            <a:srgbClr val="EF81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165</a:t>
            </a:r>
            <a:endParaRPr lang="en-US" sz="1600" dirty="0"/>
          </a:p>
        </p:txBody>
      </p:sp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16" t="13772" r="27252" b="1975"/>
          <a:stretch/>
        </p:blipFill>
        <p:spPr>
          <a:xfrm>
            <a:off x="683568" y="2254396"/>
            <a:ext cx="1674953" cy="2136132"/>
          </a:xfrm>
          <a:prstGeom prst="rect">
            <a:avLst/>
          </a:prstGeom>
        </p:spPr>
      </p:pic>
      <p:pic>
        <p:nvPicPr>
          <p:cNvPr id="6" name="Picture 5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0" t="36860" r="3780" b="38026"/>
          <a:stretch/>
        </p:blipFill>
        <p:spPr>
          <a:xfrm>
            <a:off x="0" y="0"/>
            <a:ext cx="9144000" cy="181127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4" t="27139" r="55361" b="65165"/>
          <a:stretch/>
        </p:blipFill>
        <p:spPr>
          <a:xfrm>
            <a:off x="3347864" y="3102543"/>
            <a:ext cx="3067292" cy="43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528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94209" y="338652"/>
            <a:ext cx="16818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81724"/>
                </a:solidFill>
                <a:latin typeface="Calibri" pitchFamily="34" charset="0"/>
                <a:ea typeface="MS PGothic" pitchFamily="34" charset="-128"/>
                <a:cs typeface="+mn-cs"/>
              </a:rPr>
              <a:t>Inequalities</a:t>
            </a:r>
            <a:endParaRPr lang="en-US" b="1" i="1" dirty="0">
              <a:solidFill>
                <a:srgbClr val="C81724"/>
              </a:solidFill>
              <a:latin typeface="Mistral"/>
              <a:ea typeface="MS PGothic" pitchFamily="34" charset="-128"/>
              <a:cs typeface="Mistral"/>
            </a:endParaRPr>
          </a:p>
        </p:txBody>
      </p:sp>
    </p:spTree>
    <p:extLst>
      <p:ext uri="{BB962C8B-B14F-4D97-AF65-F5344CB8AC3E}">
        <p14:creationId xmlns:p14="http://schemas.microsoft.com/office/powerpoint/2010/main" val="45235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6" t="44557" r="8272" b="36810"/>
          <a:stretch/>
        </p:blipFill>
        <p:spPr>
          <a:xfrm>
            <a:off x="0" y="0"/>
            <a:ext cx="9144000" cy="14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1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4" t="18835" r="4650" b="58059"/>
          <a:stretch/>
        </p:blipFill>
        <p:spPr>
          <a:xfrm>
            <a:off x="0" y="1"/>
            <a:ext cx="8820472" cy="153943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8" t="41942" r="23010" b="53889"/>
          <a:stretch/>
        </p:blipFill>
        <p:spPr>
          <a:xfrm>
            <a:off x="654184" y="2795731"/>
            <a:ext cx="6458674" cy="277793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8" t="46111" r="23010" b="49719"/>
          <a:stretch/>
        </p:blipFill>
        <p:spPr>
          <a:xfrm>
            <a:off x="683568" y="4081636"/>
            <a:ext cx="6458674" cy="27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4" t="50976" r="22894" b="37036"/>
          <a:stretch/>
        </p:blipFill>
        <p:spPr>
          <a:xfrm>
            <a:off x="324808" y="193204"/>
            <a:ext cx="8280920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25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4" t="62442" r="7327" b="24701"/>
          <a:stretch/>
        </p:blipFill>
        <p:spPr>
          <a:xfrm>
            <a:off x="-1" y="193204"/>
            <a:ext cx="8820473" cy="88324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5" t="75299" r="26145" b="20810"/>
          <a:stretch/>
        </p:blipFill>
        <p:spPr>
          <a:xfrm>
            <a:off x="613458" y="3145532"/>
            <a:ext cx="6273480" cy="26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3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2" t="14785" r="30265" b="75013"/>
          <a:stretch/>
        </p:blipFill>
        <p:spPr>
          <a:xfrm>
            <a:off x="539552" y="133995"/>
            <a:ext cx="6308203" cy="69448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4" t="24987" r="30265" b="67871"/>
          <a:stretch/>
        </p:blipFill>
        <p:spPr>
          <a:xfrm>
            <a:off x="815579" y="2236472"/>
            <a:ext cx="6060677" cy="486137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2" t="31429" r="38836" b="62960"/>
          <a:stretch/>
        </p:blipFill>
        <p:spPr>
          <a:xfrm>
            <a:off x="971600" y="3987704"/>
            <a:ext cx="5058137" cy="3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18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2" t="14785" r="30265" b="80284"/>
          <a:stretch/>
        </p:blipFill>
        <p:spPr>
          <a:xfrm>
            <a:off x="251520" y="167832"/>
            <a:ext cx="6308203" cy="335667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t="38080" r="30265" b="55292"/>
          <a:stretch/>
        </p:blipFill>
        <p:spPr>
          <a:xfrm>
            <a:off x="899592" y="625252"/>
            <a:ext cx="5949388" cy="451194"/>
          </a:xfrm>
          <a:prstGeom prst="rect">
            <a:avLst/>
          </a:prstGeom>
        </p:spPr>
      </p:pic>
      <p:pic>
        <p:nvPicPr>
          <p:cNvPr id="4" name="Picture 3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t="44708" r="30265" b="50191"/>
          <a:stretch/>
        </p:blipFill>
        <p:spPr>
          <a:xfrm>
            <a:off x="998876" y="2438252"/>
            <a:ext cx="5949388" cy="347240"/>
          </a:xfrm>
          <a:prstGeom prst="rect">
            <a:avLst/>
          </a:prstGeom>
        </p:spPr>
      </p:pic>
      <p:pic>
        <p:nvPicPr>
          <p:cNvPr id="5" name="Picture 4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t="50319" r="30265" b="41346"/>
          <a:stretch/>
        </p:blipFill>
        <p:spPr>
          <a:xfrm>
            <a:off x="926868" y="3946306"/>
            <a:ext cx="5949388" cy="56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7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2" t="59675" r="5085" b="31143"/>
          <a:stretch/>
        </p:blipFill>
        <p:spPr>
          <a:xfrm>
            <a:off x="14024" y="265212"/>
            <a:ext cx="8892480" cy="62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26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2" t="68517" r="4213" b="20001"/>
          <a:stretch/>
        </p:blipFill>
        <p:spPr>
          <a:xfrm>
            <a:off x="69448" y="121196"/>
            <a:ext cx="8981954" cy="781629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9" t="79999" r="21693" b="15139"/>
          <a:stretch/>
        </p:blipFill>
        <p:spPr>
          <a:xfrm>
            <a:off x="611560" y="3102620"/>
            <a:ext cx="6701741" cy="33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1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2" t="33013" r="14937" b="58536"/>
          <a:stretch/>
        </p:blipFill>
        <p:spPr>
          <a:xfrm>
            <a:off x="9234" y="121196"/>
            <a:ext cx="8811238" cy="642733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0" t="41464" r="30578" b="54578"/>
          <a:stretch/>
        </p:blipFill>
        <p:spPr>
          <a:xfrm>
            <a:off x="587308" y="3132622"/>
            <a:ext cx="6504972" cy="30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hlinkClick r:id="" action="ppaction://hlinkshowjump?jump=lastslideviewed"/>
            <a:extLst>
              <a:ext uri="{FF2B5EF4-FFF2-40B4-BE49-F238E27FC236}">
                <a16:creationId xmlns="" xmlns:a16="http://schemas.microsoft.com/office/drawing/2014/main" id="{C377DD9F-98A1-DC46-8694-62DB5D7DCCF5}"/>
              </a:ext>
            </a:extLst>
          </p:cNvPr>
          <p:cNvSpPr/>
          <p:nvPr/>
        </p:nvSpPr>
        <p:spPr>
          <a:xfrm>
            <a:off x="8867344" y="5436497"/>
            <a:ext cx="219576" cy="216089"/>
          </a:xfrm>
          <a:prstGeom prst="ellipse">
            <a:avLst/>
          </a:prstGeom>
          <a:solidFill>
            <a:srgbClr val="FCA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prstClr val="white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80" y="0"/>
            <a:ext cx="9156579" cy="662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 descr="T&amp;T FL.pdf - Adobe Reader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9" t="18835" r="5375" b="25874"/>
          <a:stretch/>
        </p:blipFill>
        <p:spPr>
          <a:xfrm>
            <a:off x="5451" y="662965"/>
            <a:ext cx="4262398" cy="3904812"/>
          </a:xfrm>
          <a:prstGeom prst="rect">
            <a:avLst/>
          </a:prstGeom>
        </p:spPr>
      </p:pic>
      <p:pic>
        <p:nvPicPr>
          <p:cNvPr id="3" name="Picture 2" descr="T&amp;T FL.pdf - Adobe Reader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04" t="22181" r="3781" b="12709"/>
          <a:stretch/>
        </p:blipFill>
        <p:spPr>
          <a:xfrm>
            <a:off x="4559568" y="682108"/>
            <a:ext cx="4434038" cy="459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9134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F3A177DB-5E60-D341-ACC8-B08E03F74F50}"/>
    </a:ext>
  </a:extLst>
</a:theme>
</file>

<file path=ppt/theme/theme2.xml><?xml version="1.0" encoding="utf-8"?>
<a:theme xmlns:a="http://schemas.openxmlformats.org/drawingml/2006/main" name="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86A9B0EC-DC5B-E040-A97A-8062753D94DE}"/>
    </a:ext>
  </a:extLst>
</a:theme>
</file>

<file path=ppt/theme/theme3.xml><?xml version="1.0" encoding="utf-8"?>
<a:theme xmlns:a="http://schemas.openxmlformats.org/drawingml/2006/main" name="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FF14B647-9200-E743-8514-0119DB8C26C2}"/>
    </a:ext>
  </a:extLst>
</a:theme>
</file>

<file path=ppt/theme/theme4.xml><?xml version="1.0" encoding="utf-8"?>
<a:theme xmlns:a="http://schemas.openxmlformats.org/drawingml/2006/main" name="1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56AAF3CB-BACF-4343-9242-C61494DD0B4D}"/>
    </a:ext>
  </a:extLst>
</a:theme>
</file>

<file path=ppt/theme/theme5.xml><?xml version="1.0" encoding="utf-8"?>
<a:theme xmlns:a="http://schemas.openxmlformats.org/drawingml/2006/main" name="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0D50F711-E167-7344-978F-CE7F7E6D8743}"/>
    </a:ext>
  </a:extLst>
</a:theme>
</file>

<file path=ppt/theme/theme6.xml><?xml version="1.0" encoding="utf-8"?>
<a:theme xmlns:a="http://schemas.openxmlformats.org/drawingml/2006/main" name="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768D0BED-B8AC-9945-B1CB-5E0F093BB6C7}"/>
    </a:ext>
  </a:extLst>
</a:theme>
</file>

<file path=ppt/theme/theme7.xml><?xml version="1.0" encoding="utf-8"?>
<a:theme xmlns:a="http://schemas.openxmlformats.org/drawingml/2006/main" name="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3445F093-7EA2-E448-BF78-39385DC2204C}"/>
    </a:ext>
  </a:extLst>
</a:theme>
</file>

<file path=ppt/theme/theme8.xml><?xml version="1.0" encoding="utf-8"?>
<a:theme xmlns:a="http://schemas.openxmlformats.org/drawingml/2006/main" name="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EA3A0343-186A-0643-852C-DE95857480A3}"/>
    </a:ext>
  </a:extLst>
</a:theme>
</file>

<file path=ppt/theme/theme9.xml><?xml version="1.0" encoding="utf-8"?>
<a:theme xmlns:a="http://schemas.openxmlformats.org/drawingml/2006/main" name="1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B69D916B-E61A-E44F-955D-41D4C57312C9}"/>
    </a:ext>
  </a:extLst>
</a:theme>
</file>

<file path=ppt/theme/theme10.xml><?xml version="1.0" encoding="utf-8"?>
<a:theme xmlns:a="http://schemas.openxmlformats.org/drawingml/2006/main" name="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7BC7F020-F1A8-AA47-A313-3B7F4BBA60A8}"/>
    </a:ext>
  </a:extLst>
</a:theme>
</file>

<file path=ppt/theme/theme11.xml><?xml version="1.0" encoding="utf-8"?>
<a:theme xmlns:a="http://schemas.openxmlformats.org/drawingml/2006/main" name="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58566480-BE1C-B14C-A6BC-28831BC95F75}"/>
    </a:ext>
  </a:extLst>
</a:theme>
</file>

<file path=ppt/theme/theme12.xml><?xml version="1.0" encoding="utf-8"?>
<a:theme xmlns:a="http://schemas.openxmlformats.org/drawingml/2006/main" name="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4BFCB6AC-18DF-BF4D-B70B-62062B2617CB}"/>
    </a:ext>
  </a:extLst>
</a:theme>
</file>

<file path=ppt/theme/theme13.xml><?xml version="1.0" encoding="utf-8"?>
<a:theme xmlns:a="http://schemas.openxmlformats.org/drawingml/2006/main" name="1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3AF8490F-A427-E640-A06C-BEF6ECA14A3C}"/>
    </a:ext>
  </a:extLst>
</a:theme>
</file>

<file path=ppt/theme/theme14.xml><?xml version="1.0" encoding="utf-8"?>
<a:theme xmlns:a="http://schemas.openxmlformats.org/drawingml/2006/main" name="1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7064135E-78C3-6740-B0D2-8AA9D87D2714}"/>
    </a:ext>
  </a:extLst>
</a:theme>
</file>

<file path=ppt/theme/theme15.xml><?xml version="1.0" encoding="utf-8"?>
<a:theme xmlns:a="http://schemas.openxmlformats.org/drawingml/2006/main" name="2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62C40A79-3956-B544-8A3F-5FF11940B1DE}"/>
    </a:ext>
  </a:extLst>
</a:theme>
</file>

<file path=ppt/theme/theme16.xml><?xml version="1.0" encoding="utf-8"?>
<a:theme xmlns:a="http://schemas.openxmlformats.org/drawingml/2006/main" name="1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9C3421C0-F962-3941-8411-79A248EF40D2}"/>
    </a:ext>
  </a:extLst>
</a:theme>
</file>

<file path=ppt/theme/theme17.xml><?xml version="1.0" encoding="utf-8"?>
<a:theme xmlns:a="http://schemas.openxmlformats.org/drawingml/2006/main" name="1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FEC13603-633F-2A48-8FAE-55E2050B6AA4}"/>
    </a:ext>
  </a:extLst>
</a:theme>
</file>

<file path=ppt/theme/theme18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heme1" id="{B90AB84F-00A8-A941-823F-74B366003272}" vid="{937BCBCF-9B1E-D648-92BB-54168AB108C5}"/>
    </a:ext>
  </a:extLst>
</a:theme>
</file>

<file path=ppt/theme/theme19.xml><?xml version="1.0" encoding="utf-8"?>
<a:theme xmlns:a="http://schemas.openxmlformats.org/drawingml/2006/main" name="1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FF14B647-9200-E743-8514-0119DB8C26C2}"/>
    </a:ext>
  </a:extLst>
</a:theme>
</file>

<file path=ppt/theme/theme20.xml><?xml version="1.0" encoding="utf-8"?>
<a:theme xmlns:a="http://schemas.openxmlformats.org/drawingml/2006/main" name="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F3A177DB-5E60-D341-ACC8-B08E03F74F50}"/>
    </a:ext>
  </a:extLst>
</a:theme>
</file>

<file path=ppt/theme/theme21.xml><?xml version="1.0" encoding="utf-8"?>
<a:theme xmlns:a="http://schemas.openxmlformats.org/drawingml/2006/main" name="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56AAF3CB-BACF-4343-9242-C61494DD0B4D}"/>
    </a:ext>
  </a:extLst>
</a:theme>
</file>

<file path=ppt/theme/theme22.xml><?xml version="1.0" encoding="utf-8"?>
<a:theme xmlns:a="http://schemas.openxmlformats.org/drawingml/2006/main" name="1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0D50F711-E167-7344-978F-CE7F7E6D8743}"/>
    </a:ext>
  </a:extLst>
</a:theme>
</file>

<file path=ppt/theme/theme23.xml><?xml version="1.0" encoding="utf-8"?>
<a:theme xmlns:a="http://schemas.openxmlformats.org/drawingml/2006/main" name="1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768D0BED-B8AC-9945-B1CB-5E0F093BB6C7}"/>
    </a:ext>
  </a:extLst>
</a:theme>
</file>

<file path=ppt/theme/theme24.xml><?xml version="1.0" encoding="utf-8"?>
<a:theme xmlns:a="http://schemas.openxmlformats.org/drawingml/2006/main" name="2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3445F093-7EA2-E448-BF78-39385DC2204C}"/>
    </a:ext>
  </a:extLst>
</a:theme>
</file>

<file path=ppt/theme/theme25.xml><?xml version="1.0" encoding="utf-8"?>
<a:theme xmlns:a="http://schemas.openxmlformats.org/drawingml/2006/main" name="2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EA3A0343-186A-0643-852C-DE95857480A3}"/>
    </a:ext>
  </a:extLst>
</a:theme>
</file>

<file path=ppt/theme/theme26.xml><?xml version="1.0" encoding="utf-8"?>
<a:theme xmlns:a="http://schemas.openxmlformats.org/drawingml/2006/main" name="3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B69D916B-E61A-E44F-955D-41D4C57312C9}"/>
    </a:ext>
  </a:extLst>
</a:theme>
</file>

<file path=ppt/theme/theme27.xml><?xml version="1.0" encoding="utf-8"?>
<a:theme xmlns:a="http://schemas.openxmlformats.org/drawingml/2006/main" name="2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7BC7F020-F1A8-AA47-A313-3B7F4BBA60A8}"/>
    </a:ext>
  </a:extLst>
</a:theme>
</file>

<file path=ppt/theme/theme28.xml><?xml version="1.0" encoding="utf-8"?>
<a:theme xmlns:a="http://schemas.openxmlformats.org/drawingml/2006/main" name="2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58566480-BE1C-B14C-A6BC-28831BC95F75}"/>
    </a:ext>
  </a:extLst>
</a:theme>
</file>

<file path=ppt/theme/theme29.xml><?xml version="1.0" encoding="utf-8"?>
<a:theme xmlns:a="http://schemas.openxmlformats.org/drawingml/2006/main" name="3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3AF8490F-A427-E640-A06C-BEF6ECA14A3C}"/>
    </a:ext>
  </a:extLst>
</a:theme>
</file>

<file path=ppt/theme/theme30.xml><?xml version="1.0" encoding="utf-8"?>
<a:theme xmlns:a="http://schemas.openxmlformats.org/drawingml/2006/main" name="3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7064135E-78C3-6740-B0D2-8AA9D87D2714}"/>
    </a:ext>
  </a:extLst>
</a:theme>
</file>

<file path=ppt/theme/theme31.xml><?xml version="1.0" encoding="utf-8"?>
<a:theme xmlns:a="http://schemas.openxmlformats.org/drawingml/2006/main" name="4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62C40A79-3956-B544-8A3F-5FF11940B1DE}"/>
    </a:ext>
  </a:extLst>
</a:theme>
</file>

<file path=ppt/theme/theme32.xml><?xml version="1.0" encoding="utf-8"?>
<a:theme xmlns:a="http://schemas.openxmlformats.org/drawingml/2006/main" name="3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9C3421C0-F962-3941-8411-79A248EF40D2}"/>
    </a:ext>
  </a:extLst>
</a:theme>
</file>

<file path=ppt/theme/theme33.xml><?xml version="1.0" encoding="utf-8"?>
<a:theme xmlns:a="http://schemas.openxmlformats.org/drawingml/2006/main" name="3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&amp;T Template Master" id="{B85E9895-09BB-4F4C-980C-A90A64CF795A}" vid="{FEC13603-633F-2A48-8FAE-55E2050B6AA4}"/>
    </a:ext>
  </a:extLst>
</a:theme>
</file>

<file path=ppt/theme/theme34.xml><?xml version="1.0" encoding="utf-8"?>
<a:theme xmlns:a="http://schemas.openxmlformats.org/drawingml/2006/main" name="TT Theme N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heme NEW" id="{43FB837B-5F46-9F41-9DD4-0B3C8B34D297}" vid="{34FB06B7-3044-544A-B49A-C4D025A77850}"/>
    </a:ext>
  </a:extLst>
</a:theme>
</file>

<file path=ppt/theme/theme35.xml><?xml version="1.0" encoding="utf-8"?>
<a:theme xmlns:a="http://schemas.openxmlformats.org/drawingml/2006/main" name="2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C1A29F62-9888-BA47-81A9-15D915207070}"/>
    </a:ext>
  </a:extLst>
</a:theme>
</file>

<file path=ppt/theme/theme36.xml><?xml version="1.0" encoding="utf-8"?>
<a:theme xmlns:a="http://schemas.openxmlformats.org/drawingml/2006/main" name="6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2361BD67-33F6-3742-8EDF-9A30A7569B49}"/>
    </a:ext>
  </a:extLst>
</a:theme>
</file>

<file path=ppt/theme/theme37.xml><?xml version="1.0" encoding="utf-8"?>
<a:theme xmlns:a="http://schemas.openxmlformats.org/drawingml/2006/main" name="7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8F0BB52A-0A63-7F4A-AAB4-01E541CFF193}"/>
    </a:ext>
  </a:extLst>
</a:theme>
</file>

<file path=ppt/theme/theme38.xml><?xml version="1.0" encoding="utf-8"?>
<a:theme xmlns:a="http://schemas.openxmlformats.org/drawingml/2006/main" name="2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752EFB74-1DDF-F64C-8FEF-822B1D3DB81B}"/>
    </a:ext>
  </a:extLst>
</a:theme>
</file>

<file path=ppt/theme/theme39.xml><?xml version="1.0" encoding="utf-8"?>
<a:theme xmlns:a="http://schemas.openxmlformats.org/drawingml/2006/main" name="2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3A458FB4-83BE-1F49-90F5-8437A094273E}"/>
    </a:ext>
  </a:extLst>
</a:theme>
</file>

<file path=ppt/theme/theme40.xml><?xml version="1.0" encoding="utf-8"?>
<a:theme xmlns:a="http://schemas.openxmlformats.org/drawingml/2006/main" name="4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6EC52235-31FB-3547-8E79-7CF5E8F4C250}"/>
    </a:ext>
  </a:extLst>
</a:theme>
</file>

<file path=ppt/theme/theme41.xml><?xml version="1.0" encoding="utf-8"?>
<a:theme xmlns:a="http://schemas.openxmlformats.org/drawingml/2006/main" name="4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371D7BD1-A94F-4946-8D63-6AF53DB18FC4}"/>
    </a:ext>
  </a:extLst>
</a:theme>
</file>

<file path=ppt/theme/theme42.xml><?xml version="1.0" encoding="utf-8"?>
<a:theme xmlns:a="http://schemas.openxmlformats.org/drawingml/2006/main" name="5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7D8729D2-2006-404A-AE16-22119D249A3F}"/>
    </a:ext>
  </a:extLst>
</a:theme>
</file>

<file path=ppt/theme/theme43.xml><?xml version="1.0" encoding="utf-8"?>
<a:theme xmlns:a="http://schemas.openxmlformats.org/drawingml/2006/main" name="4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010E77C9-2434-F644-B9AF-6A707890C6A5}"/>
    </a:ext>
  </a:extLst>
</a:theme>
</file>

<file path=ppt/theme/theme44.xml><?xml version="1.0" encoding="utf-8"?>
<a:theme xmlns:a="http://schemas.openxmlformats.org/drawingml/2006/main" name="4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B9A15C93-3734-4D41-8D92-82DF70FA443A}"/>
    </a:ext>
  </a:extLst>
</a:theme>
</file>

<file path=ppt/theme/theme45.xml><?xml version="1.0" encoding="utf-8"?>
<a:theme xmlns:a="http://schemas.openxmlformats.org/drawingml/2006/main" name="8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831E50DA-BAC6-5549-BE31-194592260B44}"/>
    </a:ext>
  </a:extLst>
</a:theme>
</file>

<file path=ppt/theme/theme46.xml><?xml version="1.0" encoding="utf-8"?>
<a:theme xmlns:a="http://schemas.openxmlformats.org/drawingml/2006/main" name="5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051FDB1D-B9A5-2148-AC0A-BEDF6C68DBB7}"/>
    </a:ext>
  </a:extLst>
</a:theme>
</file>

<file path=ppt/theme/theme47.xml><?xml version="1.0" encoding="utf-8"?>
<a:theme xmlns:a="http://schemas.openxmlformats.org/drawingml/2006/main" name="5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1E3E6EF6-7C1D-0C4C-8BE1-A8DEFF7548E0}"/>
    </a:ext>
  </a:extLst>
</a:theme>
</file>

<file path=ppt/theme/theme48.xml><?xml version="1.0" encoding="utf-8"?>
<a:theme xmlns:a="http://schemas.openxmlformats.org/drawingml/2006/main" name="6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1EA18637-9567-3045-81E1-95394377DEEF}"/>
    </a:ext>
  </a:extLst>
</a:theme>
</file>

<file path=ppt/theme/theme49.xml><?xml version="1.0" encoding="utf-8"?>
<a:theme xmlns:a="http://schemas.openxmlformats.org/drawingml/2006/main" name="5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E0E525BD-09AC-9643-B266-7CE9D7C7D945}"/>
    </a:ext>
  </a:extLst>
</a:theme>
</file>

<file path=ppt/theme/theme50.xml><?xml version="1.0" encoding="utf-8"?>
<a:theme xmlns:a="http://schemas.openxmlformats.org/drawingml/2006/main" name="5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T Template NEW" id="{1B2CD1A6-8043-B34F-9205-DA3A8AF9F513}" vid="{F555C250-0BA0-124A-9B3B-2875CDCA913E}"/>
    </a:ext>
  </a:extLst>
</a:theme>
</file>

<file path=ppt/theme/theme51.xml><?xml version="1.0" encoding="utf-8"?>
<a:theme xmlns:a="http://schemas.openxmlformats.org/drawingml/2006/main" name="Tand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TandT Theme" id="{584C61BA-24FF-5043-891A-4CC5E1300647}" vid="{DE690859-FB9A-1644-9A0B-5ADE48EC9938}"/>
    </a:ext>
  </a:extLst>
</a:theme>
</file>

<file path=ppt/theme/theme52.xml><?xml version="1.0" encoding="utf-8"?>
<a:theme xmlns:a="http://schemas.openxmlformats.org/drawingml/2006/main" name="4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A1054420-36DA-814F-8686-AE33C10D222C}"/>
    </a:ext>
  </a:extLst>
</a:theme>
</file>

<file path=ppt/theme/theme53.xml><?xml version="1.0" encoding="utf-8"?>
<a:theme xmlns:a="http://schemas.openxmlformats.org/drawingml/2006/main" name="12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FFBED6AE-9CD3-614A-B8E5-122872C389B4}"/>
    </a:ext>
  </a:extLst>
</a:theme>
</file>

<file path=ppt/theme/theme54.xml><?xml version="1.0" encoding="utf-8"?>
<a:theme xmlns:a="http://schemas.openxmlformats.org/drawingml/2006/main" name="13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FB5A5B58-4550-9E4F-8E87-B5941958007D}"/>
    </a:ext>
  </a:extLst>
</a:theme>
</file>

<file path=ppt/theme/theme55.xml><?xml version="1.0" encoding="utf-8"?>
<a:theme xmlns:a="http://schemas.openxmlformats.org/drawingml/2006/main" name="4_14 gri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2EAF339B-A8AC-1944-8C9D-2C350041CE2B}"/>
    </a:ext>
  </a:extLst>
</a:theme>
</file>

<file path=ppt/theme/theme56.xml><?xml version="1.0" encoding="utf-8"?>
<a:theme xmlns:a="http://schemas.openxmlformats.org/drawingml/2006/main" name="4_11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3629D20D-4A73-0641-9324-28CC7D465F11}"/>
    </a:ext>
  </a:extLst>
</a:theme>
</file>

<file path=ppt/theme/theme57.xml><?xml version="1.0" encoding="utf-8"?>
<a:theme xmlns:a="http://schemas.openxmlformats.org/drawingml/2006/main" name="8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0418BF5A-3017-0743-9425-A6442429A14A}"/>
    </a:ext>
  </a:extLst>
</a:theme>
</file>

<file path=ppt/theme/theme58.xml><?xml version="1.0" encoding="utf-8"?>
<a:theme xmlns:a="http://schemas.openxmlformats.org/drawingml/2006/main" name="8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20D36924-D906-5243-964A-18C63C1088E6}"/>
    </a:ext>
  </a:extLst>
</a:theme>
</file>

<file path=ppt/theme/theme59.xml><?xml version="1.0" encoding="utf-8"?>
<a:theme xmlns:a="http://schemas.openxmlformats.org/drawingml/2006/main" name="9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B9D91157-0661-DF4B-97F1-0F70B298AAA5}"/>
    </a:ext>
  </a:extLst>
</a:theme>
</file>

<file path=ppt/theme/theme60.xml><?xml version="1.0" encoding="utf-8"?>
<a:theme xmlns:a="http://schemas.openxmlformats.org/drawingml/2006/main" name="8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2DBDC926-5C37-A440-8D82-ADA4AD9FBA24}"/>
    </a:ext>
  </a:extLst>
</a:theme>
</file>

<file path=ppt/theme/theme61.xml><?xml version="1.0" encoding="utf-8"?>
<a:theme xmlns:a="http://schemas.openxmlformats.org/drawingml/2006/main" name="8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159D0566-7E75-7E49-8079-3455EE11382B}"/>
    </a:ext>
  </a:extLst>
</a:theme>
</file>

<file path=ppt/theme/theme62.xml><?xml version="1.0" encoding="utf-8"?>
<a:theme xmlns:a="http://schemas.openxmlformats.org/drawingml/2006/main" name="14_T&amp;T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C6762A50-A9F9-1E4D-8206-E574DEB6B0D8}"/>
    </a:ext>
  </a:extLst>
</a:theme>
</file>

<file path=ppt/theme/theme63.xml><?xml version="1.0" encoding="utf-8"?>
<a:theme xmlns:a="http://schemas.openxmlformats.org/drawingml/2006/main" name="9_9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24A86A07-5738-FA4A-BB7D-6B483E99FE06}"/>
    </a:ext>
  </a:extLst>
</a:theme>
</file>

<file path=ppt/theme/theme64.xml><?xml version="1.0" encoding="utf-8"?>
<a:theme xmlns:a="http://schemas.openxmlformats.org/drawingml/2006/main" name="9_8 gri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275FDCE5-449A-354E-92FC-07FD587BA80B}"/>
    </a:ext>
  </a:extLst>
</a:theme>
</file>

<file path=ppt/theme/theme65.xml><?xml version="1.0" encoding="utf-8"?>
<a:theme xmlns:a="http://schemas.openxmlformats.org/drawingml/2006/main" name="10_T&amp;T 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5F0E9230-236A-1E4B-A772-67D2F0E71708}"/>
    </a:ext>
  </a:extLst>
</a:theme>
</file>

<file path=ppt/theme/theme66.xml><?xml version="1.0" encoding="utf-8"?>
<a:theme xmlns:a="http://schemas.openxmlformats.org/drawingml/2006/main" name="9_10 w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F0CA25DE-2369-F849-ADAA-0680B0C0DD98}"/>
    </a:ext>
  </a:extLst>
</a:theme>
</file>

<file path=ppt/theme/theme67.xml><?xml version="1.0" encoding="utf-8"?>
<a:theme xmlns:a="http://schemas.openxmlformats.org/drawingml/2006/main" name="9_1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resentation1" id="{B0AC0FA1-A7ED-244C-BF96-87069D5C6EDB}" vid="{D4A43A2F-9C78-8D45-A2CA-2817ECC6B819}"/>
    </a:ext>
  </a:extLst>
</a:theme>
</file>

<file path=ppt/theme/theme6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7F23F89201224EB1020CE6E5A330E6" ma:contentTypeVersion="5" ma:contentTypeDescription="Create a new document." ma:contentTypeScope="" ma:versionID="54a6d1fd04daac6d0c9ca2b665899f4f">
  <xsd:schema xmlns:xsd="http://www.w3.org/2001/XMLSchema" xmlns:xs="http://www.w3.org/2001/XMLSchema" xmlns:p="http://schemas.microsoft.com/office/2006/metadata/properties" xmlns:ns2="8b9b7f38-fbc6-4b25-b0c8-dfce91a9184d" xmlns:ns3="6feadbec-3525-450c-9a2c-4b7827180f7c" targetNamespace="http://schemas.microsoft.com/office/2006/metadata/properties" ma:root="true" ma:fieldsID="014e6c4c53daba6334ae6336cf0edb2a" ns2:_="" ns3:_="">
    <xsd:import namespace="8b9b7f38-fbc6-4b25-b0c8-dfce91a9184d"/>
    <xsd:import namespace="6feadbec-3525-450c-9a2c-4b7827180f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9b7f38-fbc6-4b25-b0c8-dfce91a918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adbec-3525-450c-9a2c-4b7827180f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726B6D-78E0-4D65-A108-A809E9BAA345}"/>
</file>

<file path=customXml/itemProps2.xml><?xml version="1.0" encoding="utf-8"?>
<ds:datastoreItem xmlns:ds="http://schemas.openxmlformats.org/officeDocument/2006/customXml" ds:itemID="{360E5019-1741-42DB-B70F-7ECEA2881420}"/>
</file>

<file path=customXml/itemProps3.xml><?xml version="1.0" encoding="utf-8"?>
<ds:datastoreItem xmlns:ds="http://schemas.openxmlformats.org/officeDocument/2006/customXml" ds:itemID="{F54FFD82-5A47-422D-B2C1-B7E9A3D8D373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450</TotalTime>
  <Words>2</Words>
  <Application>Microsoft Office PowerPoint</Application>
  <PresentationFormat>On-screen Show (16:10)</PresentationFormat>
  <Paragraphs>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68</vt:i4>
      </vt:variant>
      <vt:variant>
        <vt:lpstr>Slide Titles</vt:lpstr>
      </vt:variant>
      <vt:variant>
        <vt:i4>12</vt:i4>
      </vt:variant>
    </vt:vector>
  </HeadingPairs>
  <TitlesOfParts>
    <vt:vector size="80" baseType="lpstr">
      <vt:lpstr>Default Theme</vt:lpstr>
      <vt:lpstr>T&amp;T 12</vt:lpstr>
      <vt:lpstr>White</vt:lpstr>
      <vt:lpstr>1_T&amp;T3</vt:lpstr>
      <vt:lpstr>14 grid</vt:lpstr>
      <vt:lpstr>11 grids</vt:lpstr>
      <vt:lpstr>9 grids</vt:lpstr>
      <vt:lpstr>8 grids</vt:lpstr>
      <vt:lpstr>1_T&amp;T 12</vt:lpstr>
      <vt:lpstr>10 wide master</vt:lpstr>
      <vt:lpstr>13</vt:lpstr>
      <vt:lpstr>2_T&amp;T3</vt:lpstr>
      <vt:lpstr>1_9 grids</vt:lpstr>
      <vt:lpstr>1_8 grids</vt:lpstr>
      <vt:lpstr>2_T&amp;T 12</vt:lpstr>
      <vt:lpstr>1_10 wide master</vt:lpstr>
      <vt:lpstr>1_13</vt:lpstr>
      <vt:lpstr>Theme1</vt:lpstr>
      <vt:lpstr>1_White</vt:lpstr>
      <vt:lpstr>3_T&amp;T3</vt:lpstr>
      <vt:lpstr>4_T&amp;T3</vt:lpstr>
      <vt:lpstr>1_14 grid</vt:lpstr>
      <vt:lpstr>1_11 grids</vt:lpstr>
      <vt:lpstr>2_9 grids</vt:lpstr>
      <vt:lpstr>2_8 grids</vt:lpstr>
      <vt:lpstr>3_T&amp;T 12</vt:lpstr>
      <vt:lpstr>2_10 wide master</vt:lpstr>
      <vt:lpstr>2_13</vt:lpstr>
      <vt:lpstr>3_9 grids</vt:lpstr>
      <vt:lpstr>3_8 grids</vt:lpstr>
      <vt:lpstr>4_T&amp;T 12</vt:lpstr>
      <vt:lpstr>3_10 wide master</vt:lpstr>
      <vt:lpstr>3_13</vt:lpstr>
      <vt:lpstr>TT Theme NEW</vt:lpstr>
      <vt:lpstr>2_White</vt:lpstr>
      <vt:lpstr>6_T&amp;T3</vt:lpstr>
      <vt:lpstr>7_T&amp;T3</vt:lpstr>
      <vt:lpstr>2_14 grid</vt:lpstr>
      <vt:lpstr>2_11 grids</vt:lpstr>
      <vt:lpstr>4_9 grids</vt:lpstr>
      <vt:lpstr>4_8 grids</vt:lpstr>
      <vt:lpstr>5_T&amp;T 12</vt:lpstr>
      <vt:lpstr>4_10 wide master</vt:lpstr>
      <vt:lpstr>4_13</vt:lpstr>
      <vt:lpstr>8_T&amp;T3</vt:lpstr>
      <vt:lpstr>5_9 grids</vt:lpstr>
      <vt:lpstr>5_8 grids</vt:lpstr>
      <vt:lpstr>6_T&amp;T 12</vt:lpstr>
      <vt:lpstr>5_10 wide master</vt:lpstr>
      <vt:lpstr>5_13</vt:lpstr>
      <vt:lpstr>TandT Theme</vt:lpstr>
      <vt:lpstr>4_White</vt:lpstr>
      <vt:lpstr>12_T&amp;T3</vt:lpstr>
      <vt:lpstr>13_T&amp;T3</vt:lpstr>
      <vt:lpstr>4_14 grid</vt:lpstr>
      <vt:lpstr>4_11 grids</vt:lpstr>
      <vt:lpstr>8_9 grids</vt:lpstr>
      <vt:lpstr>8_8 grids</vt:lpstr>
      <vt:lpstr>9_T&amp;T 12</vt:lpstr>
      <vt:lpstr>8_10 wide master</vt:lpstr>
      <vt:lpstr>8_13</vt:lpstr>
      <vt:lpstr>14_T&amp;T3</vt:lpstr>
      <vt:lpstr>9_9 grids</vt:lpstr>
      <vt:lpstr>9_8 grids</vt:lpstr>
      <vt:lpstr>10_T&amp;T 12</vt:lpstr>
      <vt:lpstr>9_10 wide master</vt:lpstr>
      <vt:lpstr>9_13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Nadia</dc:creator>
  <cp:lastModifiedBy>Nadia</cp:lastModifiedBy>
  <cp:revision>37</cp:revision>
  <dcterms:created xsi:type="dcterms:W3CDTF">2020-07-07T15:06:26Z</dcterms:created>
  <dcterms:modified xsi:type="dcterms:W3CDTF">2020-07-16T13:08:54Z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0x010100087F23F89201224EB1020CE6E5A330E6</vt:lpwstr>
  </property>
</Properties>
</file>