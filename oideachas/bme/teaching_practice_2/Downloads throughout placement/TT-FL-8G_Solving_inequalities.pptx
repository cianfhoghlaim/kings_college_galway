
<file path=[Content_Types].xml><?xml version="1.0" encoding="utf-8"?>
<Types xmlns="http://schemas.openxmlformats.org/package/2006/content-types">
  <Default Extension="png" ContentType="image/png"/>
  <Default Extension="tmp" ContentType="image/png"/>
  <Default Extension="jpeg" ContentType="image/jpeg"/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slides/slide17.xml" ContentType="application/vnd.openxmlformats-officedocument.presentationml.slide+xml"/>
  <Override PartName="/ppt/slides/slide15.xml" ContentType="application/vnd.openxmlformats-officedocument.presentationml.slide+xml"/>
  <Override PartName="/ppt/slides/slide18.xml" ContentType="application/vnd.openxmlformats-officedocument.presentationml.slide+xml"/>
  <Override PartName="/ppt/slides/slide16.xml" ContentType="application/vnd.openxmlformats-officedocument.presentationml.slide+xml"/>
  <Override PartName="/ppt/slides/slide20.xml" ContentType="application/vnd.openxmlformats-officedocument.presentationml.slide+xml"/>
  <Override PartName="/ppt/slides/slide14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19.xml" ContentType="application/vnd.openxmlformats-officedocument.presentationml.slide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presentation.xml" ContentType="application/vnd.openxmlformats-officedocument.presentationml.presentation.main+xml"/>
  <Override PartName="/ppt/slideMasters/slideMaster5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Layouts/slideLayout172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Masters/slideMaster25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Layouts/slideLayout177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Masters/slideMaster51.xml" ContentType="application/vnd.openxmlformats-officedocument.presentationml.slideMaster+xml"/>
  <Override PartName="/ppt/slideLayouts/slideLayout46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Masters/slideMaster46.xml" ContentType="application/vnd.openxmlformats-officedocument.presentationml.slideMaster+xml"/>
  <Override PartName="/ppt/slideMasters/slideMaster47.xml" ContentType="application/vnd.openxmlformats-officedocument.presentationml.slideMaster+xml"/>
  <Override PartName="/ppt/slideMasters/slideMaster48.xml" ContentType="application/vnd.openxmlformats-officedocument.presentationml.slideMaster+xml"/>
  <Override PartName="/ppt/slideMasters/slideMaster49.xml" ContentType="application/vnd.openxmlformats-officedocument.presentationml.slideMaster+xml"/>
  <Override PartName="/ppt/slideMasters/slideMaster68.xml" ContentType="application/vnd.openxmlformats-officedocument.presentationml.slideMaster+xml"/>
  <Override PartName="/ppt/slideMasters/slideMaster45.xml" ContentType="application/vnd.openxmlformats-officedocument.presentationml.slideMaster+xml"/>
  <Override PartName="/ppt/slideMasters/slideMaster44.xml" ContentType="application/vnd.openxmlformats-officedocument.presentationml.slideMaster+xml"/>
  <Override PartName="/ppt/slideMasters/slideMaster43.xml" ContentType="application/vnd.openxmlformats-officedocument.presentationml.slideMaster+xml"/>
  <Override PartName="/ppt/slideMasters/slideMaster38.xml" ContentType="application/vnd.openxmlformats-officedocument.presentationml.slideMaster+xml"/>
  <Override PartName="/ppt/slideMasters/slideMaster39.xml" ContentType="application/vnd.openxmlformats-officedocument.presentationml.slideMaster+xml"/>
  <Override PartName="/ppt/slideMasters/slideMaster40.xml" ContentType="application/vnd.openxmlformats-officedocument.presentationml.slideMaster+xml"/>
  <Override PartName="/ppt/slideMasters/slideMaster41.xml" ContentType="application/vnd.openxmlformats-officedocument.presentationml.slideMaster+xml"/>
  <Override PartName="/ppt/slideMasters/slideMaster42.xml" ContentType="application/vnd.openxmlformats-officedocument.presentationml.slideMaster+xml"/>
  <Override PartName="/ppt/slideMasters/slideMaster67.xml" ContentType="application/vnd.openxmlformats-officedocument.presentationml.slideMaster+xml"/>
  <Override PartName="/ppt/slideMasters/slideMaster66.xml" ContentType="application/vnd.openxmlformats-officedocument.presentationml.slideMaster+xml"/>
  <Override PartName="/ppt/slideMasters/slideMaster65.xml" ContentType="application/vnd.openxmlformats-officedocument.presentationml.slideMaster+xml"/>
  <Override PartName="/ppt/slideMasters/slideMaster56.xml" ContentType="application/vnd.openxmlformats-officedocument.presentationml.slideMaster+xml"/>
  <Override PartName="/ppt/slideMasters/slideMaster55.xml" ContentType="application/vnd.openxmlformats-officedocument.presentationml.slideMaster+xml"/>
  <Override PartName="/ppt/slideMasters/slideMaster54.xml" ContentType="application/vnd.openxmlformats-officedocument.presentationml.slideMaster+xml"/>
  <Override PartName="/ppt/slideMasters/slideMaster53.xml" ContentType="application/vnd.openxmlformats-officedocument.presentationml.slideMaster+xml"/>
  <Override PartName="/ppt/slideMasters/slideMaster52.xml" ContentType="application/vnd.openxmlformats-officedocument.presentationml.slideMaster+xml"/>
  <Override PartName="/ppt/slideMasters/slideMaster57.xml" ContentType="application/vnd.openxmlformats-officedocument.presentationml.slideMaster+xml"/>
  <Override PartName="/ppt/slideMasters/slideMaster58.xml" ContentType="application/vnd.openxmlformats-officedocument.presentationml.slideMaster+xml"/>
  <Override PartName="/ppt/slideMasters/slideMaster59.xml" ContentType="application/vnd.openxmlformats-officedocument.presentationml.slideMaster+xml"/>
  <Override PartName="/ppt/slideMasters/slideMaster64.xml" ContentType="application/vnd.openxmlformats-officedocument.presentationml.slideMaster+xml"/>
  <Override PartName="/ppt/slideMasters/slideMaster63.xml" ContentType="application/vnd.openxmlformats-officedocument.presentationml.slideMaster+xml"/>
  <Override PartName="/ppt/slideMasters/slideMaster62.xml" ContentType="application/vnd.openxmlformats-officedocument.presentationml.slideMaster+xml"/>
  <Override PartName="/ppt/slideMasters/slideMaster61.xml" ContentType="application/vnd.openxmlformats-officedocument.presentationml.slideMaster+xml"/>
  <Override PartName="/ppt/slideMasters/slideMaster60.xml" ContentType="application/vnd.openxmlformats-officedocument.presentationml.slideMaster+xml"/>
  <Override PartName="/ppt/slideMasters/slideMaster37.xml" ContentType="application/vnd.openxmlformats-officedocument.presentationml.slideMaster+xml"/>
  <Override PartName="/ppt/slideMasters/slideMaster36.xml" ContentType="application/vnd.openxmlformats-officedocument.presentationml.slideMaster+xml"/>
  <Override PartName="/ppt/slideMasters/slideMaster35.xml" ContentType="application/vnd.openxmlformats-officedocument.presentationml.slideMaster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30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Masters/slideMaster32.xml" ContentType="application/vnd.openxmlformats-officedocument.presentationml.slideMaster+xml"/>
  <Override PartName="/ppt/slideMasters/slideMaster33.xml" ContentType="application/vnd.openxmlformats-officedocument.presentationml.slideMaster+xml"/>
  <Override PartName="/ppt/slideMasters/slideMaster34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91.xml" ContentType="application/vnd.openxmlformats-officedocument.presentationml.slideLayout+xml"/>
  <Override PartName="/ppt/theme/theme17.xml" ContentType="application/vnd.openxmlformats-officedocument.theme+xml"/>
  <Override PartName="/ppt/theme/theme28.xml" ContentType="application/vnd.openxmlformats-officedocument.theme+xml"/>
  <Override PartName="/ppt/theme/theme57.xml" ContentType="application/vnd.openxmlformats-officedocument.theme+xml"/>
  <Override PartName="/ppt/theme/theme62.xml" ContentType="application/vnd.openxmlformats-officedocument.theme+xml"/>
  <Override PartName="/ppt/theme/theme60.xml" ContentType="application/vnd.openxmlformats-officedocument.theme+xml"/>
  <Override PartName="/ppt/theme/theme35.xml" ContentType="application/vnd.openxmlformats-officedocument.theme+xml"/>
  <Override PartName="/ppt/theme/theme26.xml" ContentType="application/vnd.openxmlformats-officedocument.theme+xml"/>
  <Override PartName="/ppt/theme/theme1.xml" ContentType="application/vnd.openxmlformats-officedocument.theme+xml"/>
  <Override PartName="/ppt/theme/theme59.xml" ContentType="application/vnd.openxmlformats-officedocument.theme+xml"/>
  <Override PartName="/ppt/theme/theme27.xml" ContentType="application/vnd.openxmlformats-officedocument.theme+xml"/>
  <Override PartName="/ppt/theme/theme58.xml" ContentType="application/vnd.openxmlformats-officedocument.theme+xml"/>
  <Override PartName="/ppt/theme/theme61.xml" ContentType="application/vnd.openxmlformats-officedocument.theme+xml"/>
  <Override PartName="/ppt/theme/theme63.xml" ContentType="application/vnd.openxmlformats-officedocument.theme+xml"/>
  <Override PartName="/ppt/theme/theme64.xml" ContentType="application/vnd.openxmlformats-officedocument.theme+xml"/>
  <Override PartName="/ppt/theme/theme34.xml" ContentType="application/vnd.openxmlformats-officedocument.theme+xml"/>
  <Override PartName="/ppt/theme/theme68.xml" ContentType="application/vnd.openxmlformats-officedocument.theme+xml"/>
  <Override PartName="/ppt/theme/theme30.xml" ContentType="application/vnd.openxmlformats-officedocument.theme+xml"/>
  <Override PartName="/ppt/theme/theme65.xml" ContentType="application/vnd.openxmlformats-officedocument.theme+xml"/>
  <Override PartName="/ppt/theme/theme33.xml" ContentType="application/vnd.openxmlformats-officedocument.theme+xml"/>
  <Override PartName="/ppt/theme/theme66.xml" ContentType="application/vnd.openxmlformats-officedocument.theme+xml"/>
  <Override PartName="/ppt/theme/theme31.xml" ContentType="application/vnd.openxmlformats-officedocument.theme+xml"/>
  <Override PartName="/ppt/theme/theme67.xml" ContentType="application/vnd.openxmlformats-officedocument.theme+xml"/>
  <Override PartName="/ppt/theme/theme36.xml" ContentType="application/vnd.openxmlformats-officedocument.theme+xml"/>
  <Override PartName="/ppt/theme/theme29.xml" ContentType="application/vnd.openxmlformats-officedocument.theme+xml"/>
  <Override PartName="/ppt/theme/theme3.xml" ContentType="application/vnd.openxmlformats-officedocument.theme+xml"/>
  <Override PartName="/ppt/theme/theme49.xml" ContentType="application/vnd.openxmlformats-officedocument.theme+xml"/>
  <Override PartName="/ppt/theme/theme11.xml" ContentType="application/vnd.openxmlformats-officedocument.theme+xml"/>
  <Override PartName="/ppt/theme/theme20.xml" ContentType="application/vnd.openxmlformats-officedocument.theme+xml"/>
  <Override PartName="/ppt/theme/theme40.xml" ContentType="application/vnd.openxmlformats-officedocument.theme+xml"/>
  <Override PartName="/ppt/theme/theme10.xml" ContentType="application/vnd.openxmlformats-officedocument.theme+xml"/>
  <Override PartName="/ppt/theme/theme32.xml" ContentType="application/vnd.openxmlformats-officedocument.theme+xml"/>
  <Override PartName="/ppt/theme/theme9.xml" ContentType="application/vnd.openxmlformats-officedocument.theme+xml"/>
  <Override PartName="/ppt/theme/theme50.xml" ContentType="application/vnd.openxmlformats-officedocument.theme+xml"/>
  <Override PartName="/ppt/theme/theme21.xml" ContentType="application/vnd.openxmlformats-officedocument.theme+xml"/>
  <Override PartName="/ppt/theme/theme12.xml" ContentType="application/vnd.openxmlformats-officedocument.theme+xml"/>
  <Override PartName="/ppt/theme/theme48.xml" ContentType="application/vnd.openxmlformats-officedocument.theme+xml"/>
  <Override PartName="/ppt/theme/theme41.xml" ContentType="application/vnd.openxmlformats-officedocument.theme+xml"/>
  <Override PartName="/ppt/theme/theme45.xml" ContentType="application/vnd.openxmlformats-officedocument.theme+xml"/>
  <Override PartName="/ppt/theme/theme16.xml" ContentType="application/vnd.openxmlformats-officedocument.theme+xml"/>
  <Override PartName="/ppt/theme/theme44.xml" ContentType="application/vnd.openxmlformats-officedocument.theme+xml"/>
  <Override PartName="/ppt/theme/theme18.xml" ContentType="application/vnd.openxmlformats-officedocument.theme+xml"/>
  <Override PartName="/ppt/theme/theme15.xml" ContentType="application/vnd.openxmlformats-officedocument.theme+xml"/>
  <Override PartName="/ppt/theme/theme42.xml" ContentType="application/vnd.openxmlformats-officedocument.theme+xml"/>
  <Override PartName="/ppt/theme/theme19.xml" ContentType="application/vnd.openxmlformats-officedocument.theme+xml"/>
  <Override PartName="/ppt/theme/theme13.xml" ContentType="application/vnd.openxmlformats-officedocument.theme+xml"/>
  <Override PartName="/ppt/theme/theme47.xml" ContentType="application/vnd.openxmlformats-officedocument.theme+xml"/>
  <Override PartName="/ppt/theme/theme14.xml" ContentType="application/vnd.openxmlformats-officedocument.theme+xml"/>
  <Override PartName="/ppt/theme/theme46.xml" ContentType="application/vnd.openxmlformats-officedocument.theme+xml"/>
  <Override PartName="/ppt/theme/theme51.xml" ContentType="application/vnd.openxmlformats-officedocument.theme+xml"/>
  <Override PartName="/ppt/theme/theme2.xml" ContentType="application/vnd.openxmlformats-officedocument.theme+xml"/>
  <Override PartName="/ppt/theme/theme56.xml" ContentType="application/vnd.openxmlformats-officedocument.theme+xml"/>
  <Override PartName="/ppt/theme/theme25.xml" ContentType="application/vnd.openxmlformats-officedocument.theme+xml"/>
  <Override PartName="/ppt/theme/theme54.xml" ContentType="application/vnd.openxmlformats-officedocument.theme+xml"/>
  <Override PartName="/ppt/theme/theme24.xml" ContentType="application/vnd.openxmlformats-officedocument.theme+xml"/>
  <Override PartName="/ppt/theme/theme4.xml" ContentType="application/vnd.openxmlformats-officedocument.theme+xml"/>
  <Override PartName="/ppt/theme/theme37.xml" ContentType="application/vnd.openxmlformats-officedocument.theme+xml"/>
  <Override PartName="/ppt/theme/theme55.xml" ContentType="application/vnd.openxmlformats-officedocument.theme+xml"/>
  <Override PartName="/ppt/theme/theme43.xml" ContentType="application/vnd.openxmlformats-officedocument.theme+xml"/>
  <Override PartName="/ppt/theme/theme53.xml" ContentType="application/vnd.openxmlformats-officedocument.theme+xml"/>
  <Override PartName="/ppt/theme/theme5.xml" ContentType="application/vnd.openxmlformats-officedocument.theme+xml"/>
  <Override PartName="/ppt/theme/theme52.xml" ContentType="application/vnd.openxmlformats-officedocument.theme+xml"/>
  <Override PartName="/ppt/theme/theme22.xml" ContentType="application/vnd.openxmlformats-officedocument.theme+xml"/>
  <Override PartName="/ppt/theme/theme39.xml" ContentType="application/vnd.openxmlformats-officedocument.theme+xml"/>
  <Override PartName="/ppt/theme/theme8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38.xml" ContentType="application/vnd.openxmlformats-officedocument.theme+xml"/>
  <Override PartName="/ppt/theme/theme23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65" r:id="rId2"/>
    <p:sldMasterId id="2147483667" r:id="rId3"/>
    <p:sldMasterId id="2147483670" r:id="rId4"/>
    <p:sldMasterId id="2147483673" r:id="rId5"/>
    <p:sldMasterId id="2147483676" r:id="rId6"/>
    <p:sldMasterId id="2147483679" r:id="rId7"/>
    <p:sldMasterId id="2147483682" r:id="rId8"/>
    <p:sldMasterId id="2147483685" r:id="rId9"/>
    <p:sldMasterId id="2147483688" r:id="rId10"/>
    <p:sldMasterId id="2147483691" r:id="rId11"/>
    <p:sldMasterId id="2147483694" r:id="rId12"/>
    <p:sldMasterId id="2147483697" r:id="rId13"/>
    <p:sldMasterId id="2147483700" r:id="rId14"/>
    <p:sldMasterId id="2147483703" r:id="rId15"/>
    <p:sldMasterId id="2147483706" r:id="rId16"/>
    <p:sldMasterId id="2147483709" r:id="rId17"/>
    <p:sldMasterId id="2147483712" r:id="rId18"/>
    <p:sldMasterId id="2147483715" r:id="rId19"/>
    <p:sldMasterId id="2147483718" r:id="rId20"/>
    <p:sldMasterId id="2147483723" r:id="rId21"/>
    <p:sldMasterId id="2147483726" r:id="rId22"/>
    <p:sldMasterId id="2147483729" r:id="rId23"/>
    <p:sldMasterId id="2147483732" r:id="rId24"/>
    <p:sldMasterId id="2147483735" r:id="rId25"/>
    <p:sldMasterId id="2147483738" r:id="rId26"/>
    <p:sldMasterId id="2147483741" r:id="rId27"/>
    <p:sldMasterId id="2147483744" r:id="rId28"/>
    <p:sldMasterId id="2147483750" r:id="rId29"/>
    <p:sldMasterId id="2147483753" r:id="rId30"/>
    <p:sldMasterId id="2147483756" r:id="rId31"/>
    <p:sldMasterId id="2147483759" r:id="rId32"/>
    <p:sldMasterId id="2147483762" r:id="rId33"/>
    <p:sldMasterId id="2147483776" r:id="rId34"/>
    <p:sldMasterId id="2147483779" r:id="rId35"/>
    <p:sldMasterId id="2147483782" r:id="rId36"/>
    <p:sldMasterId id="2147483788" r:id="rId37"/>
    <p:sldMasterId id="2147483791" r:id="rId38"/>
    <p:sldMasterId id="2147483794" r:id="rId39"/>
    <p:sldMasterId id="2147483797" r:id="rId40"/>
    <p:sldMasterId id="2147483800" r:id="rId41"/>
    <p:sldMasterId id="2147483803" r:id="rId42"/>
    <p:sldMasterId id="2147483806" r:id="rId43"/>
    <p:sldMasterId id="2147483809" r:id="rId44"/>
    <p:sldMasterId id="2147483812" r:id="rId45"/>
    <p:sldMasterId id="2147483815" r:id="rId46"/>
    <p:sldMasterId id="2147483818" r:id="rId47"/>
    <p:sldMasterId id="2147483821" r:id="rId48"/>
    <p:sldMasterId id="2147483824" r:id="rId49"/>
    <p:sldMasterId id="2147483827" r:id="rId50"/>
    <p:sldMasterId id="2147483887" r:id="rId51"/>
    <p:sldMasterId id="2147483890" r:id="rId52"/>
    <p:sldMasterId id="2147483893" r:id="rId53"/>
    <p:sldMasterId id="2147483898" r:id="rId54"/>
    <p:sldMasterId id="2147483901" r:id="rId55"/>
    <p:sldMasterId id="2147483904" r:id="rId56"/>
    <p:sldMasterId id="2147483907" r:id="rId57"/>
    <p:sldMasterId id="2147483910" r:id="rId58"/>
    <p:sldMasterId id="2147483913" r:id="rId59"/>
    <p:sldMasterId id="2147483916" r:id="rId60"/>
    <p:sldMasterId id="2147483919" r:id="rId61"/>
    <p:sldMasterId id="2147483922" r:id="rId62"/>
    <p:sldMasterId id="2147483925" r:id="rId63"/>
    <p:sldMasterId id="2147483928" r:id="rId64"/>
    <p:sldMasterId id="2147483931" r:id="rId65"/>
    <p:sldMasterId id="2147483934" r:id="rId66"/>
    <p:sldMasterId id="2147483937" r:id="rId67"/>
    <p:sldMasterId id="2147483943" r:id="rId68"/>
  </p:sldMasterIdLst>
  <p:sldIdLst>
    <p:sldId id="256" r:id="rId69"/>
    <p:sldId id="259" r:id="rId70"/>
    <p:sldId id="296" r:id="rId71"/>
    <p:sldId id="297" r:id="rId72"/>
    <p:sldId id="298" r:id="rId73"/>
    <p:sldId id="299" r:id="rId74"/>
    <p:sldId id="301" r:id="rId75"/>
    <p:sldId id="316" r:id="rId76"/>
    <p:sldId id="303" r:id="rId77"/>
    <p:sldId id="304" r:id="rId78"/>
    <p:sldId id="305" r:id="rId79"/>
    <p:sldId id="302" r:id="rId80"/>
    <p:sldId id="308" r:id="rId81"/>
    <p:sldId id="307" r:id="rId82"/>
    <p:sldId id="309" r:id="rId83"/>
    <p:sldId id="310" r:id="rId84"/>
    <p:sldId id="300" r:id="rId85"/>
    <p:sldId id="311" r:id="rId86"/>
    <p:sldId id="314" r:id="rId87"/>
    <p:sldId id="315" r:id="rId88"/>
    <p:sldId id="312" r:id="rId89"/>
    <p:sldId id="313" r:id="rId90"/>
    <p:sldId id="291" r:id="rId91"/>
  </p:sldIdLst>
  <p:sldSz cx="9144000" cy="5715000" type="screen16x1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1pPr>
    <a:lvl2pPr marL="457200" algn="l" defTabSz="457200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2pPr>
    <a:lvl3pPr marL="914400" algn="l" defTabSz="457200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3pPr>
    <a:lvl4pPr marL="1371600" algn="l" defTabSz="457200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4pPr>
    <a:lvl5pPr marL="1828800" algn="l" defTabSz="457200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sz="2400"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sz="2400"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sz="2400"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sz="2400"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180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0" d="100"/>
          <a:sy n="80" d="100"/>
        </p:scale>
        <p:origin x="-2274" y="-288"/>
      </p:cViewPr>
      <p:guideLst>
        <p:guide orient="horz" pos="180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Master" Target="slideMasters/slideMaster26.xml"/><Relationship Id="rId21" Type="http://schemas.openxmlformats.org/officeDocument/2006/relationships/slideMaster" Target="slideMasters/slideMaster21.xml"/><Relationship Id="rId42" Type="http://schemas.openxmlformats.org/officeDocument/2006/relationships/slideMaster" Target="slideMasters/slideMaster42.xml"/><Relationship Id="rId47" Type="http://schemas.openxmlformats.org/officeDocument/2006/relationships/slideMaster" Target="slideMasters/slideMaster47.xml"/><Relationship Id="rId63" Type="http://schemas.openxmlformats.org/officeDocument/2006/relationships/slideMaster" Target="slideMasters/slideMaster63.xml"/><Relationship Id="rId68" Type="http://schemas.openxmlformats.org/officeDocument/2006/relationships/slideMaster" Target="slideMasters/slideMaster68.xml"/><Relationship Id="rId84" Type="http://schemas.openxmlformats.org/officeDocument/2006/relationships/slide" Target="slides/slide16.xml"/><Relationship Id="rId89" Type="http://schemas.openxmlformats.org/officeDocument/2006/relationships/slide" Target="slides/slide21.xml"/><Relationship Id="rId16" Type="http://schemas.openxmlformats.org/officeDocument/2006/relationships/slideMaster" Target="slideMasters/slideMaster16.xml"/><Relationship Id="rId11" Type="http://schemas.openxmlformats.org/officeDocument/2006/relationships/slideMaster" Target="slideMasters/slideMaster11.xml"/><Relationship Id="rId32" Type="http://schemas.openxmlformats.org/officeDocument/2006/relationships/slideMaster" Target="slideMasters/slideMaster32.xml"/><Relationship Id="rId37" Type="http://schemas.openxmlformats.org/officeDocument/2006/relationships/slideMaster" Target="slideMasters/slideMaster37.xml"/><Relationship Id="rId53" Type="http://schemas.openxmlformats.org/officeDocument/2006/relationships/slideMaster" Target="slideMasters/slideMaster53.xml"/><Relationship Id="rId58" Type="http://schemas.openxmlformats.org/officeDocument/2006/relationships/slideMaster" Target="slideMasters/slideMaster58.xml"/><Relationship Id="rId74" Type="http://schemas.openxmlformats.org/officeDocument/2006/relationships/slide" Target="slides/slide6.xml"/><Relationship Id="rId79" Type="http://schemas.openxmlformats.org/officeDocument/2006/relationships/slide" Target="slides/slide11.xml"/><Relationship Id="rId5" Type="http://schemas.openxmlformats.org/officeDocument/2006/relationships/slideMaster" Target="slideMasters/slideMaster5.xml"/><Relationship Id="rId90" Type="http://schemas.openxmlformats.org/officeDocument/2006/relationships/slide" Target="slides/slide22.xml"/><Relationship Id="rId95" Type="http://schemas.openxmlformats.org/officeDocument/2006/relationships/tableStyles" Target="tableStyles.xml"/><Relationship Id="rId22" Type="http://schemas.openxmlformats.org/officeDocument/2006/relationships/slideMaster" Target="slideMasters/slideMaster22.xml"/><Relationship Id="rId27" Type="http://schemas.openxmlformats.org/officeDocument/2006/relationships/slideMaster" Target="slideMasters/slideMaster27.xml"/><Relationship Id="rId43" Type="http://schemas.openxmlformats.org/officeDocument/2006/relationships/slideMaster" Target="slideMasters/slideMaster43.xml"/><Relationship Id="rId48" Type="http://schemas.openxmlformats.org/officeDocument/2006/relationships/slideMaster" Target="slideMasters/slideMaster48.xml"/><Relationship Id="rId64" Type="http://schemas.openxmlformats.org/officeDocument/2006/relationships/slideMaster" Target="slideMasters/slideMaster64.xml"/><Relationship Id="rId69" Type="http://schemas.openxmlformats.org/officeDocument/2006/relationships/slide" Target="slides/slide1.xml"/><Relationship Id="rId80" Type="http://schemas.openxmlformats.org/officeDocument/2006/relationships/slide" Target="slides/slide12.xml"/><Relationship Id="rId85" Type="http://schemas.openxmlformats.org/officeDocument/2006/relationships/slide" Target="slides/slide17.xml"/><Relationship Id="rId3" Type="http://schemas.openxmlformats.org/officeDocument/2006/relationships/slideMaster" Target="slideMasters/slideMaster3.xml"/><Relationship Id="rId12" Type="http://schemas.openxmlformats.org/officeDocument/2006/relationships/slideMaster" Target="slideMasters/slideMaster12.xml"/><Relationship Id="rId17" Type="http://schemas.openxmlformats.org/officeDocument/2006/relationships/slideMaster" Target="slideMasters/slideMaster17.xml"/><Relationship Id="rId25" Type="http://schemas.openxmlformats.org/officeDocument/2006/relationships/slideMaster" Target="slideMasters/slideMaster25.xml"/><Relationship Id="rId33" Type="http://schemas.openxmlformats.org/officeDocument/2006/relationships/slideMaster" Target="slideMasters/slideMaster33.xml"/><Relationship Id="rId38" Type="http://schemas.openxmlformats.org/officeDocument/2006/relationships/slideMaster" Target="slideMasters/slideMaster38.xml"/><Relationship Id="rId46" Type="http://schemas.openxmlformats.org/officeDocument/2006/relationships/slideMaster" Target="slideMasters/slideMaster46.xml"/><Relationship Id="rId59" Type="http://schemas.openxmlformats.org/officeDocument/2006/relationships/slideMaster" Target="slideMasters/slideMaster59.xml"/><Relationship Id="rId67" Type="http://schemas.openxmlformats.org/officeDocument/2006/relationships/slideMaster" Target="slideMasters/slideMaster67.xml"/><Relationship Id="rId20" Type="http://schemas.openxmlformats.org/officeDocument/2006/relationships/slideMaster" Target="slideMasters/slideMaster20.xml"/><Relationship Id="rId41" Type="http://schemas.openxmlformats.org/officeDocument/2006/relationships/slideMaster" Target="slideMasters/slideMaster41.xml"/><Relationship Id="rId54" Type="http://schemas.openxmlformats.org/officeDocument/2006/relationships/slideMaster" Target="slideMasters/slideMaster54.xml"/><Relationship Id="rId62" Type="http://schemas.openxmlformats.org/officeDocument/2006/relationships/slideMaster" Target="slideMasters/slideMaster62.xml"/><Relationship Id="rId70" Type="http://schemas.openxmlformats.org/officeDocument/2006/relationships/slide" Target="slides/slide2.xml"/><Relationship Id="rId75" Type="http://schemas.openxmlformats.org/officeDocument/2006/relationships/slide" Target="slides/slide7.xml"/><Relationship Id="rId83" Type="http://schemas.openxmlformats.org/officeDocument/2006/relationships/slide" Target="slides/slide15.xml"/><Relationship Id="rId88" Type="http://schemas.openxmlformats.org/officeDocument/2006/relationships/slide" Target="slides/slide20.xml"/><Relationship Id="rId91" Type="http://schemas.openxmlformats.org/officeDocument/2006/relationships/slide" Target="slides/slide23.xml"/><Relationship Id="rId96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Master" Target="slideMasters/slideMaster15.xml"/><Relationship Id="rId23" Type="http://schemas.openxmlformats.org/officeDocument/2006/relationships/slideMaster" Target="slideMasters/slideMaster23.xml"/><Relationship Id="rId28" Type="http://schemas.openxmlformats.org/officeDocument/2006/relationships/slideMaster" Target="slideMasters/slideMaster28.xml"/><Relationship Id="rId36" Type="http://schemas.openxmlformats.org/officeDocument/2006/relationships/slideMaster" Target="slideMasters/slideMaster36.xml"/><Relationship Id="rId49" Type="http://schemas.openxmlformats.org/officeDocument/2006/relationships/slideMaster" Target="slideMasters/slideMaster49.xml"/><Relationship Id="rId57" Type="http://schemas.openxmlformats.org/officeDocument/2006/relationships/slideMaster" Target="slideMasters/slideMaster57.xml"/><Relationship Id="rId10" Type="http://schemas.openxmlformats.org/officeDocument/2006/relationships/slideMaster" Target="slideMasters/slideMaster10.xml"/><Relationship Id="rId31" Type="http://schemas.openxmlformats.org/officeDocument/2006/relationships/slideMaster" Target="slideMasters/slideMaster31.xml"/><Relationship Id="rId44" Type="http://schemas.openxmlformats.org/officeDocument/2006/relationships/slideMaster" Target="slideMasters/slideMaster44.xml"/><Relationship Id="rId52" Type="http://schemas.openxmlformats.org/officeDocument/2006/relationships/slideMaster" Target="slideMasters/slideMaster52.xml"/><Relationship Id="rId60" Type="http://schemas.openxmlformats.org/officeDocument/2006/relationships/slideMaster" Target="slideMasters/slideMaster60.xml"/><Relationship Id="rId65" Type="http://schemas.openxmlformats.org/officeDocument/2006/relationships/slideMaster" Target="slideMasters/slideMaster65.xml"/><Relationship Id="rId73" Type="http://schemas.openxmlformats.org/officeDocument/2006/relationships/slide" Target="slides/slide5.xml"/><Relationship Id="rId78" Type="http://schemas.openxmlformats.org/officeDocument/2006/relationships/slide" Target="slides/slide10.xml"/><Relationship Id="rId81" Type="http://schemas.openxmlformats.org/officeDocument/2006/relationships/slide" Target="slides/slide13.xml"/><Relationship Id="rId86" Type="http://schemas.openxmlformats.org/officeDocument/2006/relationships/slide" Target="slides/slide18.xml"/><Relationship Id="rId94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3" Type="http://schemas.openxmlformats.org/officeDocument/2006/relationships/slideMaster" Target="slideMasters/slideMaster13.xml"/><Relationship Id="rId18" Type="http://schemas.openxmlformats.org/officeDocument/2006/relationships/slideMaster" Target="slideMasters/slideMaster18.xml"/><Relationship Id="rId39" Type="http://schemas.openxmlformats.org/officeDocument/2006/relationships/slideMaster" Target="slideMasters/slideMaster39.xml"/><Relationship Id="rId34" Type="http://schemas.openxmlformats.org/officeDocument/2006/relationships/slideMaster" Target="slideMasters/slideMaster34.xml"/><Relationship Id="rId50" Type="http://schemas.openxmlformats.org/officeDocument/2006/relationships/slideMaster" Target="slideMasters/slideMaster50.xml"/><Relationship Id="rId55" Type="http://schemas.openxmlformats.org/officeDocument/2006/relationships/slideMaster" Target="slideMasters/slideMaster55.xml"/><Relationship Id="rId76" Type="http://schemas.openxmlformats.org/officeDocument/2006/relationships/slide" Target="slides/slide8.xml"/><Relationship Id="rId97" Type="http://schemas.openxmlformats.org/officeDocument/2006/relationships/customXml" Target="../customXml/item2.xml"/><Relationship Id="rId7" Type="http://schemas.openxmlformats.org/officeDocument/2006/relationships/slideMaster" Target="slideMasters/slideMaster7.xml"/><Relationship Id="rId71" Type="http://schemas.openxmlformats.org/officeDocument/2006/relationships/slide" Target="slides/slide3.xml"/><Relationship Id="rId9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29" Type="http://schemas.openxmlformats.org/officeDocument/2006/relationships/slideMaster" Target="slideMasters/slideMaster29.xml"/><Relationship Id="rId24" Type="http://schemas.openxmlformats.org/officeDocument/2006/relationships/slideMaster" Target="slideMasters/slideMaster24.xml"/><Relationship Id="rId40" Type="http://schemas.openxmlformats.org/officeDocument/2006/relationships/slideMaster" Target="slideMasters/slideMaster40.xml"/><Relationship Id="rId45" Type="http://schemas.openxmlformats.org/officeDocument/2006/relationships/slideMaster" Target="slideMasters/slideMaster45.xml"/><Relationship Id="rId66" Type="http://schemas.openxmlformats.org/officeDocument/2006/relationships/slideMaster" Target="slideMasters/slideMaster66.xml"/><Relationship Id="rId87" Type="http://schemas.openxmlformats.org/officeDocument/2006/relationships/slide" Target="slides/slide19.xml"/><Relationship Id="rId61" Type="http://schemas.openxmlformats.org/officeDocument/2006/relationships/slideMaster" Target="slideMasters/slideMaster61.xml"/><Relationship Id="rId82" Type="http://schemas.openxmlformats.org/officeDocument/2006/relationships/slide" Target="slides/slide14.xml"/><Relationship Id="rId19" Type="http://schemas.openxmlformats.org/officeDocument/2006/relationships/slideMaster" Target="slideMasters/slideMaster19.xml"/><Relationship Id="rId14" Type="http://schemas.openxmlformats.org/officeDocument/2006/relationships/slideMaster" Target="slideMasters/slideMaster14.xml"/><Relationship Id="rId30" Type="http://schemas.openxmlformats.org/officeDocument/2006/relationships/slideMaster" Target="slideMasters/slideMaster30.xml"/><Relationship Id="rId35" Type="http://schemas.openxmlformats.org/officeDocument/2006/relationships/slideMaster" Target="slideMasters/slideMaster35.xml"/><Relationship Id="rId56" Type="http://schemas.openxmlformats.org/officeDocument/2006/relationships/slideMaster" Target="slideMasters/slideMaster56.xml"/><Relationship Id="rId77" Type="http://schemas.openxmlformats.org/officeDocument/2006/relationships/slide" Target="slides/slide9.xml"/><Relationship Id="rId8" Type="http://schemas.openxmlformats.org/officeDocument/2006/relationships/slideMaster" Target="slideMasters/slideMaster8.xml"/><Relationship Id="rId51" Type="http://schemas.openxmlformats.org/officeDocument/2006/relationships/slideMaster" Target="slideMasters/slideMaster51.xml"/><Relationship Id="rId72" Type="http://schemas.openxmlformats.org/officeDocument/2006/relationships/slide" Target="slides/slide4.xml"/><Relationship Id="rId93" Type="http://schemas.openxmlformats.org/officeDocument/2006/relationships/viewProps" Target="viewProps.xml"/><Relationship Id="rId98" Type="http://schemas.openxmlformats.org/officeDocument/2006/relationships/customXml" Target="../customXml/item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6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4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4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5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5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6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6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7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7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8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8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9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9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0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0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1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1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2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2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2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3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3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3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3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4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4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5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5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6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6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7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7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8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8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9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9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0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0.xml"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1.xml"/></Relationships>
</file>

<file path=ppt/slideLayouts/_rels/slideLayout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1.xml"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2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2.xml"/></Relationships>
</file>

<file path=ppt/slideLayouts/_rels/slideLayout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3.xml"/></Relationships>
</file>

<file path=ppt/slideLayouts/_rels/slideLayout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3.xml"/></Relationships>
</file>

<file path=ppt/slideLayouts/_rels/slideLayout1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4.xml"/></Relationships>
</file>

<file path=ppt/slideLayouts/_rels/slideLayout1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4.xml"/></Relationships>
</file>

<file path=ppt/slideLayouts/_rels/slideLayout1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5.xml"/></Relationships>
</file>

<file path=ppt/slideLayouts/_rels/slideLayout1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5.xml"/></Relationships>
</file>

<file path=ppt/slideLayouts/_rels/slideLayout1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6.xml"/></Relationships>
</file>

<file path=ppt/slideLayouts/_rels/slideLayout1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6.xml"/></Relationships>
</file>

<file path=ppt/slideLayouts/_rels/slideLayout1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7.xml"/></Relationships>
</file>

<file path=ppt/slideLayouts/_rels/slideLayout1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7.xml"/></Relationships>
</file>

<file path=ppt/slideLayouts/_rels/slideLayout1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8.xml"/></Relationships>
</file>

<file path=ppt/slideLayouts/_rels/slideLayout1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8.xml"/></Relationships>
</file>

<file path=ppt/slideLayouts/_rels/slideLayout1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8.xml"/></Relationships>
</file>

<file path=ppt/slideLayouts/_rels/slideLayout1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8.xml"/></Relationships>
</file>

<file path=ppt/slideLayouts/_rels/slideLayout1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8.xml"/></Relationships>
</file>

<file path=ppt/slideLayouts/_rels/slideLayout1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8.xml"/></Relationships>
</file>

<file path=ppt/slideLayouts/_rels/slideLayout1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68.xml"/></Relationships>
</file>

<file path=ppt/slideLayouts/_rels/slideLayout1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8.xml"/></Relationships>
</file>

<file path=ppt/slideLayouts/_rels/slideLayout1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8.xml"/></Relationships>
</file>

<file path=ppt/slideLayouts/_rels/slideLayout1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8.xml"/></Relationships>
</file>

<file path=ppt/slideLayouts/_rels/slideLayout1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8.xml"/></Relationships>
</file>

<file path=ppt/slideLayouts/_rels/slideLayout1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8.xml"/></Relationships>
</file>

<file path=ppt/slideLayouts/_rels/slideLayout1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6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825008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Answ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hlinkClick r:id="" action="ppaction://hlinkshowjump?jump=lastslideviewed"/>
          </p:cNvPr>
          <p:cNvSpPr/>
          <p:nvPr/>
        </p:nvSpPr>
        <p:spPr>
          <a:xfrm>
            <a:off x="8869913" y="5440520"/>
            <a:ext cx="207552" cy="212491"/>
          </a:xfrm>
          <a:prstGeom prst="ellipse">
            <a:avLst/>
          </a:prstGeom>
          <a:solidFill>
            <a:srgbClr val="FCD462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</p:spTree>
    <p:extLst>
      <p:ext uri="{BB962C8B-B14F-4D97-AF65-F5344CB8AC3E}">
        <p14:creationId xmlns:p14="http://schemas.microsoft.com/office/powerpoint/2010/main" val="34791445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&amp;T 13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6841" y="89571"/>
            <a:ext cx="8929687" cy="1329842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500"/>
          </a:p>
        </p:txBody>
      </p:sp>
      <p:sp>
        <p:nvSpPr>
          <p:cNvPr id="3" name="Oval 2">
            <a:hlinkClick r:id="" action="ppaction://hlinkshowjump?jump=lastslide"/>
          </p:cNvPr>
          <p:cNvSpPr/>
          <p:nvPr/>
        </p:nvSpPr>
        <p:spPr>
          <a:xfrm>
            <a:off x="8871077" y="5449858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</p:spTree>
    <p:extLst>
      <p:ext uri="{BB962C8B-B14F-4D97-AF65-F5344CB8AC3E}">
        <p14:creationId xmlns:p14="http://schemas.microsoft.com/office/powerpoint/2010/main" val="22978913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&amp;T 13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/>
        </p:nvSpPr>
        <p:spPr>
          <a:xfrm>
            <a:off x="96841" y="89571"/>
            <a:ext cx="8929687" cy="1329842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500"/>
          </a:p>
        </p:txBody>
      </p:sp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58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</p:spTree>
    <p:extLst>
      <p:ext uri="{BB962C8B-B14F-4D97-AF65-F5344CB8AC3E}">
        <p14:creationId xmlns:p14="http://schemas.microsoft.com/office/powerpoint/2010/main" val="35266670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No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04561" y="52330"/>
            <a:ext cx="8929687" cy="1040646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  <p:pic>
        <p:nvPicPr>
          <p:cNvPr id="3" name="Picture 2" descr="wide 14b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44828"/>
            <a:ext cx="9144000" cy="4585567"/>
          </a:xfrm>
          <a:prstGeom prst="rect">
            <a:avLst/>
          </a:prstGeom>
        </p:spPr>
      </p:pic>
      <p:sp>
        <p:nvSpPr>
          <p:cNvPr id="4" name="Oval 3">
            <a:hlinkClick r:id="" action="ppaction://hlinkshowjump?jump=lastslide"/>
          </p:cNvPr>
          <p:cNvSpPr/>
          <p:nvPr/>
        </p:nvSpPr>
        <p:spPr>
          <a:xfrm>
            <a:off x="8878774" y="5449867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/>
          <p:cNvSpPr/>
          <p:nvPr/>
        </p:nvSpPr>
        <p:spPr>
          <a:xfrm>
            <a:off x="88199" y="52329"/>
            <a:ext cx="2222608" cy="1032463"/>
          </a:xfrm>
          <a:prstGeom prst="roundRect">
            <a:avLst>
              <a:gd name="adj" fmla="val 5362"/>
            </a:avLst>
          </a:prstGeom>
          <a:solidFill>
            <a:srgbClr val="5183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356829" y="299860"/>
            <a:ext cx="17334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Chalkboard"/>
                <a:cs typeface="Chalkboard"/>
              </a:rPr>
              <a:t>Notes</a:t>
            </a:r>
            <a:r>
              <a:rPr lang="mr-IN" sz="2800" b="1" dirty="0">
                <a:solidFill>
                  <a:schemeClr val="bg1"/>
                </a:solidFill>
                <a:latin typeface="Chalkboard"/>
                <a:cs typeface="Chalkboard"/>
              </a:rPr>
              <a:t>…</a:t>
            </a:r>
            <a:endParaRPr lang="en-US" sz="2800" b="1" dirty="0">
              <a:solidFill>
                <a:schemeClr val="bg1"/>
              </a:solidFill>
              <a:latin typeface="Chalkboard"/>
              <a:cs typeface="Chalkboard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2158409" y="53150"/>
            <a:ext cx="6875827" cy="1040646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1751338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&amp;T 12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/>
          <p:cNvSpPr/>
          <p:nvPr userDrawn="1"/>
        </p:nvSpPr>
        <p:spPr>
          <a:xfrm>
            <a:off x="96841" y="89571"/>
            <a:ext cx="8929687" cy="1647341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500"/>
          </a:p>
        </p:txBody>
      </p:sp>
    </p:spTree>
    <p:extLst>
      <p:ext uri="{BB962C8B-B14F-4D97-AF65-F5344CB8AC3E}">
        <p14:creationId xmlns:p14="http://schemas.microsoft.com/office/powerpoint/2010/main" val="30484257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No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751338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321787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sw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hlinkClick r:id="" action="ppaction://hlinkshowjump?jump=lastslideviewed"/>
          </p:cNvPr>
          <p:cNvSpPr/>
          <p:nvPr userDrawn="1"/>
        </p:nvSpPr>
        <p:spPr>
          <a:xfrm>
            <a:off x="8869913" y="5440520"/>
            <a:ext cx="207552" cy="212491"/>
          </a:xfrm>
          <a:prstGeom prst="ellipse">
            <a:avLst/>
          </a:prstGeom>
          <a:solidFill>
            <a:srgbClr val="FCD462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7697534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154038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&amp;T Grid 13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321287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&amp;T 13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/>
        </p:nvSpPr>
        <p:spPr>
          <a:xfrm>
            <a:off x="96843" y="89571"/>
            <a:ext cx="8929687" cy="1329842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500"/>
          </a:p>
        </p:txBody>
      </p:sp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59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19606244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No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751338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214771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 userDrawn="1"/>
        </p:nvSpPr>
        <p:spPr>
          <a:xfrm>
            <a:off x="104544" y="52326"/>
            <a:ext cx="8929687" cy="1040645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500"/>
          </a:p>
        </p:txBody>
      </p:sp>
    </p:spTree>
    <p:extLst>
      <p:ext uri="{BB962C8B-B14F-4D97-AF65-F5344CB8AC3E}">
        <p14:creationId xmlns:p14="http://schemas.microsoft.com/office/powerpoint/2010/main" val="18164909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No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7513381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7683480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 userDrawn="1"/>
        </p:nvSpPr>
        <p:spPr>
          <a:xfrm>
            <a:off x="96847" y="52325"/>
            <a:ext cx="8929687" cy="2010463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500"/>
          </a:p>
        </p:txBody>
      </p:sp>
    </p:spTree>
    <p:extLst>
      <p:ext uri="{BB962C8B-B14F-4D97-AF65-F5344CB8AC3E}">
        <p14:creationId xmlns:p14="http://schemas.microsoft.com/office/powerpoint/2010/main" val="332165510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val 7">
            <a:hlinkClick r:id="" action="ppaction://hlinkshowjump?jump=lastslide"/>
          </p:cNvPr>
          <p:cNvSpPr/>
          <p:nvPr userDrawn="1"/>
        </p:nvSpPr>
        <p:spPr>
          <a:xfrm>
            <a:off x="8871077" y="5449860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38415929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val 7">
            <a:hlinkClick r:id="" action="ppaction://hlinkshowjump?jump=lastslide"/>
          </p:cNvPr>
          <p:cNvSpPr/>
          <p:nvPr userDrawn="1"/>
        </p:nvSpPr>
        <p:spPr>
          <a:xfrm>
            <a:off x="8871077" y="5449860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3" name="Rounded Rectangle 2"/>
          <p:cNvSpPr/>
          <p:nvPr userDrawn="1"/>
        </p:nvSpPr>
        <p:spPr>
          <a:xfrm>
            <a:off x="96847" y="52326"/>
            <a:ext cx="8929687" cy="2657637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500"/>
          </a:p>
        </p:txBody>
      </p:sp>
    </p:spTree>
    <p:extLst>
      <p:ext uri="{BB962C8B-B14F-4D97-AF65-F5344CB8AC3E}">
        <p14:creationId xmlns:p14="http://schemas.microsoft.com/office/powerpoint/2010/main" val="92083518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6642994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3969524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 userDrawn="1"/>
        </p:nvSpPr>
        <p:spPr>
          <a:xfrm>
            <a:off x="96847" y="56527"/>
            <a:ext cx="8929687" cy="2988643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500"/>
          </a:p>
        </p:txBody>
      </p:sp>
    </p:spTree>
    <p:extLst>
      <p:ext uri="{BB962C8B-B14F-4D97-AF65-F5344CB8AC3E}">
        <p14:creationId xmlns:p14="http://schemas.microsoft.com/office/powerpoint/2010/main" val="348908092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9393961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No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7513381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4053035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&amp;T 12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/>
          <p:cNvSpPr/>
          <p:nvPr userDrawn="1"/>
        </p:nvSpPr>
        <p:spPr>
          <a:xfrm>
            <a:off x="96847" y="89574"/>
            <a:ext cx="8929687" cy="1647341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500"/>
          </a:p>
        </p:txBody>
      </p:sp>
    </p:spTree>
    <p:extLst>
      <p:ext uri="{BB962C8B-B14F-4D97-AF65-F5344CB8AC3E}">
        <p14:creationId xmlns:p14="http://schemas.microsoft.com/office/powerpoint/2010/main" val="350180533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7202847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0500596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 userDrawn="1"/>
        </p:nvSpPr>
        <p:spPr>
          <a:xfrm>
            <a:off x="96847" y="61559"/>
            <a:ext cx="8929687" cy="2319692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500"/>
          </a:p>
        </p:txBody>
      </p:sp>
    </p:spTree>
    <p:extLst>
      <p:ext uri="{BB962C8B-B14F-4D97-AF65-F5344CB8AC3E}">
        <p14:creationId xmlns:p14="http://schemas.microsoft.com/office/powerpoint/2010/main" val="5424882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1124576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244585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 userDrawn="1"/>
        </p:nvSpPr>
        <p:spPr>
          <a:xfrm>
            <a:off x="96847" y="47290"/>
            <a:ext cx="8929687" cy="1203826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500"/>
          </a:p>
        </p:txBody>
      </p:sp>
    </p:spTree>
    <p:extLst>
      <p:ext uri="{BB962C8B-B14F-4D97-AF65-F5344CB8AC3E}">
        <p14:creationId xmlns:p14="http://schemas.microsoft.com/office/powerpoint/2010/main" val="401270361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&amp;T Grid 13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4739135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&amp;T 13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/>
        </p:nvSpPr>
        <p:spPr>
          <a:xfrm>
            <a:off x="96843" y="89571"/>
            <a:ext cx="8929687" cy="1329842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500"/>
          </a:p>
        </p:txBody>
      </p:sp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59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347444223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val 7">
            <a:hlinkClick r:id="" action="ppaction://hlinkshowjump?jump=lastslide"/>
          </p:cNvPr>
          <p:cNvSpPr/>
          <p:nvPr userDrawn="1"/>
        </p:nvSpPr>
        <p:spPr>
          <a:xfrm>
            <a:off x="8871077" y="5449860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35505539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val 7">
            <a:hlinkClick r:id="" action="ppaction://hlinkshowjump?jump=lastslide"/>
          </p:cNvPr>
          <p:cNvSpPr/>
          <p:nvPr userDrawn="1"/>
        </p:nvSpPr>
        <p:spPr>
          <a:xfrm>
            <a:off x="8871077" y="5449860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3" name="Rounded Rectangle 2"/>
          <p:cNvSpPr/>
          <p:nvPr userDrawn="1"/>
        </p:nvSpPr>
        <p:spPr>
          <a:xfrm>
            <a:off x="96847" y="52326"/>
            <a:ext cx="8929687" cy="2657637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500"/>
          </a:p>
        </p:txBody>
      </p:sp>
    </p:spTree>
    <p:extLst>
      <p:ext uri="{BB962C8B-B14F-4D97-AF65-F5344CB8AC3E}">
        <p14:creationId xmlns:p14="http://schemas.microsoft.com/office/powerpoint/2010/main" val="188056946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7982055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062839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 userDrawn="1"/>
        </p:nvSpPr>
        <p:spPr>
          <a:xfrm>
            <a:off x="96847" y="56527"/>
            <a:ext cx="8929687" cy="2988643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500"/>
          </a:p>
        </p:txBody>
      </p:sp>
    </p:spTree>
    <p:extLst>
      <p:ext uri="{BB962C8B-B14F-4D97-AF65-F5344CB8AC3E}">
        <p14:creationId xmlns:p14="http://schemas.microsoft.com/office/powerpoint/2010/main" val="9159438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3309607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1359621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&amp;T 12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/>
          <p:cNvSpPr/>
          <p:nvPr userDrawn="1"/>
        </p:nvSpPr>
        <p:spPr>
          <a:xfrm>
            <a:off x="96847" y="89574"/>
            <a:ext cx="8929687" cy="1647341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500"/>
          </a:p>
        </p:txBody>
      </p:sp>
    </p:spTree>
    <p:extLst>
      <p:ext uri="{BB962C8B-B14F-4D97-AF65-F5344CB8AC3E}">
        <p14:creationId xmlns:p14="http://schemas.microsoft.com/office/powerpoint/2010/main" val="240908199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1294018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789923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 userDrawn="1"/>
        </p:nvSpPr>
        <p:spPr>
          <a:xfrm>
            <a:off x="96847" y="61559"/>
            <a:ext cx="8929687" cy="2319692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500"/>
          </a:p>
        </p:txBody>
      </p:sp>
    </p:spTree>
    <p:extLst>
      <p:ext uri="{BB962C8B-B14F-4D97-AF65-F5344CB8AC3E}">
        <p14:creationId xmlns:p14="http://schemas.microsoft.com/office/powerpoint/2010/main" val="92146375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7735843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2209222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 userDrawn="1"/>
        </p:nvSpPr>
        <p:spPr>
          <a:xfrm>
            <a:off x="96847" y="47290"/>
            <a:ext cx="8929687" cy="1203826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500"/>
          </a:p>
        </p:txBody>
      </p:sp>
    </p:spTree>
    <p:extLst>
      <p:ext uri="{BB962C8B-B14F-4D97-AF65-F5344CB8AC3E}">
        <p14:creationId xmlns:p14="http://schemas.microsoft.com/office/powerpoint/2010/main" val="898845221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&amp;T 12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/>
          <p:cNvSpPr/>
          <p:nvPr/>
        </p:nvSpPr>
        <p:spPr>
          <a:xfrm>
            <a:off x="96841" y="89571"/>
            <a:ext cx="8929687" cy="1647341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500"/>
          </a:p>
        </p:txBody>
      </p:sp>
    </p:spTree>
    <p:extLst>
      <p:ext uri="{BB962C8B-B14F-4D97-AF65-F5344CB8AC3E}">
        <p14:creationId xmlns:p14="http://schemas.microsoft.com/office/powerpoint/2010/main" val="875607957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110800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42547587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nsw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hlinkClick r:id="" action="ppaction://hlinkshowjump?jump=lastslideviewed"/>
          </p:cNvPr>
          <p:cNvSpPr/>
          <p:nvPr/>
        </p:nvSpPr>
        <p:spPr>
          <a:xfrm>
            <a:off x="8869913" y="5440520"/>
            <a:ext cx="207552" cy="212491"/>
          </a:xfrm>
          <a:prstGeom prst="ellipse">
            <a:avLst/>
          </a:prstGeom>
          <a:solidFill>
            <a:srgbClr val="FCD462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319568050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404142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83526416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Answ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hlinkClick r:id="" action="ppaction://hlinkshowjump?jump=lastslideviewed"/>
          </p:cNvPr>
          <p:cNvSpPr/>
          <p:nvPr/>
        </p:nvSpPr>
        <p:spPr>
          <a:xfrm>
            <a:off x="8869913" y="5440520"/>
            <a:ext cx="207552" cy="212491"/>
          </a:xfrm>
          <a:prstGeom prst="ellipse">
            <a:avLst/>
          </a:prstGeom>
          <a:solidFill>
            <a:srgbClr val="FCD462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3959535019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&amp;T 13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6841" y="89571"/>
            <a:ext cx="8929687" cy="1329842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500"/>
          </a:p>
        </p:txBody>
      </p:sp>
      <p:sp>
        <p:nvSpPr>
          <p:cNvPr id="3" name="Oval 2">
            <a:hlinkClick r:id="" action="ppaction://hlinkshowjump?jump=lastslide"/>
          </p:cNvPr>
          <p:cNvSpPr/>
          <p:nvPr/>
        </p:nvSpPr>
        <p:spPr>
          <a:xfrm>
            <a:off x="8871077" y="5449858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3635093794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&amp;T 13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/>
        </p:nvSpPr>
        <p:spPr>
          <a:xfrm>
            <a:off x="96841" y="89571"/>
            <a:ext cx="8929687" cy="1329842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500"/>
          </a:p>
        </p:txBody>
      </p:sp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58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488319023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&amp;T Grid 13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31815690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&amp;T 13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/>
        </p:nvSpPr>
        <p:spPr>
          <a:xfrm>
            <a:off x="96843" y="89571"/>
            <a:ext cx="8929687" cy="1329842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500"/>
          </a:p>
        </p:txBody>
      </p:sp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59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4254055397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4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70539172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4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04544" y="52326"/>
            <a:ext cx="8929687" cy="1040645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500"/>
          </a:p>
        </p:txBody>
      </p:sp>
    </p:spTree>
    <p:extLst>
      <p:ext uri="{BB962C8B-B14F-4D97-AF65-F5344CB8AC3E}">
        <p14:creationId xmlns:p14="http://schemas.microsoft.com/office/powerpoint/2010/main" val="2018292987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T&amp;T Grid 13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9223868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1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3148374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1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6847" y="52325"/>
            <a:ext cx="8929687" cy="2010463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500"/>
          </a:p>
        </p:txBody>
      </p:sp>
    </p:spTree>
    <p:extLst>
      <p:ext uri="{BB962C8B-B14F-4D97-AF65-F5344CB8AC3E}">
        <p14:creationId xmlns:p14="http://schemas.microsoft.com/office/powerpoint/2010/main" val="3110370158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60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2511157705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60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3" name="Rounded Rectangle 2"/>
          <p:cNvSpPr/>
          <p:nvPr/>
        </p:nvSpPr>
        <p:spPr>
          <a:xfrm>
            <a:off x="96847" y="52326"/>
            <a:ext cx="8929687" cy="2657637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500"/>
          </a:p>
        </p:txBody>
      </p:sp>
    </p:spTree>
    <p:extLst>
      <p:ext uri="{BB962C8B-B14F-4D97-AF65-F5344CB8AC3E}">
        <p14:creationId xmlns:p14="http://schemas.microsoft.com/office/powerpoint/2010/main" val="4207553218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72751487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04146659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6847" y="56527"/>
            <a:ext cx="8929687" cy="2988643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500"/>
          </a:p>
        </p:txBody>
      </p:sp>
    </p:spTree>
    <p:extLst>
      <p:ext uri="{BB962C8B-B14F-4D97-AF65-F5344CB8AC3E}">
        <p14:creationId xmlns:p14="http://schemas.microsoft.com/office/powerpoint/2010/main" val="3846813689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79465746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25054462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&amp;T 12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/>
          <p:cNvSpPr/>
          <p:nvPr/>
        </p:nvSpPr>
        <p:spPr>
          <a:xfrm>
            <a:off x="96847" y="89574"/>
            <a:ext cx="8929687" cy="1647341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500"/>
          </a:p>
        </p:txBody>
      </p:sp>
    </p:spTree>
    <p:extLst>
      <p:ext uri="{BB962C8B-B14F-4D97-AF65-F5344CB8AC3E}">
        <p14:creationId xmlns:p14="http://schemas.microsoft.com/office/powerpoint/2010/main" val="340943712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91419689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6847" y="61559"/>
            <a:ext cx="8929687" cy="2319692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500"/>
          </a:p>
        </p:txBody>
      </p:sp>
    </p:spTree>
    <p:extLst>
      <p:ext uri="{BB962C8B-B14F-4D97-AF65-F5344CB8AC3E}">
        <p14:creationId xmlns:p14="http://schemas.microsoft.com/office/powerpoint/2010/main" val="1045407512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14121847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78327708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6847" y="47290"/>
            <a:ext cx="8929687" cy="1203826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500"/>
          </a:p>
        </p:txBody>
      </p:sp>
    </p:spTree>
    <p:extLst>
      <p:ext uri="{BB962C8B-B14F-4D97-AF65-F5344CB8AC3E}">
        <p14:creationId xmlns:p14="http://schemas.microsoft.com/office/powerpoint/2010/main" val="1348509007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60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4192667575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60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3" name="Rounded Rectangle 2"/>
          <p:cNvSpPr/>
          <p:nvPr/>
        </p:nvSpPr>
        <p:spPr>
          <a:xfrm>
            <a:off x="96847" y="52326"/>
            <a:ext cx="8929687" cy="2657637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500"/>
          </a:p>
        </p:txBody>
      </p:sp>
    </p:spTree>
    <p:extLst>
      <p:ext uri="{BB962C8B-B14F-4D97-AF65-F5344CB8AC3E}">
        <p14:creationId xmlns:p14="http://schemas.microsoft.com/office/powerpoint/2010/main" val="3161444607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68352916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6847" y="56527"/>
            <a:ext cx="8929687" cy="2988643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500"/>
          </a:p>
        </p:txBody>
      </p:sp>
    </p:spTree>
    <p:extLst>
      <p:ext uri="{BB962C8B-B14F-4D97-AF65-F5344CB8AC3E}">
        <p14:creationId xmlns:p14="http://schemas.microsoft.com/office/powerpoint/2010/main" val="3288511103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70266289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88451048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&amp;T 12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/>
          <p:cNvSpPr/>
          <p:nvPr/>
        </p:nvSpPr>
        <p:spPr>
          <a:xfrm>
            <a:off x="96847" y="89574"/>
            <a:ext cx="8929687" cy="1647341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500"/>
          </a:p>
        </p:txBody>
      </p:sp>
    </p:spTree>
    <p:extLst>
      <p:ext uri="{BB962C8B-B14F-4D97-AF65-F5344CB8AC3E}">
        <p14:creationId xmlns:p14="http://schemas.microsoft.com/office/powerpoint/2010/main" val="4022100392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43718300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6847" y="61559"/>
            <a:ext cx="8929687" cy="2319692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500"/>
          </a:p>
        </p:txBody>
      </p:sp>
    </p:spTree>
    <p:extLst>
      <p:ext uri="{BB962C8B-B14F-4D97-AF65-F5344CB8AC3E}">
        <p14:creationId xmlns:p14="http://schemas.microsoft.com/office/powerpoint/2010/main" val="1181843075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7671370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6847" y="47290"/>
            <a:ext cx="8929687" cy="1203826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500"/>
          </a:p>
        </p:txBody>
      </p:sp>
    </p:spTree>
    <p:extLst>
      <p:ext uri="{BB962C8B-B14F-4D97-AF65-F5344CB8AC3E}">
        <p14:creationId xmlns:p14="http://schemas.microsoft.com/office/powerpoint/2010/main" val="449648422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&amp;T 12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/>
          <p:cNvSpPr/>
          <p:nvPr/>
        </p:nvSpPr>
        <p:spPr>
          <a:xfrm>
            <a:off x="96839" y="89570"/>
            <a:ext cx="8929687" cy="1647341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900038247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20487658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37829601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nsw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hlinkClick r:id="" action="ppaction://hlinkshowjump?jump=lastslideviewed"/>
          </p:cNvPr>
          <p:cNvSpPr/>
          <p:nvPr/>
        </p:nvSpPr>
        <p:spPr>
          <a:xfrm>
            <a:off x="8869913" y="5440519"/>
            <a:ext cx="207552" cy="212491"/>
          </a:xfrm>
          <a:prstGeom prst="ellipse">
            <a:avLst/>
          </a:prstGeom>
          <a:solidFill>
            <a:srgbClr val="FCD462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511491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57173026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80409615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Answ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hlinkClick r:id="" action="ppaction://hlinkshowjump?jump=lastslideviewed"/>
          </p:cNvPr>
          <p:cNvSpPr/>
          <p:nvPr/>
        </p:nvSpPr>
        <p:spPr>
          <a:xfrm>
            <a:off x="8869913" y="5440519"/>
            <a:ext cx="207552" cy="212491"/>
          </a:xfrm>
          <a:prstGeom prst="ellipse">
            <a:avLst/>
          </a:prstGeom>
          <a:solidFill>
            <a:srgbClr val="FCD462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2051072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&amp;T 13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6839" y="89571"/>
            <a:ext cx="8929687" cy="1329842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  <p:sp>
        <p:nvSpPr>
          <p:cNvPr id="3" name="Oval 2">
            <a:hlinkClick r:id="" action="ppaction://hlinkshowjump?jump=lastslide"/>
          </p:cNvPr>
          <p:cNvSpPr/>
          <p:nvPr/>
        </p:nvSpPr>
        <p:spPr>
          <a:xfrm>
            <a:off x="8871077" y="5449857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7204701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&amp;T 13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/>
        </p:nvSpPr>
        <p:spPr>
          <a:xfrm>
            <a:off x="96839" y="89571"/>
            <a:ext cx="8929687" cy="1329842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57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780140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o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04561" y="52330"/>
            <a:ext cx="8929687" cy="1040646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  <p:pic>
        <p:nvPicPr>
          <p:cNvPr id="3" name="Picture 2" descr="wide 14b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44828"/>
            <a:ext cx="9144000" cy="4585567"/>
          </a:xfrm>
          <a:prstGeom prst="rect">
            <a:avLst/>
          </a:prstGeom>
        </p:spPr>
      </p:pic>
      <p:sp>
        <p:nvSpPr>
          <p:cNvPr id="4" name="Oval 3">
            <a:hlinkClick r:id="" action="ppaction://hlinkshowjump?jump=lastslide"/>
          </p:cNvPr>
          <p:cNvSpPr/>
          <p:nvPr/>
        </p:nvSpPr>
        <p:spPr>
          <a:xfrm>
            <a:off x="8878774" y="5449867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/>
          <p:cNvSpPr/>
          <p:nvPr/>
        </p:nvSpPr>
        <p:spPr>
          <a:xfrm>
            <a:off x="88199" y="52329"/>
            <a:ext cx="2222608" cy="1032463"/>
          </a:xfrm>
          <a:prstGeom prst="roundRect">
            <a:avLst>
              <a:gd name="adj" fmla="val 5362"/>
            </a:avLst>
          </a:prstGeom>
          <a:solidFill>
            <a:srgbClr val="5183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356829" y="299860"/>
            <a:ext cx="17334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Chalkboard"/>
                <a:cs typeface="Chalkboard"/>
              </a:rPr>
              <a:t>Notes</a:t>
            </a:r>
            <a:r>
              <a:rPr lang="mr-IN" sz="2800" b="1" dirty="0">
                <a:solidFill>
                  <a:schemeClr val="bg1"/>
                </a:solidFill>
                <a:latin typeface="Chalkboard"/>
                <a:cs typeface="Chalkboard"/>
              </a:rPr>
              <a:t>…</a:t>
            </a:r>
            <a:endParaRPr lang="en-US" sz="2800" b="1" dirty="0">
              <a:solidFill>
                <a:schemeClr val="bg1"/>
              </a:solidFill>
              <a:latin typeface="Chalkboard"/>
              <a:cs typeface="Chalkboard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2158409" y="53150"/>
            <a:ext cx="6875827" cy="1040646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569662117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&amp;T Grid 13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28082179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&amp;T 13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/>
        </p:nvSpPr>
        <p:spPr>
          <a:xfrm>
            <a:off x="96841" y="89571"/>
            <a:ext cx="8929687" cy="1329842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58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864885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4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62995501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4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04542" y="52325"/>
            <a:ext cx="8929687" cy="1040645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427192482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1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41738902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1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6845" y="52325"/>
            <a:ext cx="8929687" cy="2010463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66185528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59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909143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59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/>
          <p:cNvSpPr/>
          <p:nvPr/>
        </p:nvSpPr>
        <p:spPr>
          <a:xfrm>
            <a:off x="96845" y="52325"/>
            <a:ext cx="8929687" cy="2657637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038231160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5088390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6845" y="56526"/>
            <a:ext cx="8929687" cy="2988643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4097283693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8348800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&amp;T 12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/>
          <p:cNvSpPr/>
          <p:nvPr/>
        </p:nvSpPr>
        <p:spPr>
          <a:xfrm>
            <a:off x="96845" y="89573"/>
            <a:ext cx="8929687" cy="1647341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624859490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9410744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6845" y="61559"/>
            <a:ext cx="8929687" cy="2319692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76174259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1542375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6845" y="47289"/>
            <a:ext cx="8929687" cy="1203826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852862655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&amp;T Grid 13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7612138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&amp;T 13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/>
        </p:nvSpPr>
        <p:spPr>
          <a:xfrm>
            <a:off x="96841" y="89571"/>
            <a:ext cx="8929687" cy="1329842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58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77416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59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4821640"/>
      </p:ext>
    </p:extLst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59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/>
          <p:cNvSpPr/>
          <p:nvPr/>
        </p:nvSpPr>
        <p:spPr>
          <a:xfrm>
            <a:off x="96845" y="52325"/>
            <a:ext cx="8929687" cy="2657637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457098051"/>
      </p:ext>
    </p:extLst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36995750"/>
      </p:ext>
    </p:extLst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6845" y="56526"/>
            <a:ext cx="8929687" cy="2988643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142820878"/>
      </p:ext>
    </p:extLst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6651617"/>
      </p:ext>
    </p:extLst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&amp;T 12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/>
          <p:cNvSpPr/>
          <p:nvPr/>
        </p:nvSpPr>
        <p:spPr>
          <a:xfrm>
            <a:off x="96845" y="89573"/>
            <a:ext cx="8929687" cy="1647341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611309907"/>
      </p:ext>
    </p:extLst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25187823"/>
      </p:ext>
    </p:extLst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6845" y="61559"/>
            <a:ext cx="8929687" cy="2319692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42536291"/>
      </p:ext>
    </p:extLst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2179753"/>
      </p:ext>
    </p:extLst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6845" y="47289"/>
            <a:ext cx="8929687" cy="1203826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73276957"/>
      </p:ext>
    </p:extLst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&amp;T 12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/>
          <p:cNvSpPr/>
          <p:nvPr/>
        </p:nvSpPr>
        <p:spPr>
          <a:xfrm>
            <a:off x="96839" y="89570"/>
            <a:ext cx="8929687" cy="1647341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026848035"/>
      </p:ext>
    </p:extLst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6966147"/>
      </p:ext>
    </p:extLst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92089847"/>
      </p:ext>
    </p:extLst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nsw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hlinkClick r:id="" action="ppaction://hlinkshowjump?jump=lastslideviewed"/>
          </p:cNvPr>
          <p:cNvSpPr/>
          <p:nvPr/>
        </p:nvSpPr>
        <p:spPr>
          <a:xfrm>
            <a:off x="8869913" y="5440519"/>
            <a:ext cx="207552" cy="212491"/>
          </a:xfrm>
          <a:prstGeom prst="ellipse">
            <a:avLst/>
          </a:prstGeom>
          <a:solidFill>
            <a:srgbClr val="FCD462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316267"/>
      </p:ext>
    </p:extLst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80409615"/>
      </p:ext>
    </p:extLst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58162066"/>
      </p:ext>
    </p:extLst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Answ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96070778"/>
      </p:ext>
    </p:extLst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&amp;T 13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6839" y="89571"/>
            <a:ext cx="8929687" cy="1329842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  <p:sp>
        <p:nvSpPr>
          <p:cNvPr id="3" name="Oval 2">
            <a:hlinkClick r:id="" action="ppaction://hlinkshowjump?jump=lastslide"/>
          </p:cNvPr>
          <p:cNvSpPr/>
          <p:nvPr/>
        </p:nvSpPr>
        <p:spPr>
          <a:xfrm>
            <a:off x="8871077" y="5449857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2362130"/>
      </p:ext>
    </p:extLst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&amp;T 13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/>
        </p:nvSpPr>
        <p:spPr>
          <a:xfrm>
            <a:off x="96839" y="89571"/>
            <a:ext cx="8929687" cy="1329842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57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003469"/>
      </p:ext>
    </p:extLst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&amp;T Grid 13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42245800"/>
      </p:ext>
    </p:extLst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&amp;T 13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/>
        </p:nvSpPr>
        <p:spPr>
          <a:xfrm>
            <a:off x="96841" y="89571"/>
            <a:ext cx="8929687" cy="1329842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58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229690"/>
      </p:ext>
    </p:extLst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4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6224565"/>
      </p:ext>
    </p:extLst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4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04542" y="52325"/>
            <a:ext cx="8929687" cy="1040645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4070041710"/>
      </p:ext>
    </p:extLst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1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9279406"/>
      </p:ext>
    </p:extLst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1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6845" y="52325"/>
            <a:ext cx="8929687" cy="2010463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251928020"/>
      </p:ext>
    </p:extLst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59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8257187"/>
      </p:ext>
    </p:extLst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59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/>
          <p:cNvSpPr/>
          <p:nvPr/>
        </p:nvSpPr>
        <p:spPr>
          <a:xfrm>
            <a:off x="96845" y="52325"/>
            <a:ext cx="8929687" cy="2657637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777135298"/>
      </p:ext>
    </p:extLst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4154967"/>
      </p:ext>
    </p:extLst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6845" y="56526"/>
            <a:ext cx="8929687" cy="2988643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033462966"/>
      </p:ext>
    </p:extLst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63731253"/>
      </p:ext>
    </p:extLst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&amp;T 12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/>
          <p:cNvSpPr/>
          <p:nvPr/>
        </p:nvSpPr>
        <p:spPr>
          <a:xfrm>
            <a:off x="96845" y="89573"/>
            <a:ext cx="8929687" cy="1647341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186659085"/>
      </p:ext>
    </p:extLst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66333856"/>
      </p:ext>
    </p:extLst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6845" y="61559"/>
            <a:ext cx="8929687" cy="2319692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633553836"/>
      </p:ext>
    </p:extLst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59142947"/>
      </p:ext>
    </p:extLst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6845" y="47289"/>
            <a:ext cx="8929687" cy="1203826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280374329"/>
      </p:ext>
    </p:extLst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&amp;T Grid 13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81205675"/>
      </p:ext>
    </p:extLst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&amp;T 13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/>
        </p:nvSpPr>
        <p:spPr>
          <a:xfrm>
            <a:off x="96841" y="89571"/>
            <a:ext cx="8929687" cy="1329842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58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247133"/>
      </p:ext>
    </p:extLst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59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579917"/>
      </p:ext>
    </p:extLst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59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/>
          <p:cNvSpPr/>
          <p:nvPr/>
        </p:nvSpPr>
        <p:spPr>
          <a:xfrm>
            <a:off x="96845" y="52325"/>
            <a:ext cx="8929687" cy="2657637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236296576"/>
      </p:ext>
    </p:extLst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94383565"/>
      </p:ext>
    </p:extLst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6845" y="56526"/>
            <a:ext cx="8929687" cy="2988643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025324038"/>
      </p:ext>
    </p:extLst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91659487"/>
      </p:ext>
    </p:extLst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&amp;T 12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/>
          <p:cNvSpPr/>
          <p:nvPr/>
        </p:nvSpPr>
        <p:spPr>
          <a:xfrm>
            <a:off x="96845" y="89573"/>
            <a:ext cx="8929687" cy="1647341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67926733"/>
      </p:ext>
    </p:extLst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46941778"/>
      </p:ext>
    </p:extLst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6845" y="61559"/>
            <a:ext cx="8929687" cy="2319692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190189440"/>
      </p:ext>
    </p:extLst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85920707"/>
      </p:ext>
    </p:extLst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6845" y="47289"/>
            <a:ext cx="8929687" cy="1203826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68076327"/>
      </p:ext>
    </p:extLst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775355"/>
            <a:ext cx="7772400" cy="1225021"/>
          </a:xfrm>
        </p:spPr>
        <p:txBody>
          <a:bodyPr/>
          <a:lstStyle/>
          <a:p>
            <a:r>
              <a:rPr lang="ga-I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238500"/>
            <a:ext cx="6400800" cy="14605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ga-I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31C319-FC96-4539-9928-B20066B18945}" type="datetimeFigureOut">
              <a:rPr lang="en-US"/>
              <a:pPr>
                <a:defRPr/>
              </a:pPr>
              <a:t>7/16/2020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F2CAB8-611F-42B3-9BC4-35FD652F1E7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4747404"/>
      </p:ext>
    </p:extLst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ga-I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ga-IE"/>
              <a:t>Click to edit Master text styles</a:t>
            </a:r>
          </a:p>
          <a:p>
            <a:pPr lvl="1"/>
            <a:r>
              <a:rPr lang="ga-IE"/>
              <a:t>Second level</a:t>
            </a:r>
          </a:p>
          <a:p>
            <a:pPr lvl="2"/>
            <a:r>
              <a:rPr lang="ga-IE"/>
              <a:t>Third level</a:t>
            </a:r>
          </a:p>
          <a:p>
            <a:pPr lvl="3"/>
            <a:r>
              <a:rPr lang="ga-IE"/>
              <a:t>Fourth level</a:t>
            </a:r>
          </a:p>
          <a:p>
            <a:pPr lvl="4"/>
            <a:r>
              <a:rPr lang="ga-I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5CEB11-07D7-4CF1-AD57-9678D29A25E5}" type="datetimeFigureOut">
              <a:rPr lang="en-US"/>
              <a:pPr>
                <a:defRPr/>
              </a:pPr>
              <a:t>7/16/2020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88E173-96A5-434E-839F-84C3322CEA6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6327032"/>
      </p:ext>
    </p:extLst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672418"/>
            <a:ext cx="7772400" cy="1135062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ga-I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422261"/>
            <a:ext cx="7772400" cy="125015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ga-IE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CFCDE4-1F40-46AA-8BE4-3CAABE6EC1A8}" type="datetimeFigureOut">
              <a:rPr lang="en-US"/>
              <a:pPr>
                <a:defRPr/>
              </a:pPr>
              <a:t>7/16/2020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37A0D3-9284-4C0C-AB2A-664BE545464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2649863"/>
      </p:ext>
    </p:extLst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ga-I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333501"/>
            <a:ext cx="4038600" cy="377163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ga-IE"/>
              <a:t>Click to edit Master text styles</a:t>
            </a:r>
          </a:p>
          <a:p>
            <a:pPr lvl="1"/>
            <a:r>
              <a:rPr lang="ga-IE"/>
              <a:t>Second level</a:t>
            </a:r>
          </a:p>
          <a:p>
            <a:pPr lvl="2"/>
            <a:r>
              <a:rPr lang="ga-IE"/>
              <a:t>Third level</a:t>
            </a:r>
          </a:p>
          <a:p>
            <a:pPr lvl="3"/>
            <a:r>
              <a:rPr lang="ga-IE"/>
              <a:t>Fourth level</a:t>
            </a:r>
          </a:p>
          <a:p>
            <a:pPr lvl="4"/>
            <a:r>
              <a:rPr lang="ga-IE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333501"/>
            <a:ext cx="4038600" cy="377163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ga-IE"/>
              <a:t>Click to edit Master text styles</a:t>
            </a:r>
          </a:p>
          <a:p>
            <a:pPr lvl="1"/>
            <a:r>
              <a:rPr lang="ga-IE"/>
              <a:t>Second level</a:t>
            </a:r>
          </a:p>
          <a:p>
            <a:pPr lvl="2"/>
            <a:r>
              <a:rPr lang="ga-IE"/>
              <a:t>Third level</a:t>
            </a:r>
          </a:p>
          <a:p>
            <a:pPr lvl="3"/>
            <a:r>
              <a:rPr lang="ga-IE"/>
              <a:t>Fourth level</a:t>
            </a:r>
          </a:p>
          <a:p>
            <a:pPr lvl="4"/>
            <a:r>
              <a:rPr lang="ga-IE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BEB1FD-7647-4491-84E9-257F9D3006D1}" type="datetimeFigureOut">
              <a:rPr lang="en-US"/>
              <a:pPr>
                <a:defRPr/>
              </a:pPr>
              <a:t>7/16/2020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657A07-4F7D-4DE4-BA14-6F84DB58FE8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44278"/>
      </p:ext>
    </p:extLst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ga-I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79261"/>
            <a:ext cx="4040188" cy="53313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ga-IE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812396"/>
            <a:ext cx="4040188" cy="329274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ga-IE" dirty="0"/>
              <a:t>Click to edit Master text styles</a:t>
            </a:r>
          </a:p>
          <a:p>
            <a:pPr lvl="1"/>
            <a:r>
              <a:rPr lang="ga-IE" dirty="0"/>
              <a:t>Second level</a:t>
            </a:r>
          </a:p>
          <a:p>
            <a:pPr lvl="2"/>
            <a:r>
              <a:rPr lang="ga-IE" dirty="0"/>
              <a:t>Third level</a:t>
            </a:r>
          </a:p>
          <a:p>
            <a:pPr lvl="3"/>
            <a:r>
              <a:rPr lang="ga-IE" dirty="0"/>
              <a:t>Fourth level</a:t>
            </a:r>
          </a:p>
          <a:p>
            <a:pPr lvl="4"/>
            <a:r>
              <a:rPr lang="ga-IE" dirty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7" y="1279261"/>
            <a:ext cx="4041775" cy="53313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ga-IE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7" y="1812396"/>
            <a:ext cx="4041775" cy="329274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ga-IE"/>
              <a:t>Click to edit Master text styles</a:t>
            </a:r>
          </a:p>
          <a:p>
            <a:pPr lvl="1"/>
            <a:r>
              <a:rPr lang="ga-IE"/>
              <a:t>Second level</a:t>
            </a:r>
          </a:p>
          <a:p>
            <a:pPr lvl="2"/>
            <a:r>
              <a:rPr lang="ga-IE"/>
              <a:t>Third level</a:t>
            </a:r>
          </a:p>
          <a:p>
            <a:pPr lvl="3"/>
            <a:r>
              <a:rPr lang="ga-IE"/>
              <a:t>Fourth level</a:t>
            </a:r>
          </a:p>
          <a:p>
            <a:pPr lvl="4"/>
            <a:r>
              <a:rPr lang="ga-IE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59DB4A-FAA0-4306-8B24-0F502641674D}" type="datetimeFigureOut">
              <a:rPr lang="en-US"/>
              <a:pPr>
                <a:defRPr/>
              </a:pPr>
              <a:t>7/16/2020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BE75A9-651B-4962-A855-398879E32E8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0151395"/>
      </p:ext>
    </p:extLst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ga-IE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4D3BE5-25E9-47D3-B42A-30611BD5F195}" type="datetimeFigureOut">
              <a:rPr lang="en-US"/>
              <a:pPr>
                <a:defRPr/>
              </a:pPr>
              <a:t>7/16/2020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01A283-5FB3-4FD5-B346-520358D0DFF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8885413"/>
      </p:ext>
    </p:extLst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wide 13b copy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64080"/>
            <a:ext cx="9144000" cy="4250920"/>
          </a:xfrm>
          <a:prstGeom prst="rect">
            <a:avLst/>
          </a:prstGeom>
        </p:spPr>
      </p:pic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A20625-0EE3-4298-A4C5-43F541CB24C0}" type="datetimeFigureOut">
              <a:rPr lang="en-US"/>
              <a:pPr>
                <a:defRPr/>
              </a:pPr>
              <a:t>7/16/2020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36CA04-33F2-4201-A374-06D860041F0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11" name="Oval 10">
            <a:hlinkClick r:id="" action="ppaction://hlinkshowjump?jump=lastslide"/>
            <a:extLst>
              <a:ext uri="{FF2B5EF4-FFF2-40B4-BE49-F238E27FC236}">
                <a16:creationId xmlns:a16="http://schemas.microsoft.com/office/drawing/2014/main" xmlns="" id="{C377DD9F-98A1-DC46-8694-62DB5D7DCCF5}"/>
              </a:ext>
            </a:extLst>
          </p:cNvPr>
          <p:cNvSpPr/>
          <p:nvPr userDrawn="1"/>
        </p:nvSpPr>
        <p:spPr>
          <a:xfrm>
            <a:off x="8867344" y="5436497"/>
            <a:ext cx="219576" cy="216089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9068534"/>
      </p:ext>
    </p:extLst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9C81C6A-3C7E-184C-AEE9-034F5B4CEA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B2BF5564-576F-9441-B509-AC85E8433B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9EABDC4-2DE8-4C6D-9A8D-81C34F0FDC98}" type="datetimeFigureOut">
              <a:rPr lang="en-US"/>
              <a:pPr>
                <a:defRPr/>
              </a:pPr>
              <a:t>7/16/2020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A33A4327-6A92-8143-B874-836ACC477E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F1A02D8D-4390-EF4C-9A29-EBF6989A7C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F84440-D503-451D-BDC6-B258A3B08A0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461653"/>
      </p:ext>
    </p:extLst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227541"/>
            <a:ext cx="3008313" cy="96837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ga-I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27543"/>
            <a:ext cx="5111750" cy="487759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ga-IE"/>
              <a:t>Click to edit Master text styles</a:t>
            </a:r>
          </a:p>
          <a:p>
            <a:pPr lvl="1"/>
            <a:r>
              <a:rPr lang="ga-IE"/>
              <a:t>Second level</a:t>
            </a:r>
          </a:p>
          <a:p>
            <a:pPr lvl="2"/>
            <a:r>
              <a:rPr lang="ga-IE"/>
              <a:t>Third level</a:t>
            </a:r>
          </a:p>
          <a:p>
            <a:pPr lvl="3"/>
            <a:r>
              <a:rPr lang="ga-IE"/>
              <a:t>Fourth level</a:t>
            </a:r>
          </a:p>
          <a:p>
            <a:pPr lvl="4"/>
            <a:r>
              <a:rPr lang="ga-IE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195918"/>
            <a:ext cx="3008313" cy="390921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ga-I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096B63-E88D-4C2D-B795-BB77B691043A}" type="datetimeFigureOut">
              <a:rPr lang="en-US"/>
              <a:pPr>
                <a:defRPr/>
              </a:pPr>
              <a:t>7/16/2020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39FB6C-91E3-4E6D-8230-082066F8471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3947200"/>
      </p:ext>
    </p:extLst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000500"/>
            <a:ext cx="5486400" cy="47228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ga-IE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510646"/>
            <a:ext cx="5486400" cy="34290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472782"/>
            <a:ext cx="5486400" cy="67071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ga-I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49451C-6C01-4BE6-8A8F-AEFAFC8BD57B}" type="datetimeFigureOut">
              <a:rPr lang="en-US"/>
              <a:pPr>
                <a:defRPr/>
              </a:pPr>
              <a:t>7/16/2020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383296-8074-499F-A319-EFB6DEF419E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0129614"/>
      </p:ext>
    </p:extLst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ga-I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ga-IE"/>
              <a:t>Click to edit Master text styles</a:t>
            </a:r>
          </a:p>
          <a:p>
            <a:pPr lvl="1"/>
            <a:r>
              <a:rPr lang="ga-IE"/>
              <a:t>Second level</a:t>
            </a:r>
          </a:p>
          <a:p>
            <a:pPr lvl="2"/>
            <a:r>
              <a:rPr lang="ga-IE"/>
              <a:t>Third level</a:t>
            </a:r>
          </a:p>
          <a:p>
            <a:pPr lvl="3"/>
            <a:r>
              <a:rPr lang="ga-IE"/>
              <a:t>Fourth level</a:t>
            </a:r>
          </a:p>
          <a:p>
            <a:pPr lvl="4"/>
            <a:r>
              <a:rPr lang="ga-I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59BFA2-2116-46F4-9A62-55196029375E}" type="datetimeFigureOut">
              <a:rPr lang="en-US"/>
              <a:pPr>
                <a:defRPr/>
              </a:pPr>
              <a:t>7/16/2020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4FB20C-D25A-4BEC-A4CB-57BA67B3567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7315678"/>
      </p:ext>
    </p:extLst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28866"/>
            <a:ext cx="2057400" cy="4876271"/>
          </a:xfrm>
        </p:spPr>
        <p:txBody>
          <a:bodyPr vert="eaVert"/>
          <a:lstStyle/>
          <a:p>
            <a:r>
              <a:rPr lang="ga-I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28866"/>
            <a:ext cx="6019800" cy="4876271"/>
          </a:xfrm>
        </p:spPr>
        <p:txBody>
          <a:bodyPr vert="eaVert"/>
          <a:lstStyle/>
          <a:p>
            <a:pPr lvl="0"/>
            <a:r>
              <a:rPr lang="ga-IE"/>
              <a:t>Click to edit Master text styles</a:t>
            </a:r>
          </a:p>
          <a:p>
            <a:pPr lvl="1"/>
            <a:r>
              <a:rPr lang="ga-IE"/>
              <a:t>Second level</a:t>
            </a:r>
          </a:p>
          <a:p>
            <a:pPr lvl="2"/>
            <a:r>
              <a:rPr lang="ga-IE"/>
              <a:t>Third level</a:t>
            </a:r>
          </a:p>
          <a:p>
            <a:pPr lvl="3"/>
            <a:r>
              <a:rPr lang="ga-IE"/>
              <a:t>Fourth level</a:t>
            </a:r>
          </a:p>
          <a:p>
            <a:pPr lvl="4"/>
            <a:r>
              <a:rPr lang="ga-I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CE11EE-C621-4E9B-83DD-F984F16046F4}" type="datetimeFigureOut">
              <a:rPr lang="en-US"/>
              <a:pPr>
                <a:defRPr/>
              </a:pPr>
              <a:t>7/16/2020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0ADF8CC-208A-4C01-9EE0-4689DE98DC2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0982803"/>
      </p:ext>
    </p:extLst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No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04561" y="52330"/>
            <a:ext cx="8929687" cy="1040646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>
              <a:solidFill>
                <a:prstClr val="black"/>
              </a:solidFill>
            </a:endParaRPr>
          </a:p>
        </p:txBody>
      </p:sp>
      <p:pic>
        <p:nvPicPr>
          <p:cNvPr id="3" name="Picture 2" descr="wide 14b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44828"/>
            <a:ext cx="9144000" cy="4585567"/>
          </a:xfrm>
          <a:prstGeom prst="rect">
            <a:avLst/>
          </a:prstGeom>
        </p:spPr>
      </p:pic>
      <p:sp>
        <p:nvSpPr>
          <p:cNvPr id="4" name="Oval 3">
            <a:hlinkClick r:id="" action="ppaction://hlinkshowjump?jump=lastslide"/>
          </p:cNvPr>
          <p:cNvSpPr/>
          <p:nvPr/>
        </p:nvSpPr>
        <p:spPr>
          <a:xfrm>
            <a:off x="8878774" y="5449867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88199" y="52329"/>
            <a:ext cx="2222608" cy="1032463"/>
          </a:xfrm>
          <a:prstGeom prst="roundRect">
            <a:avLst>
              <a:gd name="adj" fmla="val 5362"/>
            </a:avLst>
          </a:prstGeom>
          <a:solidFill>
            <a:srgbClr val="5183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56829" y="299860"/>
            <a:ext cx="17334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prstClr val="white"/>
                </a:solidFill>
                <a:latin typeface="Chalkboard"/>
                <a:ea typeface="MS PGothic" pitchFamily="34" charset="-128"/>
                <a:cs typeface="Chalkboard"/>
              </a:rPr>
              <a:t>Notes</a:t>
            </a:r>
            <a:r>
              <a:rPr lang="mr-IN" sz="2800" b="1" dirty="0">
                <a:solidFill>
                  <a:prstClr val="white"/>
                </a:solidFill>
                <a:latin typeface="Chalkboard"/>
                <a:ea typeface="MS PGothic" pitchFamily="34" charset="-128"/>
                <a:cs typeface="Chalkboard"/>
              </a:rPr>
              <a:t>…</a:t>
            </a:r>
            <a:endParaRPr lang="en-US" sz="2800" b="1" dirty="0">
              <a:solidFill>
                <a:prstClr val="white"/>
              </a:solidFill>
              <a:latin typeface="Chalkboard"/>
              <a:ea typeface="MS PGothic" pitchFamily="34" charset="-128"/>
              <a:cs typeface="Chalkboard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2158409" y="53150"/>
            <a:ext cx="6875827" cy="1040646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51635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3.png"/><Relationship Id="rId4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1.png"/><Relationship Id="rId4" Type="http://schemas.openxmlformats.org/officeDocument/2006/relationships/theme" Target="../theme/theme5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theme" Target="../theme/theme6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4.png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1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5.png"/><Relationship Id="rId4" Type="http://schemas.openxmlformats.org/officeDocument/2006/relationships/theme" Target="../theme/theme7.xml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4.xml"/><Relationship Id="rId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5.png"/><Relationship Id="rId5" Type="http://schemas.openxmlformats.org/officeDocument/2006/relationships/theme" Target="../theme/theme8.xml"/><Relationship Id="rId4" Type="http://schemas.openxmlformats.org/officeDocument/2006/relationships/slideLayout" Target="../slideLayouts/slideLayout25.xml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8.xml"/><Relationship Id="rId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26.xml"/><Relationship Id="rId5" Type="http://schemas.openxmlformats.org/officeDocument/2006/relationships/image" Target="../media/image2.png"/><Relationship Id="rId4" Type="http://schemas.openxmlformats.org/officeDocument/2006/relationships/theme" Target="../theme/theme9.xml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1.xml"/><Relationship Id="rId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9.xml"/><Relationship Id="rId5" Type="http://schemas.openxmlformats.org/officeDocument/2006/relationships/image" Target="../media/image6.png"/><Relationship Id="rId4" Type="http://schemas.openxmlformats.org/officeDocument/2006/relationships/theme" Target="../theme/theme10.xml"/></Relationships>
</file>

<file path=ppt/slideMasters/_rels/slideMaster1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1.xml"/><Relationship Id="rId2" Type="http://schemas.openxmlformats.org/officeDocument/2006/relationships/slideLayout" Target="../slideLayouts/slideLayout33.xml"/><Relationship Id="rId1" Type="http://schemas.openxmlformats.org/officeDocument/2006/relationships/slideLayout" Target="../slideLayouts/slideLayout32.xml"/><Relationship Id="rId4" Type="http://schemas.openxmlformats.org/officeDocument/2006/relationships/image" Target="../media/image7.png"/></Relationships>
</file>

<file path=ppt/slideMasters/_rels/slideMaster12.xml.rels><?xml version="1.0" encoding="UTF-8" standalone="yes"?>
<Relationships xmlns="http://schemas.openxmlformats.org/package/2006/relationships"><Relationship Id="rId3" Type="http://schemas.openxmlformats.org/officeDocument/2006/relationships/theme" Target="../theme/theme12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4" Type="http://schemas.openxmlformats.org/officeDocument/2006/relationships/image" Target="../media/image3.png"/></Relationships>
</file>

<file path=ppt/slideMasters/_rels/slideMaster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8.xml"/><Relationship Id="rId2" Type="http://schemas.openxmlformats.org/officeDocument/2006/relationships/slideLayout" Target="../slideLayouts/slideLayout37.xml"/><Relationship Id="rId1" Type="http://schemas.openxmlformats.org/officeDocument/2006/relationships/slideLayout" Target="../slideLayouts/slideLayout36.xml"/><Relationship Id="rId5" Type="http://schemas.openxmlformats.org/officeDocument/2006/relationships/image" Target="../media/image5.png"/><Relationship Id="rId4" Type="http://schemas.openxmlformats.org/officeDocument/2006/relationships/theme" Target="../theme/theme13.xml"/></Relationships>
</file>

<file path=ppt/slideMasters/_rels/slideMaster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1.xml"/><Relationship Id="rId2" Type="http://schemas.openxmlformats.org/officeDocument/2006/relationships/slideLayout" Target="../slideLayouts/slideLayout40.xml"/><Relationship Id="rId1" Type="http://schemas.openxmlformats.org/officeDocument/2006/relationships/slideLayout" Target="../slideLayouts/slideLayout39.xml"/><Relationship Id="rId5" Type="http://schemas.openxmlformats.org/officeDocument/2006/relationships/image" Target="../media/image5.png"/><Relationship Id="rId4" Type="http://schemas.openxmlformats.org/officeDocument/2006/relationships/theme" Target="../theme/theme14.xml"/></Relationships>
</file>

<file path=ppt/slideMasters/_rels/slideMaster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4.xml"/><Relationship Id="rId2" Type="http://schemas.openxmlformats.org/officeDocument/2006/relationships/slideLayout" Target="../slideLayouts/slideLayout43.xml"/><Relationship Id="rId1" Type="http://schemas.openxmlformats.org/officeDocument/2006/relationships/slideLayout" Target="../slideLayouts/slideLayout42.xml"/><Relationship Id="rId5" Type="http://schemas.openxmlformats.org/officeDocument/2006/relationships/image" Target="../media/image2.png"/><Relationship Id="rId4" Type="http://schemas.openxmlformats.org/officeDocument/2006/relationships/theme" Target="../theme/theme15.xml"/></Relationships>
</file>

<file path=ppt/slideMasters/_rels/slideMaster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7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5" Type="http://schemas.openxmlformats.org/officeDocument/2006/relationships/image" Target="../media/image6.png"/><Relationship Id="rId4" Type="http://schemas.openxmlformats.org/officeDocument/2006/relationships/theme" Target="../theme/theme16.xml"/></Relationships>
</file>

<file path=ppt/slideMasters/_rels/slideMaster17.xml.rels><?xml version="1.0" encoding="UTF-8" standalone="yes"?>
<Relationships xmlns="http://schemas.openxmlformats.org/package/2006/relationships"><Relationship Id="rId3" Type="http://schemas.openxmlformats.org/officeDocument/2006/relationships/theme" Target="../theme/theme17.xml"/><Relationship Id="rId2" Type="http://schemas.openxmlformats.org/officeDocument/2006/relationships/slideLayout" Target="../slideLayouts/slideLayout49.xml"/><Relationship Id="rId1" Type="http://schemas.openxmlformats.org/officeDocument/2006/relationships/slideLayout" Target="../slideLayouts/slideLayout48.xml"/><Relationship Id="rId4" Type="http://schemas.openxmlformats.org/officeDocument/2006/relationships/image" Target="../media/image7.png"/></Relationships>
</file>

<file path=ppt/slideMasters/_rels/slideMaster18.xml.rels><?xml version="1.0" encoding="UTF-8" standalone="yes"?>
<Relationships xmlns="http://schemas.openxmlformats.org/package/2006/relationships"><Relationship Id="rId3" Type="http://schemas.openxmlformats.org/officeDocument/2006/relationships/theme" Target="../theme/theme18.xml"/><Relationship Id="rId2" Type="http://schemas.openxmlformats.org/officeDocument/2006/relationships/slideLayout" Target="../slideLayouts/slideLayout51.xml"/><Relationship Id="rId1" Type="http://schemas.openxmlformats.org/officeDocument/2006/relationships/slideLayout" Target="../slideLayouts/slideLayout50.xml"/><Relationship Id="rId4" Type="http://schemas.openxmlformats.org/officeDocument/2006/relationships/image" Target="../media/image2.png"/></Relationships>
</file>

<file path=ppt/slideMasters/_rels/slideMaster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4.xml"/><Relationship Id="rId2" Type="http://schemas.openxmlformats.org/officeDocument/2006/relationships/slideLayout" Target="../slideLayouts/slideLayout53.xml"/><Relationship Id="rId1" Type="http://schemas.openxmlformats.org/officeDocument/2006/relationships/slideLayout" Target="../slideLayouts/slideLayout52.xml"/><Relationship Id="rId4" Type="http://schemas.openxmlformats.org/officeDocument/2006/relationships/theme" Target="../theme/theme19.xml"/></Relationships>
</file>

<file path=ppt/slideMasters/_rels/slideMaster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7.xml"/><Relationship Id="rId2" Type="http://schemas.openxmlformats.org/officeDocument/2006/relationships/slideLayout" Target="../slideLayouts/slideLayout56.xml"/><Relationship Id="rId1" Type="http://schemas.openxmlformats.org/officeDocument/2006/relationships/slideLayout" Target="../slideLayouts/slideLayout55.xml"/><Relationship Id="rId5" Type="http://schemas.openxmlformats.org/officeDocument/2006/relationships/theme" Target="../theme/theme20.xml"/><Relationship Id="rId4" Type="http://schemas.openxmlformats.org/officeDocument/2006/relationships/slideLayout" Target="../slideLayouts/slideLayout58.xml"/></Relationships>
</file>

<file path=ppt/slideMasters/_rels/slideMaster21.xml.rels><?xml version="1.0" encoding="UTF-8" standalone="yes"?>
<Relationships xmlns="http://schemas.openxmlformats.org/package/2006/relationships"><Relationship Id="rId3" Type="http://schemas.openxmlformats.org/officeDocument/2006/relationships/theme" Target="../theme/theme21.xml"/><Relationship Id="rId2" Type="http://schemas.openxmlformats.org/officeDocument/2006/relationships/slideLayout" Target="../slideLayouts/slideLayout60.xml"/><Relationship Id="rId1" Type="http://schemas.openxmlformats.org/officeDocument/2006/relationships/slideLayout" Target="../slideLayouts/slideLayout59.xml"/><Relationship Id="rId4" Type="http://schemas.openxmlformats.org/officeDocument/2006/relationships/image" Target="../media/image3.png"/></Relationships>
</file>

<file path=ppt/slideMasters/_rels/slideMaster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3.xml"/><Relationship Id="rId2" Type="http://schemas.openxmlformats.org/officeDocument/2006/relationships/slideLayout" Target="../slideLayouts/slideLayout62.xml"/><Relationship Id="rId1" Type="http://schemas.openxmlformats.org/officeDocument/2006/relationships/slideLayout" Target="../slideLayouts/slideLayout61.xml"/><Relationship Id="rId5" Type="http://schemas.openxmlformats.org/officeDocument/2006/relationships/image" Target="../media/image1.png"/><Relationship Id="rId4" Type="http://schemas.openxmlformats.org/officeDocument/2006/relationships/theme" Target="../theme/theme22.xml"/></Relationships>
</file>

<file path=ppt/slideMasters/_rels/slideMaster23.xml.rels><?xml version="1.0" encoding="UTF-8" standalone="yes"?>
<Relationships xmlns="http://schemas.openxmlformats.org/package/2006/relationships"><Relationship Id="rId3" Type="http://schemas.openxmlformats.org/officeDocument/2006/relationships/theme" Target="../theme/theme23.xml"/><Relationship Id="rId2" Type="http://schemas.openxmlformats.org/officeDocument/2006/relationships/slideLayout" Target="../slideLayouts/slideLayout65.xml"/><Relationship Id="rId1" Type="http://schemas.openxmlformats.org/officeDocument/2006/relationships/slideLayout" Target="../slideLayouts/slideLayout64.xml"/><Relationship Id="rId4" Type="http://schemas.openxmlformats.org/officeDocument/2006/relationships/image" Target="../media/image4.png"/></Relationships>
</file>

<file path=ppt/slideMasters/_rels/slideMaster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8.xml"/><Relationship Id="rId2" Type="http://schemas.openxmlformats.org/officeDocument/2006/relationships/slideLayout" Target="../slideLayouts/slideLayout67.xml"/><Relationship Id="rId1" Type="http://schemas.openxmlformats.org/officeDocument/2006/relationships/slideLayout" Target="../slideLayouts/slideLayout66.xml"/><Relationship Id="rId5" Type="http://schemas.openxmlformats.org/officeDocument/2006/relationships/image" Target="../media/image5.png"/><Relationship Id="rId4" Type="http://schemas.openxmlformats.org/officeDocument/2006/relationships/theme" Target="../theme/theme24.xml"/></Relationships>
</file>

<file path=ppt/slideMasters/_rels/slideMaster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1.xml"/><Relationship Id="rId2" Type="http://schemas.openxmlformats.org/officeDocument/2006/relationships/slideLayout" Target="../slideLayouts/slideLayout70.xml"/><Relationship Id="rId1" Type="http://schemas.openxmlformats.org/officeDocument/2006/relationships/slideLayout" Target="../slideLayouts/slideLayout69.xml"/><Relationship Id="rId5" Type="http://schemas.openxmlformats.org/officeDocument/2006/relationships/image" Target="../media/image5.png"/><Relationship Id="rId4" Type="http://schemas.openxmlformats.org/officeDocument/2006/relationships/theme" Target="../theme/theme25.xml"/></Relationships>
</file>

<file path=ppt/slideMasters/_rels/slideMaster26.xml.rels><?xml version="1.0" encoding="UTF-8" standalone="yes"?>
<Relationships xmlns="http://schemas.openxmlformats.org/package/2006/relationships"><Relationship Id="rId3" Type="http://schemas.openxmlformats.org/officeDocument/2006/relationships/theme" Target="../theme/theme26.xml"/><Relationship Id="rId2" Type="http://schemas.openxmlformats.org/officeDocument/2006/relationships/slideLayout" Target="../slideLayouts/slideLayout73.xml"/><Relationship Id="rId1" Type="http://schemas.openxmlformats.org/officeDocument/2006/relationships/slideLayout" Target="../slideLayouts/slideLayout72.xml"/><Relationship Id="rId4" Type="http://schemas.openxmlformats.org/officeDocument/2006/relationships/image" Target="../media/image2.png"/></Relationships>
</file>

<file path=ppt/slideMasters/_rels/slideMaster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6.xml"/><Relationship Id="rId2" Type="http://schemas.openxmlformats.org/officeDocument/2006/relationships/slideLayout" Target="../slideLayouts/slideLayout75.xml"/><Relationship Id="rId1" Type="http://schemas.openxmlformats.org/officeDocument/2006/relationships/slideLayout" Target="../slideLayouts/slideLayout74.xml"/><Relationship Id="rId5" Type="http://schemas.openxmlformats.org/officeDocument/2006/relationships/image" Target="../media/image6.png"/><Relationship Id="rId4" Type="http://schemas.openxmlformats.org/officeDocument/2006/relationships/theme" Target="../theme/theme27.xml"/></Relationships>
</file>

<file path=ppt/slideMasters/_rels/slideMaster28.xml.rels><?xml version="1.0" encoding="UTF-8" standalone="yes"?>
<Relationships xmlns="http://schemas.openxmlformats.org/package/2006/relationships"><Relationship Id="rId3" Type="http://schemas.openxmlformats.org/officeDocument/2006/relationships/theme" Target="../theme/theme28.xml"/><Relationship Id="rId2" Type="http://schemas.openxmlformats.org/officeDocument/2006/relationships/slideLayout" Target="../slideLayouts/slideLayout78.xml"/><Relationship Id="rId1" Type="http://schemas.openxmlformats.org/officeDocument/2006/relationships/slideLayout" Target="../slideLayouts/slideLayout77.xml"/><Relationship Id="rId4" Type="http://schemas.openxmlformats.org/officeDocument/2006/relationships/image" Target="../media/image7.png"/></Relationships>
</file>

<file path=ppt/slideMasters/_rels/slideMaster29.xml.rels><?xml version="1.0" encoding="UTF-8" standalone="yes"?>
<Relationships xmlns="http://schemas.openxmlformats.org/package/2006/relationships"><Relationship Id="rId3" Type="http://schemas.openxmlformats.org/officeDocument/2006/relationships/theme" Target="../theme/theme29.xml"/><Relationship Id="rId2" Type="http://schemas.openxmlformats.org/officeDocument/2006/relationships/slideLayout" Target="../slideLayouts/slideLayout80.xml"/><Relationship Id="rId1" Type="http://schemas.openxmlformats.org/officeDocument/2006/relationships/slideLayout" Target="../slideLayouts/slideLayout79.xml"/><Relationship Id="rId4" Type="http://schemas.openxmlformats.org/officeDocument/2006/relationships/image" Target="../media/image5.png"/></Relationships>
</file>

<file path=ppt/slideMasters/_rels/slideMaster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3.xml"/><Relationship Id="rId2" Type="http://schemas.openxmlformats.org/officeDocument/2006/relationships/slideLayout" Target="../slideLayouts/slideLayout82.xml"/><Relationship Id="rId1" Type="http://schemas.openxmlformats.org/officeDocument/2006/relationships/slideLayout" Target="../slideLayouts/slideLayout81.xml"/><Relationship Id="rId5" Type="http://schemas.openxmlformats.org/officeDocument/2006/relationships/image" Target="../media/image5.png"/><Relationship Id="rId4" Type="http://schemas.openxmlformats.org/officeDocument/2006/relationships/theme" Target="../theme/theme30.xml"/></Relationships>
</file>

<file path=ppt/slideMasters/_rels/slideMaster31.xml.rels><?xml version="1.0" encoding="UTF-8" standalone="yes"?>
<Relationships xmlns="http://schemas.openxmlformats.org/package/2006/relationships"><Relationship Id="rId3" Type="http://schemas.openxmlformats.org/officeDocument/2006/relationships/theme" Target="../theme/theme31.xml"/><Relationship Id="rId2" Type="http://schemas.openxmlformats.org/officeDocument/2006/relationships/slideLayout" Target="../slideLayouts/slideLayout85.xml"/><Relationship Id="rId1" Type="http://schemas.openxmlformats.org/officeDocument/2006/relationships/slideLayout" Target="../slideLayouts/slideLayout84.xml"/><Relationship Id="rId4" Type="http://schemas.openxmlformats.org/officeDocument/2006/relationships/image" Target="../media/image2.png"/></Relationships>
</file>

<file path=ppt/slideMasters/_rels/slideMaster32.xml.rels><?xml version="1.0" encoding="UTF-8" standalone="yes"?>
<Relationships xmlns="http://schemas.openxmlformats.org/package/2006/relationships"><Relationship Id="rId3" Type="http://schemas.openxmlformats.org/officeDocument/2006/relationships/theme" Target="../theme/theme32.xml"/><Relationship Id="rId2" Type="http://schemas.openxmlformats.org/officeDocument/2006/relationships/slideLayout" Target="../slideLayouts/slideLayout87.xml"/><Relationship Id="rId1" Type="http://schemas.openxmlformats.org/officeDocument/2006/relationships/slideLayout" Target="../slideLayouts/slideLayout86.xml"/><Relationship Id="rId4" Type="http://schemas.openxmlformats.org/officeDocument/2006/relationships/image" Target="../media/image6.png"/></Relationships>
</file>

<file path=ppt/slideMasters/_rels/slideMaster3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3.xml"/><Relationship Id="rId2" Type="http://schemas.openxmlformats.org/officeDocument/2006/relationships/slideLayout" Target="../slideLayouts/slideLayout89.xml"/><Relationship Id="rId1" Type="http://schemas.openxmlformats.org/officeDocument/2006/relationships/slideLayout" Target="../slideLayouts/slideLayout88.xml"/><Relationship Id="rId4" Type="http://schemas.openxmlformats.org/officeDocument/2006/relationships/image" Target="../media/image7.png"/></Relationships>
</file>

<file path=ppt/slideMasters/_rels/slideMaster34.xml.rels><?xml version="1.0" encoding="UTF-8" standalone="yes"?>
<Relationships xmlns="http://schemas.openxmlformats.org/package/2006/relationships"><Relationship Id="rId3" Type="http://schemas.openxmlformats.org/officeDocument/2006/relationships/theme" Target="../theme/theme34.xml"/><Relationship Id="rId2" Type="http://schemas.openxmlformats.org/officeDocument/2006/relationships/slideLayout" Target="../slideLayouts/slideLayout91.xml"/><Relationship Id="rId1" Type="http://schemas.openxmlformats.org/officeDocument/2006/relationships/slideLayout" Target="../slideLayouts/slideLayout90.xml"/><Relationship Id="rId4" Type="http://schemas.openxmlformats.org/officeDocument/2006/relationships/image" Target="../media/image2.png"/></Relationships>
</file>

<file path=ppt/slideMasters/_rels/slideMaster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4.xml"/><Relationship Id="rId2" Type="http://schemas.openxmlformats.org/officeDocument/2006/relationships/slideLayout" Target="../slideLayouts/slideLayout93.xml"/><Relationship Id="rId1" Type="http://schemas.openxmlformats.org/officeDocument/2006/relationships/slideLayout" Target="../slideLayouts/slideLayout92.xml"/><Relationship Id="rId4" Type="http://schemas.openxmlformats.org/officeDocument/2006/relationships/theme" Target="../theme/theme35.xml"/></Relationships>
</file>

<file path=ppt/slideMasters/_rels/slideMaster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7.xml"/><Relationship Id="rId2" Type="http://schemas.openxmlformats.org/officeDocument/2006/relationships/slideLayout" Target="../slideLayouts/slideLayout96.xml"/><Relationship Id="rId1" Type="http://schemas.openxmlformats.org/officeDocument/2006/relationships/slideLayout" Target="../slideLayouts/slideLayout95.xml"/><Relationship Id="rId6" Type="http://schemas.openxmlformats.org/officeDocument/2006/relationships/theme" Target="../theme/theme36.xml"/><Relationship Id="rId5" Type="http://schemas.openxmlformats.org/officeDocument/2006/relationships/slideLayout" Target="../slideLayouts/slideLayout99.xml"/><Relationship Id="rId4" Type="http://schemas.openxmlformats.org/officeDocument/2006/relationships/slideLayout" Target="../slideLayouts/slideLayout98.xml"/></Relationships>
</file>

<file path=ppt/slideMasters/_rels/slideMaster37.xml.rels><?xml version="1.0" encoding="UTF-8" standalone="yes"?>
<Relationships xmlns="http://schemas.openxmlformats.org/package/2006/relationships"><Relationship Id="rId3" Type="http://schemas.openxmlformats.org/officeDocument/2006/relationships/theme" Target="../theme/theme37.xml"/><Relationship Id="rId2" Type="http://schemas.openxmlformats.org/officeDocument/2006/relationships/slideLayout" Target="../slideLayouts/slideLayout101.xml"/><Relationship Id="rId1" Type="http://schemas.openxmlformats.org/officeDocument/2006/relationships/slideLayout" Target="../slideLayouts/slideLayout100.xml"/><Relationship Id="rId4" Type="http://schemas.openxmlformats.org/officeDocument/2006/relationships/image" Target="../media/image3.png"/></Relationships>
</file>

<file path=ppt/slideMasters/_rels/slideMaster38.xml.rels><?xml version="1.0" encoding="UTF-8" standalone="yes"?>
<Relationships xmlns="http://schemas.openxmlformats.org/package/2006/relationships"><Relationship Id="rId3" Type="http://schemas.openxmlformats.org/officeDocument/2006/relationships/theme" Target="../theme/theme38.xml"/><Relationship Id="rId2" Type="http://schemas.openxmlformats.org/officeDocument/2006/relationships/slideLayout" Target="../slideLayouts/slideLayout103.xml"/><Relationship Id="rId1" Type="http://schemas.openxmlformats.org/officeDocument/2006/relationships/slideLayout" Target="../slideLayouts/slideLayout102.xml"/><Relationship Id="rId4" Type="http://schemas.openxmlformats.org/officeDocument/2006/relationships/image" Target="../media/image1.png"/></Relationships>
</file>

<file path=ppt/slideMasters/_rels/slideMaster39.xml.rels><?xml version="1.0" encoding="UTF-8" standalone="yes"?>
<Relationships xmlns="http://schemas.openxmlformats.org/package/2006/relationships"><Relationship Id="rId3" Type="http://schemas.openxmlformats.org/officeDocument/2006/relationships/theme" Target="../theme/theme39.xml"/><Relationship Id="rId2" Type="http://schemas.openxmlformats.org/officeDocument/2006/relationships/slideLayout" Target="../slideLayouts/slideLayout105.xml"/><Relationship Id="rId1" Type="http://schemas.openxmlformats.org/officeDocument/2006/relationships/slideLayout" Target="../slideLayouts/slideLayout104.xml"/><Relationship Id="rId4" Type="http://schemas.openxmlformats.org/officeDocument/2006/relationships/image" Target="../media/image4.png"/></Relationships>
</file>

<file path=ppt/slideMasters/_rels/slideMaster40.xml.rels><?xml version="1.0" encoding="UTF-8" standalone="yes"?>
<Relationships xmlns="http://schemas.openxmlformats.org/package/2006/relationships"><Relationship Id="rId3" Type="http://schemas.openxmlformats.org/officeDocument/2006/relationships/theme" Target="../theme/theme40.xml"/><Relationship Id="rId2" Type="http://schemas.openxmlformats.org/officeDocument/2006/relationships/slideLayout" Target="../slideLayouts/slideLayout107.xml"/><Relationship Id="rId1" Type="http://schemas.openxmlformats.org/officeDocument/2006/relationships/slideLayout" Target="../slideLayouts/slideLayout106.xml"/><Relationship Id="rId4" Type="http://schemas.openxmlformats.org/officeDocument/2006/relationships/image" Target="../media/image5.png"/></Relationships>
</file>

<file path=ppt/slideMasters/_rels/slideMaster41.xml.rels><?xml version="1.0" encoding="UTF-8" standalone="yes"?>
<Relationships xmlns="http://schemas.openxmlformats.org/package/2006/relationships"><Relationship Id="rId3" Type="http://schemas.openxmlformats.org/officeDocument/2006/relationships/theme" Target="../theme/theme41.xml"/><Relationship Id="rId2" Type="http://schemas.openxmlformats.org/officeDocument/2006/relationships/slideLayout" Target="../slideLayouts/slideLayout109.xml"/><Relationship Id="rId1" Type="http://schemas.openxmlformats.org/officeDocument/2006/relationships/slideLayout" Target="../slideLayouts/slideLayout108.xml"/><Relationship Id="rId4" Type="http://schemas.openxmlformats.org/officeDocument/2006/relationships/image" Target="../media/image5.png"/></Relationships>
</file>

<file path=ppt/slideMasters/_rels/slideMaster42.xml.rels><?xml version="1.0" encoding="UTF-8" standalone="yes"?>
<Relationships xmlns="http://schemas.openxmlformats.org/package/2006/relationships"><Relationship Id="rId3" Type="http://schemas.openxmlformats.org/officeDocument/2006/relationships/theme" Target="../theme/theme42.xml"/><Relationship Id="rId2" Type="http://schemas.openxmlformats.org/officeDocument/2006/relationships/slideLayout" Target="../slideLayouts/slideLayout111.xml"/><Relationship Id="rId1" Type="http://schemas.openxmlformats.org/officeDocument/2006/relationships/slideLayout" Target="../slideLayouts/slideLayout110.xml"/><Relationship Id="rId4" Type="http://schemas.openxmlformats.org/officeDocument/2006/relationships/image" Target="../media/image2.png"/></Relationships>
</file>

<file path=ppt/slideMasters/_rels/slideMaster43.xml.rels><?xml version="1.0" encoding="UTF-8" standalone="yes"?>
<Relationships xmlns="http://schemas.openxmlformats.org/package/2006/relationships"><Relationship Id="rId3" Type="http://schemas.openxmlformats.org/officeDocument/2006/relationships/theme" Target="../theme/theme43.xml"/><Relationship Id="rId2" Type="http://schemas.openxmlformats.org/officeDocument/2006/relationships/slideLayout" Target="../slideLayouts/slideLayout113.xml"/><Relationship Id="rId1" Type="http://schemas.openxmlformats.org/officeDocument/2006/relationships/slideLayout" Target="../slideLayouts/slideLayout112.xml"/><Relationship Id="rId4" Type="http://schemas.openxmlformats.org/officeDocument/2006/relationships/image" Target="../media/image6.png"/></Relationships>
</file>

<file path=ppt/slideMasters/_rels/slideMaster4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4.xml"/><Relationship Id="rId2" Type="http://schemas.openxmlformats.org/officeDocument/2006/relationships/slideLayout" Target="../slideLayouts/slideLayout115.xml"/><Relationship Id="rId1" Type="http://schemas.openxmlformats.org/officeDocument/2006/relationships/slideLayout" Target="../slideLayouts/slideLayout114.xml"/><Relationship Id="rId4" Type="http://schemas.openxmlformats.org/officeDocument/2006/relationships/image" Target="../media/image7.png"/></Relationships>
</file>

<file path=ppt/slideMasters/_rels/slideMaster45.xml.rels><?xml version="1.0" encoding="UTF-8" standalone="yes"?>
<Relationships xmlns="http://schemas.openxmlformats.org/package/2006/relationships"><Relationship Id="rId3" Type="http://schemas.openxmlformats.org/officeDocument/2006/relationships/theme" Target="../theme/theme45.xml"/><Relationship Id="rId2" Type="http://schemas.openxmlformats.org/officeDocument/2006/relationships/slideLayout" Target="../slideLayouts/slideLayout117.xml"/><Relationship Id="rId1" Type="http://schemas.openxmlformats.org/officeDocument/2006/relationships/slideLayout" Target="../slideLayouts/slideLayout116.xml"/><Relationship Id="rId4" Type="http://schemas.openxmlformats.org/officeDocument/2006/relationships/image" Target="../media/image3.png"/></Relationships>
</file>

<file path=ppt/slideMasters/_rels/slideMaster46.xml.rels><?xml version="1.0" encoding="UTF-8" standalone="yes"?>
<Relationships xmlns="http://schemas.openxmlformats.org/package/2006/relationships"><Relationship Id="rId3" Type="http://schemas.openxmlformats.org/officeDocument/2006/relationships/theme" Target="../theme/theme46.xml"/><Relationship Id="rId2" Type="http://schemas.openxmlformats.org/officeDocument/2006/relationships/slideLayout" Target="../slideLayouts/slideLayout119.xml"/><Relationship Id="rId1" Type="http://schemas.openxmlformats.org/officeDocument/2006/relationships/slideLayout" Target="../slideLayouts/slideLayout118.xml"/><Relationship Id="rId4" Type="http://schemas.openxmlformats.org/officeDocument/2006/relationships/image" Target="../media/image5.png"/></Relationships>
</file>

<file path=ppt/slideMasters/_rels/slideMaster47.xml.rels><?xml version="1.0" encoding="UTF-8" standalone="yes"?>
<Relationships xmlns="http://schemas.openxmlformats.org/package/2006/relationships"><Relationship Id="rId3" Type="http://schemas.openxmlformats.org/officeDocument/2006/relationships/theme" Target="../theme/theme47.xml"/><Relationship Id="rId2" Type="http://schemas.openxmlformats.org/officeDocument/2006/relationships/slideLayout" Target="../slideLayouts/slideLayout121.xml"/><Relationship Id="rId1" Type="http://schemas.openxmlformats.org/officeDocument/2006/relationships/slideLayout" Target="../slideLayouts/slideLayout120.xml"/><Relationship Id="rId4" Type="http://schemas.openxmlformats.org/officeDocument/2006/relationships/image" Target="../media/image5.png"/></Relationships>
</file>

<file path=ppt/slideMasters/_rels/slideMaster48.xml.rels><?xml version="1.0" encoding="UTF-8" standalone="yes"?>
<Relationships xmlns="http://schemas.openxmlformats.org/package/2006/relationships"><Relationship Id="rId3" Type="http://schemas.openxmlformats.org/officeDocument/2006/relationships/theme" Target="../theme/theme48.xml"/><Relationship Id="rId2" Type="http://schemas.openxmlformats.org/officeDocument/2006/relationships/slideLayout" Target="../slideLayouts/slideLayout123.xml"/><Relationship Id="rId1" Type="http://schemas.openxmlformats.org/officeDocument/2006/relationships/slideLayout" Target="../slideLayouts/slideLayout122.xml"/><Relationship Id="rId4" Type="http://schemas.openxmlformats.org/officeDocument/2006/relationships/image" Target="../media/image2.png"/></Relationships>
</file>

<file path=ppt/slideMasters/_rels/slideMaster49.xml.rels><?xml version="1.0" encoding="UTF-8" standalone="yes"?>
<Relationships xmlns="http://schemas.openxmlformats.org/package/2006/relationships"><Relationship Id="rId3" Type="http://schemas.openxmlformats.org/officeDocument/2006/relationships/theme" Target="../theme/theme49.xml"/><Relationship Id="rId2" Type="http://schemas.openxmlformats.org/officeDocument/2006/relationships/slideLayout" Target="../slideLayouts/slideLayout125.xml"/><Relationship Id="rId1" Type="http://schemas.openxmlformats.org/officeDocument/2006/relationships/slideLayout" Target="../slideLayouts/slideLayout124.xml"/><Relationship Id="rId4" Type="http://schemas.openxmlformats.org/officeDocument/2006/relationships/image" Target="../media/image6.png"/></Relationships>
</file>

<file path=ppt/slideMasters/_rels/slideMaster50.xml.rels><?xml version="1.0" encoding="UTF-8" standalone="yes"?>
<Relationships xmlns="http://schemas.openxmlformats.org/package/2006/relationships"><Relationship Id="rId3" Type="http://schemas.openxmlformats.org/officeDocument/2006/relationships/theme" Target="../theme/theme50.xml"/><Relationship Id="rId2" Type="http://schemas.openxmlformats.org/officeDocument/2006/relationships/slideLayout" Target="../slideLayouts/slideLayout127.xml"/><Relationship Id="rId1" Type="http://schemas.openxmlformats.org/officeDocument/2006/relationships/slideLayout" Target="../slideLayouts/slideLayout126.xml"/><Relationship Id="rId4" Type="http://schemas.openxmlformats.org/officeDocument/2006/relationships/image" Target="../media/image7.png"/></Relationships>
</file>

<file path=ppt/slideMasters/_rels/slideMaster51.xml.rels><?xml version="1.0" encoding="UTF-8" standalone="yes"?>
<Relationships xmlns="http://schemas.openxmlformats.org/package/2006/relationships"><Relationship Id="rId3" Type="http://schemas.openxmlformats.org/officeDocument/2006/relationships/theme" Target="../theme/theme51.xml"/><Relationship Id="rId2" Type="http://schemas.openxmlformats.org/officeDocument/2006/relationships/slideLayout" Target="../slideLayouts/slideLayout129.xml"/><Relationship Id="rId1" Type="http://schemas.openxmlformats.org/officeDocument/2006/relationships/slideLayout" Target="../slideLayouts/slideLayout128.xml"/><Relationship Id="rId4" Type="http://schemas.openxmlformats.org/officeDocument/2006/relationships/image" Target="../media/image2.png"/></Relationships>
</file>

<file path=ppt/slideMasters/_rels/slideMaster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2.xml"/><Relationship Id="rId2" Type="http://schemas.openxmlformats.org/officeDocument/2006/relationships/slideLayout" Target="../slideLayouts/slideLayout131.xml"/><Relationship Id="rId1" Type="http://schemas.openxmlformats.org/officeDocument/2006/relationships/slideLayout" Target="../slideLayouts/slideLayout130.xml"/><Relationship Id="rId4" Type="http://schemas.openxmlformats.org/officeDocument/2006/relationships/theme" Target="../theme/theme52.xml"/></Relationships>
</file>

<file path=ppt/slideMasters/_rels/slideMaster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5.xml"/><Relationship Id="rId2" Type="http://schemas.openxmlformats.org/officeDocument/2006/relationships/slideLayout" Target="../slideLayouts/slideLayout134.xml"/><Relationship Id="rId1" Type="http://schemas.openxmlformats.org/officeDocument/2006/relationships/slideLayout" Target="../slideLayouts/slideLayout133.xml"/><Relationship Id="rId5" Type="http://schemas.openxmlformats.org/officeDocument/2006/relationships/theme" Target="../theme/theme53.xml"/><Relationship Id="rId4" Type="http://schemas.openxmlformats.org/officeDocument/2006/relationships/slideLayout" Target="../slideLayouts/slideLayout136.xml"/></Relationships>
</file>

<file path=ppt/slideMasters/_rels/slideMaster54.xml.rels><?xml version="1.0" encoding="UTF-8" standalone="yes"?>
<Relationships xmlns="http://schemas.openxmlformats.org/package/2006/relationships"><Relationship Id="rId3" Type="http://schemas.openxmlformats.org/officeDocument/2006/relationships/theme" Target="../theme/theme54.xml"/><Relationship Id="rId2" Type="http://schemas.openxmlformats.org/officeDocument/2006/relationships/slideLayout" Target="../slideLayouts/slideLayout138.xml"/><Relationship Id="rId1" Type="http://schemas.openxmlformats.org/officeDocument/2006/relationships/slideLayout" Target="../slideLayouts/slideLayout137.xml"/><Relationship Id="rId4" Type="http://schemas.openxmlformats.org/officeDocument/2006/relationships/image" Target="../media/image3.png"/></Relationships>
</file>

<file path=ppt/slideMasters/_rels/slideMaster5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5.xml"/><Relationship Id="rId2" Type="http://schemas.openxmlformats.org/officeDocument/2006/relationships/slideLayout" Target="../slideLayouts/slideLayout140.xml"/><Relationship Id="rId1" Type="http://schemas.openxmlformats.org/officeDocument/2006/relationships/slideLayout" Target="../slideLayouts/slideLayout139.xml"/><Relationship Id="rId4" Type="http://schemas.openxmlformats.org/officeDocument/2006/relationships/image" Target="../media/image1.png"/></Relationships>
</file>

<file path=ppt/slideMasters/_rels/slideMaster56.xml.rels><?xml version="1.0" encoding="UTF-8" standalone="yes"?>
<Relationships xmlns="http://schemas.openxmlformats.org/package/2006/relationships"><Relationship Id="rId3" Type="http://schemas.openxmlformats.org/officeDocument/2006/relationships/theme" Target="../theme/theme56.xml"/><Relationship Id="rId2" Type="http://schemas.openxmlformats.org/officeDocument/2006/relationships/slideLayout" Target="../slideLayouts/slideLayout142.xml"/><Relationship Id="rId1" Type="http://schemas.openxmlformats.org/officeDocument/2006/relationships/slideLayout" Target="../slideLayouts/slideLayout141.xml"/><Relationship Id="rId4" Type="http://schemas.openxmlformats.org/officeDocument/2006/relationships/image" Target="../media/image4.png"/></Relationships>
</file>

<file path=ppt/slideMasters/_rels/slideMaster57.xml.rels><?xml version="1.0" encoding="UTF-8" standalone="yes"?>
<Relationships xmlns="http://schemas.openxmlformats.org/package/2006/relationships"><Relationship Id="rId3" Type="http://schemas.openxmlformats.org/officeDocument/2006/relationships/theme" Target="../theme/theme57.xml"/><Relationship Id="rId2" Type="http://schemas.openxmlformats.org/officeDocument/2006/relationships/slideLayout" Target="../slideLayouts/slideLayout144.xml"/><Relationship Id="rId1" Type="http://schemas.openxmlformats.org/officeDocument/2006/relationships/slideLayout" Target="../slideLayouts/slideLayout143.xml"/><Relationship Id="rId4" Type="http://schemas.openxmlformats.org/officeDocument/2006/relationships/image" Target="../media/image5.png"/></Relationships>
</file>

<file path=ppt/slideMasters/_rels/slideMaster58.xml.rels><?xml version="1.0" encoding="UTF-8" standalone="yes"?>
<Relationships xmlns="http://schemas.openxmlformats.org/package/2006/relationships"><Relationship Id="rId3" Type="http://schemas.openxmlformats.org/officeDocument/2006/relationships/theme" Target="../theme/theme58.xml"/><Relationship Id="rId2" Type="http://schemas.openxmlformats.org/officeDocument/2006/relationships/slideLayout" Target="../slideLayouts/slideLayout146.xml"/><Relationship Id="rId1" Type="http://schemas.openxmlformats.org/officeDocument/2006/relationships/slideLayout" Target="../slideLayouts/slideLayout145.xml"/><Relationship Id="rId4" Type="http://schemas.openxmlformats.org/officeDocument/2006/relationships/image" Target="../media/image5.png"/></Relationships>
</file>

<file path=ppt/slideMasters/_rels/slideMaster59.xml.rels><?xml version="1.0" encoding="UTF-8" standalone="yes"?>
<Relationships xmlns="http://schemas.openxmlformats.org/package/2006/relationships"><Relationship Id="rId3" Type="http://schemas.openxmlformats.org/officeDocument/2006/relationships/theme" Target="../theme/theme59.xml"/><Relationship Id="rId2" Type="http://schemas.openxmlformats.org/officeDocument/2006/relationships/slideLayout" Target="../slideLayouts/slideLayout148.xml"/><Relationship Id="rId1" Type="http://schemas.openxmlformats.org/officeDocument/2006/relationships/slideLayout" Target="../slideLayouts/slideLayout147.xml"/><Relationship Id="rId4" Type="http://schemas.openxmlformats.org/officeDocument/2006/relationships/image" Target="../media/image2.png"/></Relationships>
</file>

<file path=ppt/slideMasters/_rels/slideMaster60.xml.rels><?xml version="1.0" encoding="UTF-8" standalone="yes"?>
<Relationships xmlns="http://schemas.openxmlformats.org/package/2006/relationships"><Relationship Id="rId3" Type="http://schemas.openxmlformats.org/officeDocument/2006/relationships/theme" Target="../theme/theme60.xml"/><Relationship Id="rId2" Type="http://schemas.openxmlformats.org/officeDocument/2006/relationships/slideLayout" Target="../slideLayouts/slideLayout150.xml"/><Relationship Id="rId1" Type="http://schemas.openxmlformats.org/officeDocument/2006/relationships/slideLayout" Target="../slideLayouts/slideLayout149.xml"/><Relationship Id="rId4" Type="http://schemas.openxmlformats.org/officeDocument/2006/relationships/image" Target="../media/image6.png"/></Relationships>
</file>

<file path=ppt/slideMasters/_rels/slideMaster61.xml.rels><?xml version="1.0" encoding="UTF-8" standalone="yes"?>
<Relationships xmlns="http://schemas.openxmlformats.org/package/2006/relationships"><Relationship Id="rId3" Type="http://schemas.openxmlformats.org/officeDocument/2006/relationships/theme" Target="../theme/theme61.xml"/><Relationship Id="rId2" Type="http://schemas.openxmlformats.org/officeDocument/2006/relationships/slideLayout" Target="../slideLayouts/slideLayout152.xml"/><Relationship Id="rId1" Type="http://schemas.openxmlformats.org/officeDocument/2006/relationships/slideLayout" Target="../slideLayouts/slideLayout151.xml"/><Relationship Id="rId4" Type="http://schemas.openxmlformats.org/officeDocument/2006/relationships/image" Target="../media/image7.png"/></Relationships>
</file>

<file path=ppt/slideMasters/_rels/slideMaster62.xml.rels><?xml version="1.0" encoding="UTF-8" standalone="yes"?>
<Relationships xmlns="http://schemas.openxmlformats.org/package/2006/relationships"><Relationship Id="rId3" Type="http://schemas.openxmlformats.org/officeDocument/2006/relationships/theme" Target="../theme/theme62.xml"/><Relationship Id="rId2" Type="http://schemas.openxmlformats.org/officeDocument/2006/relationships/slideLayout" Target="../slideLayouts/slideLayout154.xml"/><Relationship Id="rId1" Type="http://schemas.openxmlformats.org/officeDocument/2006/relationships/slideLayout" Target="../slideLayouts/slideLayout153.xml"/><Relationship Id="rId4" Type="http://schemas.openxmlformats.org/officeDocument/2006/relationships/image" Target="../media/image3.png"/></Relationships>
</file>

<file path=ppt/slideMasters/_rels/slideMaster63.xml.rels><?xml version="1.0" encoding="UTF-8" standalone="yes"?>
<Relationships xmlns="http://schemas.openxmlformats.org/package/2006/relationships"><Relationship Id="rId3" Type="http://schemas.openxmlformats.org/officeDocument/2006/relationships/theme" Target="../theme/theme63.xml"/><Relationship Id="rId2" Type="http://schemas.openxmlformats.org/officeDocument/2006/relationships/slideLayout" Target="../slideLayouts/slideLayout156.xml"/><Relationship Id="rId1" Type="http://schemas.openxmlformats.org/officeDocument/2006/relationships/slideLayout" Target="../slideLayouts/slideLayout155.xml"/><Relationship Id="rId4" Type="http://schemas.openxmlformats.org/officeDocument/2006/relationships/image" Target="../media/image5.png"/></Relationships>
</file>

<file path=ppt/slideMasters/_rels/slideMaster64.xml.rels><?xml version="1.0" encoding="UTF-8" standalone="yes"?>
<Relationships xmlns="http://schemas.openxmlformats.org/package/2006/relationships"><Relationship Id="rId3" Type="http://schemas.openxmlformats.org/officeDocument/2006/relationships/theme" Target="../theme/theme64.xml"/><Relationship Id="rId2" Type="http://schemas.openxmlformats.org/officeDocument/2006/relationships/slideLayout" Target="../slideLayouts/slideLayout158.xml"/><Relationship Id="rId1" Type="http://schemas.openxmlformats.org/officeDocument/2006/relationships/slideLayout" Target="../slideLayouts/slideLayout157.xml"/><Relationship Id="rId4" Type="http://schemas.openxmlformats.org/officeDocument/2006/relationships/image" Target="../media/image5.png"/></Relationships>
</file>

<file path=ppt/slideMasters/_rels/slideMaster65.xml.rels><?xml version="1.0" encoding="UTF-8" standalone="yes"?>
<Relationships xmlns="http://schemas.openxmlformats.org/package/2006/relationships"><Relationship Id="rId3" Type="http://schemas.openxmlformats.org/officeDocument/2006/relationships/theme" Target="../theme/theme65.xml"/><Relationship Id="rId2" Type="http://schemas.openxmlformats.org/officeDocument/2006/relationships/slideLayout" Target="../slideLayouts/slideLayout160.xml"/><Relationship Id="rId1" Type="http://schemas.openxmlformats.org/officeDocument/2006/relationships/slideLayout" Target="../slideLayouts/slideLayout159.xml"/><Relationship Id="rId4" Type="http://schemas.openxmlformats.org/officeDocument/2006/relationships/image" Target="../media/image2.png"/></Relationships>
</file>

<file path=ppt/slideMasters/_rels/slideMaster66.xml.rels><?xml version="1.0" encoding="UTF-8" standalone="yes"?>
<Relationships xmlns="http://schemas.openxmlformats.org/package/2006/relationships"><Relationship Id="rId3" Type="http://schemas.openxmlformats.org/officeDocument/2006/relationships/theme" Target="../theme/theme66.xml"/><Relationship Id="rId2" Type="http://schemas.openxmlformats.org/officeDocument/2006/relationships/slideLayout" Target="../slideLayouts/slideLayout162.xml"/><Relationship Id="rId1" Type="http://schemas.openxmlformats.org/officeDocument/2006/relationships/slideLayout" Target="../slideLayouts/slideLayout161.xml"/><Relationship Id="rId4" Type="http://schemas.openxmlformats.org/officeDocument/2006/relationships/image" Target="../media/image6.png"/></Relationships>
</file>

<file path=ppt/slideMasters/_rels/slideMaster67.xml.rels><?xml version="1.0" encoding="UTF-8" standalone="yes"?>
<Relationships xmlns="http://schemas.openxmlformats.org/package/2006/relationships"><Relationship Id="rId3" Type="http://schemas.openxmlformats.org/officeDocument/2006/relationships/theme" Target="../theme/theme67.xml"/><Relationship Id="rId2" Type="http://schemas.openxmlformats.org/officeDocument/2006/relationships/slideLayout" Target="../slideLayouts/slideLayout164.xml"/><Relationship Id="rId1" Type="http://schemas.openxmlformats.org/officeDocument/2006/relationships/slideLayout" Target="../slideLayouts/slideLayout163.xml"/><Relationship Id="rId4" Type="http://schemas.openxmlformats.org/officeDocument/2006/relationships/image" Target="../media/image7.png"/></Relationships>
</file>

<file path=ppt/slideMasters/_rels/slideMaster6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2.xml"/><Relationship Id="rId13" Type="http://schemas.openxmlformats.org/officeDocument/2006/relationships/slideLayout" Target="../slideLayouts/slideLayout177.xml"/><Relationship Id="rId3" Type="http://schemas.openxmlformats.org/officeDocument/2006/relationships/slideLayout" Target="../slideLayouts/slideLayout167.xml"/><Relationship Id="rId7" Type="http://schemas.openxmlformats.org/officeDocument/2006/relationships/slideLayout" Target="../slideLayouts/slideLayout171.xml"/><Relationship Id="rId12" Type="http://schemas.openxmlformats.org/officeDocument/2006/relationships/slideLayout" Target="../slideLayouts/slideLayout176.xml"/><Relationship Id="rId2" Type="http://schemas.openxmlformats.org/officeDocument/2006/relationships/slideLayout" Target="../slideLayouts/slideLayout166.xml"/><Relationship Id="rId1" Type="http://schemas.openxmlformats.org/officeDocument/2006/relationships/slideLayout" Target="../slideLayouts/slideLayout165.xml"/><Relationship Id="rId6" Type="http://schemas.openxmlformats.org/officeDocument/2006/relationships/slideLayout" Target="../slideLayouts/slideLayout170.xml"/><Relationship Id="rId11" Type="http://schemas.openxmlformats.org/officeDocument/2006/relationships/slideLayout" Target="../slideLayouts/slideLayout175.xml"/><Relationship Id="rId5" Type="http://schemas.openxmlformats.org/officeDocument/2006/relationships/slideLayout" Target="../slideLayouts/slideLayout169.xml"/><Relationship Id="rId10" Type="http://schemas.openxmlformats.org/officeDocument/2006/relationships/slideLayout" Target="../slideLayouts/slideLayout174.xml"/><Relationship Id="rId4" Type="http://schemas.openxmlformats.org/officeDocument/2006/relationships/slideLayout" Target="../slideLayouts/slideLayout168.xml"/><Relationship Id="rId9" Type="http://schemas.openxmlformats.org/officeDocument/2006/relationships/slideLayout" Target="../slideLayouts/slideLayout173.xml"/><Relationship Id="rId14" Type="http://schemas.openxmlformats.org/officeDocument/2006/relationships/theme" Target="../theme/theme6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230979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941" r:id="rId5"/>
  </p:sldLayoutIdLst>
  <p:txStyles>
    <p:titleStyle>
      <a:lvl1pPr algn="ctr" defTabSz="380985" rtl="0" eaLnBrk="1" latinLnBrk="0" hangingPunct="1">
        <a:spcBef>
          <a:spcPct val="0"/>
        </a:spcBef>
        <a:buNone/>
        <a:defRPr sz="36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739" indent="-285739" algn="l" defTabSz="3809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1pPr>
      <a:lvl2pPr marL="619100" indent="-238115" algn="l" defTabSz="380985" rtl="0" eaLnBrk="1" latinLnBrk="0" hangingPunct="1">
        <a:spcBef>
          <a:spcPct val="20000"/>
        </a:spcBef>
        <a:buFont typeface="Arial"/>
        <a:buChar char="–"/>
        <a:defRPr sz="2333" kern="1200">
          <a:solidFill>
            <a:schemeClr val="tx1"/>
          </a:solidFill>
          <a:latin typeface="+mn-lt"/>
          <a:ea typeface="+mn-ea"/>
          <a:cs typeface="+mn-cs"/>
        </a:defRPr>
      </a:lvl2pPr>
      <a:lvl3pPr marL="952462" indent="-190492" algn="l" defTabSz="380985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33447" indent="-190492" algn="l" defTabSz="380985" rtl="0" eaLnBrk="1" latinLnBrk="0" hangingPunct="1">
        <a:spcBef>
          <a:spcPct val="20000"/>
        </a:spcBef>
        <a:buFont typeface="Arial"/>
        <a:buChar char="–"/>
        <a:defRPr sz="1667" kern="1200">
          <a:solidFill>
            <a:schemeClr val="tx1"/>
          </a:solidFill>
          <a:latin typeface="+mn-lt"/>
          <a:ea typeface="+mn-ea"/>
          <a:cs typeface="+mn-cs"/>
        </a:defRPr>
      </a:lvl4pPr>
      <a:lvl5pPr marL="1714431" indent="-190492" algn="l" defTabSz="380985" rtl="0" eaLnBrk="1" latinLnBrk="0" hangingPunct="1">
        <a:spcBef>
          <a:spcPct val="20000"/>
        </a:spcBef>
        <a:buFont typeface="Arial"/>
        <a:buChar char="»"/>
        <a:defRPr sz="1667" kern="1200">
          <a:solidFill>
            <a:schemeClr val="tx1"/>
          </a:solidFill>
          <a:latin typeface="+mn-lt"/>
          <a:ea typeface="+mn-ea"/>
          <a:cs typeface="+mn-cs"/>
        </a:defRPr>
      </a:lvl5pPr>
      <a:lvl6pPr marL="209541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6pPr>
      <a:lvl7pPr marL="2476401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7pPr>
      <a:lvl8pPr marL="285738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8pPr>
      <a:lvl9pPr marL="3238370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0985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6197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4295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93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0492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8590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66893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47878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wide 12b copy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99020"/>
            <a:ext cx="9144000" cy="3925318"/>
          </a:xfrm>
          <a:prstGeom prst="rect">
            <a:avLst/>
          </a:prstGeom>
        </p:spPr>
      </p:pic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58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8192804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964" r:id="rId2"/>
  </p:sldLayoutIdLst>
  <p:txStyles>
    <p:titleStyle>
      <a:lvl1pPr algn="ctr" defTabSz="380985" rtl="0" eaLnBrk="1" latinLnBrk="0" hangingPunct="1">
        <a:spcBef>
          <a:spcPct val="0"/>
        </a:spcBef>
        <a:buNone/>
        <a:defRPr sz="36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739" indent="-285739" algn="l" defTabSz="3809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1pPr>
      <a:lvl2pPr marL="619100" indent="-238115" algn="l" defTabSz="380985" rtl="0" eaLnBrk="1" latinLnBrk="0" hangingPunct="1">
        <a:spcBef>
          <a:spcPct val="20000"/>
        </a:spcBef>
        <a:buFont typeface="Arial"/>
        <a:buChar char="–"/>
        <a:defRPr sz="2333" kern="1200">
          <a:solidFill>
            <a:schemeClr val="tx1"/>
          </a:solidFill>
          <a:latin typeface="+mn-lt"/>
          <a:ea typeface="+mn-ea"/>
          <a:cs typeface="+mn-cs"/>
        </a:defRPr>
      </a:lvl2pPr>
      <a:lvl3pPr marL="952462" indent="-190492" algn="l" defTabSz="380985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33447" indent="-190492" algn="l" defTabSz="380985" rtl="0" eaLnBrk="1" latinLnBrk="0" hangingPunct="1">
        <a:spcBef>
          <a:spcPct val="20000"/>
        </a:spcBef>
        <a:buFont typeface="Arial"/>
        <a:buChar char="–"/>
        <a:defRPr sz="1667" kern="1200">
          <a:solidFill>
            <a:schemeClr val="tx1"/>
          </a:solidFill>
          <a:latin typeface="+mn-lt"/>
          <a:ea typeface="+mn-ea"/>
          <a:cs typeface="+mn-cs"/>
        </a:defRPr>
      </a:lvl4pPr>
      <a:lvl5pPr marL="1714431" indent="-190492" algn="l" defTabSz="380985" rtl="0" eaLnBrk="1" latinLnBrk="0" hangingPunct="1">
        <a:spcBef>
          <a:spcPct val="20000"/>
        </a:spcBef>
        <a:buFont typeface="Arial"/>
        <a:buChar char="»"/>
        <a:defRPr sz="1667" kern="1200">
          <a:solidFill>
            <a:schemeClr val="tx1"/>
          </a:solidFill>
          <a:latin typeface="+mn-lt"/>
          <a:ea typeface="+mn-ea"/>
          <a:cs typeface="+mn-cs"/>
        </a:defRPr>
      </a:lvl5pPr>
      <a:lvl6pPr marL="209541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6pPr>
      <a:lvl7pPr marL="2476401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7pPr>
      <a:lvl8pPr marL="285738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8pPr>
      <a:lvl9pPr marL="3238370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0985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6197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4295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93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0492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8590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66893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47878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383132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775" r:id="rId3"/>
  </p:sldLayoutIdLst>
  <p:txStyles>
    <p:titleStyle>
      <a:lvl1pPr algn="ctr" defTabSz="380985" rtl="0" eaLnBrk="1" latinLnBrk="0" hangingPunct="1">
        <a:spcBef>
          <a:spcPct val="0"/>
        </a:spcBef>
        <a:buNone/>
        <a:defRPr sz="36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739" indent="-285739" algn="l" defTabSz="3809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1pPr>
      <a:lvl2pPr marL="619100" indent="-238115" algn="l" defTabSz="380985" rtl="0" eaLnBrk="1" latinLnBrk="0" hangingPunct="1">
        <a:spcBef>
          <a:spcPct val="20000"/>
        </a:spcBef>
        <a:buFont typeface="Arial"/>
        <a:buChar char="–"/>
        <a:defRPr sz="2333" kern="1200">
          <a:solidFill>
            <a:schemeClr val="tx1"/>
          </a:solidFill>
          <a:latin typeface="+mn-lt"/>
          <a:ea typeface="+mn-ea"/>
          <a:cs typeface="+mn-cs"/>
        </a:defRPr>
      </a:lvl2pPr>
      <a:lvl3pPr marL="952462" indent="-190492" algn="l" defTabSz="380985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33447" indent="-190492" algn="l" defTabSz="380985" rtl="0" eaLnBrk="1" latinLnBrk="0" hangingPunct="1">
        <a:spcBef>
          <a:spcPct val="20000"/>
        </a:spcBef>
        <a:buFont typeface="Arial"/>
        <a:buChar char="–"/>
        <a:defRPr sz="1667" kern="1200">
          <a:solidFill>
            <a:schemeClr val="tx1"/>
          </a:solidFill>
          <a:latin typeface="+mn-lt"/>
          <a:ea typeface="+mn-ea"/>
          <a:cs typeface="+mn-cs"/>
        </a:defRPr>
      </a:lvl4pPr>
      <a:lvl5pPr marL="1714431" indent="-190492" algn="l" defTabSz="380985" rtl="0" eaLnBrk="1" latinLnBrk="0" hangingPunct="1">
        <a:spcBef>
          <a:spcPct val="20000"/>
        </a:spcBef>
        <a:buFont typeface="Arial"/>
        <a:buChar char="»"/>
        <a:defRPr sz="1667" kern="1200">
          <a:solidFill>
            <a:schemeClr val="tx1"/>
          </a:solidFill>
          <a:latin typeface="+mn-lt"/>
          <a:ea typeface="+mn-ea"/>
          <a:cs typeface="+mn-cs"/>
        </a:defRPr>
      </a:lvl5pPr>
      <a:lvl6pPr marL="209541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6pPr>
      <a:lvl7pPr marL="2476401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7pPr>
      <a:lvl8pPr marL="285738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8pPr>
      <a:lvl9pPr marL="3238370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0985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6197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4295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93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0492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8590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66893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47878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5296961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DF20A25B-5F19-D24C-902F-2950F69BC80C}" type="datetimeFigureOut">
              <a:rPr lang="en-US" smtClean="0"/>
              <a:pPr>
                <a:defRPr/>
              </a:pPr>
              <a:t>7/16/2020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5296961"/>
            <a:ext cx="2895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5296961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310C5A4B-DD28-164E-B668-07A45EB8320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2" name="Picture 1" descr="wide 13b copy.png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64080"/>
            <a:ext cx="9144000" cy="4250920"/>
          </a:xfrm>
          <a:prstGeom prst="rect">
            <a:avLst/>
          </a:prstGeom>
        </p:spPr>
      </p:pic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59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2416739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958" r:id="rId3"/>
  </p:sldLayoutIdLst>
  <p:txStyles>
    <p:titleStyle>
      <a:lvl1pPr algn="ctr" defTabSz="380985" rtl="0" eaLnBrk="1" fontAlgn="base" hangingPunct="1">
        <a:spcBef>
          <a:spcPct val="0"/>
        </a:spcBef>
        <a:spcAft>
          <a:spcPct val="0"/>
        </a:spcAft>
        <a:defRPr sz="3667" kern="1200">
          <a:solidFill>
            <a:schemeClr val="tx1"/>
          </a:solidFill>
          <a:latin typeface="+mj-lt"/>
          <a:ea typeface="ＭＳ Ｐゴシック" charset="0"/>
          <a:cs typeface="ＭＳ Ｐゴシック" charset="0"/>
        </a:defRPr>
      </a:lvl1pPr>
      <a:lvl2pPr algn="ctr" defTabSz="380985" rtl="0" eaLnBrk="1" fontAlgn="base" hangingPunct="1">
        <a:spcBef>
          <a:spcPct val="0"/>
        </a:spcBef>
        <a:spcAft>
          <a:spcPct val="0"/>
        </a:spcAft>
        <a:defRPr sz="36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2pPr>
      <a:lvl3pPr algn="ctr" defTabSz="380985" rtl="0" eaLnBrk="1" fontAlgn="base" hangingPunct="1">
        <a:spcBef>
          <a:spcPct val="0"/>
        </a:spcBef>
        <a:spcAft>
          <a:spcPct val="0"/>
        </a:spcAft>
        <a:defRPr sz="36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3pPr>
      <a:lvl4pPr algn="ctr" defTabSz="380985" rtl="0" eaLnBrk="1" fontAlgn="base" hangingPunct="1">
        <a:spcBef>
          <a:spcPct val="0"/>
        </a:spcBef>
        <a:spcAft>
          <a:spcPct val="0"/>
        </a:spcAft>
        <a:defRPr sz="36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4pPr>
      <a:lvl5pPr algn="ctr" defTabSz="380985" rtl="0" eaLnBrk="1" fontAlgn="base" hangingPunct="1">
        <a:spcBef>
          <a:spcPct val="0"/>
        </a:spcBef>
        <a:spcAft>
          <a:spcPct val="0"/>
        </a:spcAft>
        <a:defRPr sz="36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5pPr>
      <a:lvl6pPr marL="380985" algn="ctr" defTabSz="380985" rtl="0" eaLnBrk="1" fontAlgn="base" hangingPunct="1">
        <a:spcBef>
          <a:spcPct val="0"/>
        </a:spcBef>
        <a:spcAft>
          <a:spcPct val="0"/>
        </a:spcAft>
        <a:defRPr sz="36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761970" algn="ctr" defTabSz="380985" rtl="0" eaLnBrk="1" fontAlgn="base" hangingPunct="1">
        <a:spcBef>
          <a:spcPct val="0"/>
        </a:spcBef>
        <a:spcAft>
          <a:spcPct val="0"/>
        </a:spcAft>
        <a:defRPr sz="36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142954" algn="ctr" defTabSz="380985" rtl="0" eaLnBrk="1" fontAlgn="base" hangingPunct="1">
        <a:spcBef>
          <a:spcPct val="0"/>
        </a:spcBef>
        <a:spcAft>
          <a:spcPct val="0"/>
        </a:spcAft>
        <a:defRPr sz="36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1523939" algn="ctr" defTabSz="380985" rtl="0" eaLnBrk="1" fontAlgn="base" hangingPunct="1">
        <a:spcBef>
          <a:spcPct val="0"/>
        </a:spcBef>
        <a:spcAft>
          <a:spcPct val="0"/>
        </a:spcAft>
        <a:defRPr sz="36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285739" indent="-285739" algn="l" defTabSz="380985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667" kern="12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619100" indent="-238115" algn="l" defTabSz="380985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333" kern="1200">
          <a:solidFill>
            <a:schemeClr val="tx1"/>
          </a:solidFill>
          <a:latin typeface="+mn-lt"/>
          <a:ea typeface="ＭＳ Ｐゴシック" charset="0"/>
          <a:cs typeface="+mn-cs"/>
        </a:defRPr>
      </a:lvl2pPr>
      <a:lvl3pPr marL="952462" indent="-190492" algn="l" defTabSz="380985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000" kern="1200">
          <a:solidFill>
            <a:schemeClr val="tx1"/>
          </a:solidFill>
          <a:latin typeface="+mn-lt"/>
          <a:ea typeface="ＭＳ Ｐゴシック" charset="0"/>
          <a:cs typeface="+mn-cs"/>
        </a:defRPr>
      </a:lvl3pPr>
      <a:lvl4pPr marL="1333447" indent="-190492" algn="l" defTabSz="380985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1667" kern="1200">
          <a:solidFill>
            <a:schemeClr val="tx1"/>
          </a:solidFill>
          <a:latin typeface="+mn-lt"/>
          <a:ea typeface="ＭＳ Ｐゴシック" charset="0"/>
          <a:cs typeface="+mn-cs"/>
        </a:defRPr>
      </a:lvl4pPr>
      <a:lvl5pPr marL="1714431" indent="-190492" algn="l" defTabSz="380985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1667" kern="1200">
          <a:solidFill>
            <a:schemeClr val="tx1"/>
          </a:solidFill>
          <a:latin typeface="+mn-lt"/>
          <a:ea typeface="ＭＳ Ｐゴシック" charset="0"/>
          <a:cs typeface="+mn-cs"/>
        </a:defRPr>
      </a:lvl5pPr>
      <a:lvl6pPr marL="209541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6pPr>
      <a:lvl7pPr marL="2476401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7pPr>
      <a:lvl8pPr marL="285738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8pPr>
      <a:lvl9pPr marL="3238370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0985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6197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4295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93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0492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8590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66893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47878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wide 14b.png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44827"/>
            <a:ext cx="9144000" cy="4585567"/>
          </a:xfrm>
          <a:prstGeom prst="rect">
            <a:avLst/>
          </a:prstGeom>
        </p:spPr>
      </p:pic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8774" y="5449859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29007460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963" r:id="rId3"/>
  </p:sldLayoutIdLst>
  <p:txStyles>
    <p:titleStyle>
      <a:lvl1pPr algn="ctr" defTabSz="380985" rtl="0" eaLnBrk="1" latinLnBrk="0" hangingPunct="1">
        <a:spcBef>
          <a:spcPct val="0"/>
        </a:spcBef>
        <a:buNone/>
        <a:defRPr sz="36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739" indent="-285739" algn="l" defTabSz="3809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1pPr>
      <a:lvl2pPr marL="619100" indent="-238115" algn="l" defTabSz="380985" rtl="0" eaLnBrk="1" latinLnBrk="0" hangingPunct="1">
        <a:spcBef>
          <a:spcPct val="20000"/>
        </a:spcBef>
        <a:buFont typeface="Arial"/>
        <a:buChar char="–"/>
        <a:defRPr sz="2333" kern="1200">
          <a:solidFill>
            <a:schemeClr val="tx1"/>
          </a:solidFill>
          <a:latin typeface="+mn-lt"/>
          <a:ea typeface="+mn-ea"/>
          <a:cs typeface="+mn-cs"/>
        </a:defRPr>
      </a:lvl2pPr>
      <a:lvl3pPr marL="952462" indent="-190492" algn="l" defTabSz="380985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33447" indent="-190492" algn="l" defTabSz="380985" rtl="0" eaLnBrk="1" latinLnBrk="0" hangingPunct="1">
        <a:spcBef>
          <a:spcPct val="20000"/>
        </a:spcBef>
        <a:buFont typeface="Arial"/>
        <a:buChar char="–"/>
        <a:defRPr sz="1667" kern="1200">
          <a:solidFill>
            <a:schemeClr val="tx1"/>
          </a:solidFill>
          <a:latin typeface="+mn-lt"/>
          <a:ea typeface="+mn-ea"/>
          <a:cs typeface="+mn-cs"/>
        </a:defRPr>
      </a:lvl4pPr>
      <a:lvl5pPr marL="1714431" indent="-190492" algn="l" defTabSz="380985" rtl="0" eaLnBrk="1" latinLnBrk="0" hangingPunct="1">
        <a:spcBef>
          <a:spcPct val="20000"/>
        </a:spcBef>
        <a:buFont typeface="Arial"/>
        <a:buChar char="»"/>
        <a:defRPr sz="1667" kern="1200">
          <a:solidFill>
            <a:schemeClr val="tx1"/>
          </a:solidFill>
          <a:latin typeface="+mn-lt"/>
          <a:ea typeface="+mn-ea"/>
          <a:cs typeface="+mn-cs"/>
        </a:defRPr>
      </a:lvl5pPr>
      <a:lvl6pPr marL="209541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6pPr>
      <a:lvl7pPr marL="2476401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7pPr>
      <a:lvl8pPr marL="285738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8pPr>
      <a:lvl9pPr marL="3238370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0985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6197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4295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93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0492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8590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66893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47878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11 grid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27664"/>
            <a:ext cx="9144000" cy="3602730"/>
          </a:xfrm>
          <a:prstGeom prst="rect">
            <a:avLst/>
          </a:prstGeom>
        </p:spPr>
      </p:pic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59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3001309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</p:sldLayoutIdLst>
  <p:txStyles>
    <p:titleStyle>
      <a:lvl1pPr algn="ctr" defTabSz="380985" rtl="0" eaLnBrk="1" latinLnBrk="0" hangingPunct="1">
        <a:spcBef>
          <a:spcPct val="0"/>
        </a:spcBef>
        <a:buNone/>
        <a:defRPr sz="36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739" indent="-285739" algn="l" defTabSz="3809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1pPr>
      <a:lvl2pPr marL="619100" indent="-238115" algn="l" defTabSz="380985" rtl="0" eaLnBrk="1" latinLnBrk="0" hangingPunct="1">
        <a:spcBef>
          <a:spcPct val="20000"/>
        </a:spcBef>
        <a:buFont typeface="Arial"/>
        <a:buChar char="–"/>
        <a:defRPr sz="2333" kern="1200">
          <a:solidFill>
            <a:schemeClr val="tx1"/>
          </a:solidFill>
          <a:latin typeface="+mn-lt"/>
          <a:ea typeface="+mn-ea"/>
          <a:cs typeface="+mn-cs"/>
        </a:defRPr>
      </a:lvl2pPr>
      <a:lvl3pPr marL="952462" indent="-190492" algn="l" defTabSz="380985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33447" indent="-190492" algn="l" defTabSz="380985" rtl="0" eaLnBrk="1" latinLnBrk="0" hangingPunct="1">
        <a:spcBef>
          <a:spcPct val="20000"/>
        </a:spcBef>
        <a:buFont typeface="Arial"/>
        <a:buChar char="–"/>
        <a:defRPr sz="1667" kern="1200">
          <a:solidFill>
            <a:schemeClr val="tx1"/>
          </a:solidFill>
          <a:latin typeface="+mn-lt"/>
          <a:ea typeface="+mn-ea"/>
          <a:cs typeface="+mn-cs"/>
        </a:defRPr>
      </a:lvl4pPr>
      <a:lvl5pPr marL="1714431" indent="-190492" algn="l" defTabSz="380985" rtl="0" eaLnBrk="1" latinLnBrk="0" hangingPunct="1">
        <a:spcBef>
          <a:spcPct val="20000"/>
        </a:spcBef>
        <a:buFont typeface="Arial"/>
        <a:buChar char="»"/>
        <a:defRPr sz="1667" kern="1200">
          <a:solidFill>
            <a:schemeClr val="tx1"/>
          </a:solidFill>
          <a:latin typeface="+mn-lt"/>
          <a:ea typeface="+mn-ea"/>
          <a:cs typeface="+mn-cs"/>
        </a:defRPr>
      </a:lvl5pPr>
      <a:lvl6pPr marL="209541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6pPr>
      <a:lvl7pPr marL="2476401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7pPr>
      <a:lvl8pPr marL="285738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8pPr>
      <a:lvl9pPr marL="3238370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0985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6197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4295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93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0492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8590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66893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47878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9 wide.png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775932"/>
            <a:ext cx="9144000" cy="2948510"/>
          </a:xfrm>
          <a:prstGeom prst="rect">
            <a:avLst/>
          </a:prstGeom>
        </p:spPr>
      </p:pic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59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18254878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769" r:id="rId3"/>
  </p:sldLayoutIdLst>
  <p:txStyles>
    <p:titleStyle>
      <a:lvl1pPr algn="ctr" defTabSz="380985" rtl="0" eaLnBrk="1" latinLnBrk="0" hangingPunct="1">
        <a:spcBef>
          <a:spcPct val="0"/>
        </a:spcBef>
        <a:buNone/>
        <a:defRPr sz="36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739" indent="-285739" algn="l" defTabSz="3809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1pPr>
      <a:lvl2pPr marL="619100" indent="-238115" algn="l" defTabSz="380985" rtl="0" eaLnBrk="1" latinLnBrk="0" hangingPunct="1">
        <a:spcBef>
          <a:spcPct val="20000"/>
        </a:spcBef>
        <a:buFont typeface="Arial"/>
        <a:buChar char="–"/>
        <a:defRPr sz="2333" kern="1200">
          <a:solidFill>
            <a:schemeClr val="tx1"/>
          </a:solidFill>
          <a:latin typeface="+mn-lt"/>
          <a:ea typeface="+mn-ea"/>
          <a:cs typeface="+mn-cs"/>
        </a:defRPr>
      </a:lvl2pPr>
      <a:lvl3pPr marL="952462" indent="-190492" algn="l" defTabSz="380985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33447" indent="-190492" algn="l" defTabSz="380985" rtl="0" eaLnBrk="1" latinLnBrk="0" hangingPunct="1">
        <a:spcBef>
          <a:spcPct val="20000"/>
        </a:spcBef>
        <a:buFont typeface="Arial"/>
        <a:buChar char="–"/>
        <a:defRPr sz="1667" kern="1200">
          <a:solidFill>
            <a:schemeClr val="tx1"/>
          </a:solidFill>
          <a:latin typeface="+mn-lt"/>
          <a:ea typeface="+mn-ea"/>
          <a:cs typeface="+mn-cs"/>
        </a:defRPr>
      </a:lvl4pPr>
      <a:lvl5pPr marL="1714431" indent="-190492" algn="l" defTabSz="380985" rtl="0" eaLnBrk="1" latinLnBrk="0" hangingPunct="1">
        <a:spcBef>
          <a:spcPct val="20000"/>
        </a:spcBef>
        <a:buFont typeface="Arial"/>
        <a:buChar char="»"/>
        <a:defRPr sz="1667" kern="1200">
          <a:solidFill>
            <a:schemeClr val="tx1"/>
          </a:solidFill>
          <a:latin typeface="+mn-lt"/>
          <a:ea typeface="+mn-ea"/>
          <a:cs typeface="+mn-cs"/>
        </a:defRPr>
      </a:lvl5pPr>
      <a:lvl6pPr marL="209541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6pPr>
      <a:lvl7pPr marL="2476401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7pPr>
      <a:lvl8pPr marL="285738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8pPr>
      <a:lvl9pPr marL="3238370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0985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6197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4295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93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0492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8590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66893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47878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9 wide.png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053"/>
          <a:stretch/>
        </p:blipFill>
        <p:spPr>
          <a:xfrm>
            <a:off x="0" y="3101822"/>
            <a:ext cx="9144000" cy="2622620"/>
          </a:xfrm>
          <a:prstGeom prst="rect">
            <a:avLst/>
          </a:prstGeom>
        </p:spPr>
      </p:pic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59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9250347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770" r:id="rId3"/>
    <p:sldLayoutId id="2147483962" r:id="rId4"/>
  </p:sldLayoutIdLst>
  <p:txStyles>
    <p:titleStyle>
      <a:lvl1pPr algn="ctr" defTabSz="380985" rtl="0" eaLnBrk="1" latinLnBrk="0" hangingPunct="1">
        <a:spcBef>
          <a:spcPct val="0"/>
        </a:spcBef>
        <a:buNone/>
        <a:defRPr sz="36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739" indent="-285739" algn="l" defTabSz="3809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1pPr>
      <a:lvl2pPr marL="619100" indent="-238115" algn="l" defTabSz="380985" rtl="0" eaLnBrk="1" latinLnBrk="0" hangingPunct="1">
        <a:spcBef>
          <a:spcPct val="20000"/>
        </a:spcBef>
        <a:buFont typeface="Arial"/>
        <a:buChar char="–"/>
        <a:defRPr sz="2333" kern="1200">
          <a:solidFill>
            <a:schemeClr val="tx1"/>
          </a:solidFill>
          <a:latin typeface="+mn-lt"/>
          <a:ea typeface="+mn-ea"/>
          <a:cs typeface="+mn-cs"/>
        </a:defRPr>
      </a:lvl2pPr>
      <a:lvl3pPr marL="952462" indent="-190492" algn="l" defTabSz="380985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33447" indent="-190492" algn="l" defTabSz="380985" rtl="0" eaLnBrk="1" latinLnBrk="0" hangingPunct="1">
        <a:spcBef>
          <a:spcPct val="20000"/>
        </a:spcBef>
        <a:buFont typeface="Arial"/>
        <a:buChar char="–"/>
        <a:defRPr sz="1667" kern="1200">
          <a:solidFill>
            <a:schemeClr val="tx1"/>
          </a:solidFill>
          <a:latin typeface="+mn-lt"/>
          <a:ea typeface="+mn-ea"/>
          <a:cs typeface="+mn-cs"/>
        </a:defRPr>
      </a:lvl4pPr>
      <a:lvl5pPr marL="1714431" indent="-190492" algn="l" defTabSz="380985" rtl="0" eaLnBrk="1" latinLnBrk="0" hangingPunct="1">
        <a:spcBef>
          <a:spcPct val="20000"/>
        </a:spcBef>
        <a:buFont typeface="Arial"/>
        <a:buChar char="»"/>
        <a:defRPr sz="1667" kern="1200">
          <a:solidFill>
            <a:schemeClr val="tx1"/>
          </a:solidFill>
          <a:latin typeface="+mn-lt"/>
          <a:ea typeface="+mn-ea"/>
          <a:cs typeface="+mn-cs"/>
        </a:defRPr>
      </a:lvl5pPr>
      <a:lvl6pPr marL="209541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6pPr>
      <a:lvl7pPr marL="2476401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7pPr>
      <a:lvl8pPr marL="285738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8pPr>
      <a:lvl9pPr marL="3238370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0985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6197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4295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93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0492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8590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66893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47878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wide 12b copy.png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99020"/>
            <a:ext cx="9144000" cy="3925318"/>
          </a:xfrm>
          <a:prstGeom prst="rect">
            <a:avLst/>
          </a:prstGeom>
        </p:spPr>
      </p:pic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60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23302340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771" r:id="rId3"/>
  </p:sldLayoutIdLst>
  <p:txStyles>
    <p:titleStyle>
      <a:lvl1pPr algn="ctr" defTabSz="380985" rtl="0" eaLnBrk="1" latinLnBrk="0" hangingPunct="1">
        <a:spcBef>
          <a:spcPct val="0"/>
        </a:spcBef>
        <a:buNone/>
        <a:defRPr sz="36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739" indent="-285739" algn="l" defTabSz="3809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1pPr>
      <a:lvl2pPr marL="619100" indent="-238115" algn="l" defTabSz="380985" rtl="0" eaLnBrk="1" latinLnBrk="0" hangingPunct="1">
        <a:spcBef>
          <a:spcPct val="20000"/>
        </a:spcBef>
        <a:buFont typeface="Arial"/>
        <a:buChar char="–"/>
        <a:defRPr sz="2333" kern="1200">
          <a:solidFill>
            <a:schemeClr val="tx1"/>
          </a:solidFill>
          <a:latin typeface="+mn-lt"/>
          <a:ea typeface="+mn-ea"/>
          <a:cs typeface="+mn-cs"/>
        </a:defRPr>
      </a:lvl2pPr>
      <a:lvl3pPr marL="952462" indent="-190492" algn="l" defTabSz="380985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33447" indent="-190492" algn="l" defTabSz="380985" rtl="0" eaLnBrk="1" latinLnBrk="0" hangingPunct="1">
        <a:spcBef>
          <a:spcPct val="20000"/>
        </a:spcBef>
        <a:buFont typeface="Arial"/>
        <a:buChar char="–"/>
        <a:defRPr sz="1667" kern="1200">
          <a:solidFill>
            <a:schemeClr val="tx1"/>
          </a:solidFill>
          <a:latin typeface="+mn-lt"/>
          <a:ea typeface="+mn-ea"/>
          <a:cs typeface="+mn-cs"/>
        </a:defRPr>
      </a:lvl4pPr>
      <a:lvl5pPr marL="1714431" indent="-190492" algn="l" defTabSz="380985" rtl="0" eaLnBrk="1" latinLnBrk="0" hangingPunct="1">
        <a:spcBef>
          <a:spcPct val="20000"/>
        </a:spcBef>
        <a:buFont typeface="Arial"/>
        <a:buChar char="»"/>
        <a:defRPr sz="1667" kern="1200">
          <a:solidFill>
            <a:schemeClr val="tx1"/>
          </a:solidFill>
          <a:latin typeface="+mn-lt"/>
          <a:ea typeface="+mn-ea"/>
          <a:cs typeface="+mn-cs"/>
        </a:defRPr>
      </a:lvl5pPr>
      <a:lvl6pPr marL="209541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6pPr>
      <a:lvl7pPr marL="2476401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7pPr>
      <a:lvl8pPr marL="285738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8pPr>
      <a:lvl9pPr marL="3238370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0985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6197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4295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93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0492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8590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66893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47878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0 wide grid.png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56255"/>
            <a:ext cx="9144000" cy="3268083"/>
          </a:xfrm>
          <a:prstGeom prst="rect">
            <a:avLst/>
          </a:prstGeom>
        </p:spPr>
      </p:pic>
      <p:sp>
        <p:nvSpPr>
          <p:cNvPr id="3" name="Oval 2">
            <a:hlinkClick r:id="" action="ppaction://hlinkshowjump?jump=lastslide"/>
          </p:cNvPr>
          <p:cNvSpPr/>
          <p:nvPr/>
        </p:nvSpPr>
        <p:spPr>
          <a:xfrm>
            <a:off x="8871077" y="5449860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39547559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772" r:id="rId3"/>
  </p:sldLayoutIdLst>
  <p:txStyles>
    <p:titleStyle>
      <a:lvl1pPr algn="ctr" defTabSz="380985" rtl="0" eaLnBrk="1" latinLnBrk="0" hangingPunct="1">
        <a:spcBef>
          <a:spcPct val="0"/>
        </a:spcBef>
        <a:buNone/>
        <a:defRPr sz="36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739" indent="-285739" algn="l" defTabSz="3809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1pPr>
      <a:lvl2pPr marL="619100" indent="-238115" algn="l" defTabSz="380985" rtl="0" eaLnBrk="1" latinLnBrk="0" hangingPunct="1">
        <a:spcBef>
          <a:spcPct val="20000"/>
        </a:spcBef>
        <a:buFont typeface="Arial"/>
        <a:buChar char="–"/>
        <a:defRPr sz="2333" kern="1200">
          <a:solidFill>
            <a:schemeClr val="tx1"/>
          </a:solidFill>
          <a:latin typeface="+mn-lt"/>
          <a:ea typeface="+mn-ea"/>
          <a:cs typeface="+mn-cs"/>
        </a:defRPr>
      </a:lvl2pPr>
      <a:lvl3pPr marL="952462" indent="-190492" algn="l" defTabSz="380985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33447" indent="-190492" algn="l" defTabSz="380985" rtl="0" eaLnBrk="1" latinLnBrk="0" hangingPunct="1">
        <a:spcBef>
          <a:spcPct val="20000"/>
        </a:spcBef>
        <a:buFont typeface="Arial"/>
        <a:buChar char="–"/>
        <a:defRPr sz="1667" kern="1200">
          <a:solidFill>
            <a:schemeClr val="tx1"/>
          </a:solidFill>
          <a:latin typeface="+mn-lt"/>
          <a:ea typeface="+mn-ea"/>
          <a:cs typeface="+mn-cs"/>
        </a:defRPr>
      </a:lvl4pPr>
      <a:lvl5pPr marL="1714431" indent="-190492" algn="l" defTabSz="380985" rtl="0" eaLnBrk="1" latinLnBrk="0" hangingPunct="1">
        <a:spcBef>
          <a:spcPct val="20000"/>
        </a:spcBef>
        <a:buFont typeface="Arial"/>
        <a:buChar char="»"/>
        <a:defRPr sz="1667" kern="1200">
          <a:solidFill>
            <a:schemeClr val="tx1"/>
          </a:solidFill>
          <a:latin typeface="+mn-lt"/>
          <a:ea typeface="+mn-ea"/>
          <a:cs typeface="+mn-cs"/>
        </a:defRPr>
      </a:lvl5pPr>
      <a:lvl6pPr marL="209541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6pPr>
      <a:lvl7pPr marL="2476401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7pPr>
      <a:lvl8pPr marL="285738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8pPr>
      <a:lvl9pPr marL="3238370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0985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6197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4295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93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0492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8590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66893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47878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wide 14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839" b="-1306"/>
          <a:stretch/>
        </p:blipFill>
        <p:spPr>
          <a:xfrm>
            <a:off x="0" y="1302502"/>
            <a:ext cx="9144000" cy="4483679"/>
          </a:xfrm>
          <a:prstGeom prst="rect">
            <a:avLst/>
          </a:prstGeom>
        </p:spPr>
      </p:pic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60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2455517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93" r:id="rId2"/>
  </p:sldLayoutIdLst>
  <p:txStyles>
    <p:titleStyle>
      <a:lvl1pPr algn="ctr" defTabSz="380985" rtl="0" eaLnBrk="1" latinLnBrk="0" hangingPunct="1">
        <a:spcBef>
          <a:spcPct val="0"/>
        </a:spcBef>
        <a:buNone/>
        <a:defRPr sz="36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739" indent="-285739" algn="l" defTabSz="3809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1pPr>
      <a:lvl2pPr marL="619100" indent="-238115" algn="l" defTabSz="380985" rtl="0" eaLnBrk="1" latinLnBrk="0" hangingPunct="1">
        <a:spcBef>
          <a:spcPct val="20000"/>
        </a:spcBef>
        <a:buFont typeface="Arial"/>
        <a:buChar char="–"/>
        <a:defRPr sz="2333" kern="1200">
          <a:solidFill>
            <a:schemeClr val="tx1"/>
          </a:solidFill>
          <a:latin typeface="+mn-lt"/>
          <a:ea typeface="+mn-ea"/>
          <a:cs typeface="+mn-cs"/>
        </a:defRPr>
      </a:lvl2pPr>
      <a:lvl3pPr marL="952462" indent="-190492" algn="l" defTabSz="380985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33447" indent="-190492" algn="l" defTabSz="380985" rtl="0" eaLnBrk="1" latinLnBrk="0" hangingPunct="1">
        <a:spcBef>
          <a:spcPct val="20000"/>
        </a:spcBef>
        <a:buFont typeface="Arial"/>
        <a:buChar char="–"/>
        <a:defRPr sz="1667" kern="1200">
          <a:solidFill>
            <a:schemeClr val="tx1"/>
          </a:solidFill>
          <a:latin typeface="+mn-lt"/>
          <a:ea typeface="+mn-ea"/>
          <a:cs typeface="+mn-cs"/>
        </a:defRPr>
      </a:lvl4pPr>
      <a:lvl5pPr marL="1714431" indent="-190492" algn="l" defTabSz="380985" rtl="0" eaLnBrk="1" latinLnBrk="0" hangingPunct="1">
        <a:spcBef>
          <a:spcPct val="20000"/>
        </a:spcBef>
        <a:buFont typeface="Arial"/>
        <a:buChar char="»"/>
        <a:defRPr sz="1667" kern="1200">
          <a:solidFill>
            <a:schemeClr val="tx1"/>
          </a:solidFill>
          <a:latin typeface="+mn-lt"/>
          <a:ea typeface="+mn-ea"/>
          <a:cs typeface="+mn-cs"/>
        </a:defRPr>
      </a:lvl5pPr>
      <a:lvl6pPr marL="209541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6pPr>
      <a:lvl7pPr marL="2476401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7pPr>
      <a:lvl8pPr marL="285738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8pPr>
      <a:lvl9pPr marL="3238370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0985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6197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4295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93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0492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8590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66893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47878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5296961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DF20A25B-5F19-D24C-902F-2950F69BC80C}" type="datetimeFigureOut">
              <a:rPr lang="en-US" smtClean="0"/>
              <a:pPr>
                <a:defRPr/>
              </a:pPr>
              <a:t>7/16/2020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5296961"/>
            <a:ext cx="2895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5296961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310C5A4B-DD28-164E-B668-07A45EB8320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2" name="Picture 1" descr="wide 13b copy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79474"/>
            <a:ext cx="9144000" cy="4250920"/>
          </a:xfrm>
          <a:prstGeom prst="rect">
            <a:avLst/>
          </a:prstGeom>
        </p:spPr>
      </p:pic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59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359966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</p:sldLayoutIdLst>
  <p:txStyles>
    <p:titleStyle>
      <a:lvl1pPr algn="ctr" defTabSz="380985" rtl="0" eaLnBrk="1" fontAlgn="base" hangingPunct="1">
        <a:spcBef>
          <a:spcPct val="0"/>
        </a:spcBef>
        <a:spcAft>
          <a:spcPct val="0"/>
        </a:spcAft>
        <a:defRPr sz="3667" kern="1200">
          <a:solidFill>
            <a:schemeClr val="tx1"/>
          </a:solidFill>
          <a:latin typeface="+mj-lt"/>
          <a:ea typeface="ＭＳ Ｐゴシック" charset="0"/>
          <a:cs typeface="ＭＳ Ｐゴシック" charset="0"/>
        </a:defRPr>
      </a:lvl1pPr>
      <a:lvl2pPr algn="ctr" defTabSz="380985" rtl="0" eaLnBrk="1" fontAlgn="base" hangingPunct="1">
        <a:spcBef>
          <a:spcPct val="0"/>
        </a:spcBef>
        <a:spcAft>
          <a:spcPct val="0"/>
        </a:spcAft>
        <a:defRPr sz="36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2pPr>
      <a:lvl3pPr algn="ctr" defTabSz="380985" rtl="0" eaLnBrk="1" fontAlgn="base" hangingPunct="1">
        <a:spcBef>
          <a:spcPct val="0"/>
        </a:spcBef>
        <a:spcAft>
          <a:spcPct val="0"/>
        </a:spcAft>
        <a:defRPr sz="36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3pPr>
      <a:lvl4pPr algn="ctr" defTabSz="380985" rtl="0" eaLnBrk="1" fontAlgn="base" hangingPunct="1">
        <a:spcBef>
          <a:spcPct val="0"/>
        </a:spcBef>
        <a:spcAft>
          <a:spcPct val="0"/>
        </a:spcAft>
        <a:defRPr sz="36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4pPr>
      <a:lvl5pPr algn="ctr" defTabSz="380985" rtl="0" eaLnBrk="1" fontAlgn="base" hangingPunct="1">
        <a:spcBef>
          <a:spcPct val="0"/>
        </a:spcBef>
        <a:spcAft>
          <a:spcPct val="0"/>
        </a:spcAft>
        <a:defRPr sz="36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5pPr>
      <a:lvl6pPr marL="380985" algn="ctr" defTabSz="380985" rtl="0" eaLnBrk="1" fontAlgn="base" hangingPunct="1">
        <a:spcBef>
          <a:spcPct val="0"/>
        </a:spcBef>
        <a:spcAft>
          <a:spcPct val="0"/>
        </a:spcAft>
        <a:defRPr sz="36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761970" algn="ctr" defTabSz="380985" rtl="0" eaLnBrk="1" fontAlgn="base" hangingPunct="1">
        <a:spcBef>
          <a:spcPct val="0"/>
        </a:spcBef>
        <a:spcAft>
          <a:spcPct val="0"/>
        </a:spcAft>
        <a:defRPr sz="36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142954" algn="ctr" defTabSz="380985" rtl="0" eaLnBrk="1" fontAlgn="base" hangingPunct="1">
        <a:spcBef>
          <a:spcPct val="0"/>
        </a:spcBef>
        <a:spcAft>
          <a:spcPct val="0"/>
        </a:spcAft>
        <a:defRPr sz="36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1523939" algn="ctr" defTabSz="380985" rtl="0" eaLnBrk="1" fontAlgn="base" hangingPunct="1">
        <a:spcBef>
          <a:spcPct val="0"/>
        </a:spcBef>
        <a:spcAft>
          <a:spcPct val="0"/>
        </a:spcAft>
        <a:defRPr sz="36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285739" indent="-285739" algn="l" defTabSz="380985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667" kern="12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619100" indent="-238115" algn="l" defTabSz="380985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333" kern="1200">
          <a:solidFill>
            <a:schemeClr val="tx1"/>
          </a:solidFill>
          <a:latin typeface="+mn-lt"/>
          <a:ea typeface="ＭＳ Ｐゴシック" charset="0"/>
          <a:cs typeface="+mn-cs"/>
        </a:defRPr>
      </a:lvl2pPr>
      <a:lvl3pPr marL="952462" indent="-190492" algn="l" defTabSz="380985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000" kern="1200">
          <a:solidFill>
            <a:schemeClr val="tx1"/>
          </a:solidFill>
          <a:latin typeface="+mn-lt"/>
          <a:ea typeface="ＭＳ Ｐゴシック" charset="0"/>
          <a:cs typeface="+mn-cs"/>
        </a:defRPr>
      </a:lvl3pPr>
      <a:lvl4pPr marL="1333447" indent="-190492" algn="l" defTabSz="380985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1667" kern="1200">
          <a:solidFill>
            <a:schemeClr val="tx1"/>
          </a:solidFill>
          <a:latin typeface="+mn-lt"/>
          <a:ea typeface="ＭＳ Ｐゴシック" charset="0"/>
          <a:cs typeface="+mn-cs"/>
        </a:defRPr>
      </a:lvl4pPr>
      <a:lvl5pPr marL="1714431" indent="-190492" algn="l" defTabSz="380985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1667" kern="1200">
          <a:solidFill>
            <a:schemeClr val="tx1"/>
          </a:solidFill>
          <a:latin typeface="+mn-lt"/>
          <a:ea typeface="ＭＳ Ｐゴシック" charset="0"/>
          <a:cs typeface="+mn-cs"/>
        </a:defRPr>
      </a:lvl5pPr>
      <a:lvl6pPr marL="209541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6pPr>
      <a:lvl7pPr marL="2476401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7pPr>
      <a:lvl8pPr marL="285738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8pPr>
      <a:lvl9pPr marL="3238370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0985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6197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4295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93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0492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8590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66893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47878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9 wide.png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775932"/>
            <a:ext cx="9144000" cy="2948510"/>
          </a:xfrm>
          <a:prstGeom prst="rect">
            <a:avLst/>
          </a:prstGeom>
        </p:spPr>
      </p:pic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59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38875436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67" r:id="rId3"/>
  </p:sldLayoutIdLst>
  <p:txStyles>
    <p:titleStyle>
      <a:lvl1pPr algn="ctr" defTabSz="380985" rtl="0" eaLnBrk="1" latinLnBrk="0" hangingPunct="1">
        <a:spcBef>
          <a:spcPct val="0"/>
        </a:spcBef>
        <a:buNone/>
        <a:defRPr sz="36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739" indent="-285739" algn="l" defTabSz="3809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1pPr>
      <a:lvl2pPr marL="619100" indent="-238115" algn="l" defTabSz="380985" rtl="0" eaLnBrk="1" latinLnBrk="0" hangingPunct="1">
        <a:spcBef>
          <a:spcPct val="20000"/>
        </a:spcBef>
        <a:buFont typeface="Arial"/>
        <a:buChar char="–"/>
        <a:defRPr sz="2333" kern="1200">
          <a:solidFill>
            <a:schemeClr val="tx1"/>
          </a:solidFill>
          <a:latin typeface="+mn-lt"/>
          <a:ea typeface="+mn-ea"/>
          <a:cs typeface="+mn-cs"/>
        </a:defRPr>
      </a:lvl2pPr>
      <a:lvl3pPr marL="952462" indent="-190492" algn="l" defTabSz="380985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33447" indent="-190492" algn="l" defTabSz="380985" rtl="0" eaLnBrk="1" latinLnBrk="0" hangingPunct="1">
        <a:spcBef>
          <a:spcPct val="20000"/>
        </a:spcBef>
        <a:buFont typeface="Arial"/>
        <a:buChar char="–"/>
        <a:defRPr sz="1667" kern="1200">
          <a:solidFill>
            <a:schemeClr val="tx1"/>
          </a:solidFill>
          <a:latin typeface="+mn-lt"/>
          <a:ea typeface="+mn-ea"/>
          <a:cs typeface="+mn-cs"/>
        </a:defRPr>
      </a:lvl4pPr>
      <a:lvl5pPr marL="1714431" indent="-190492" algn="l" defTabSz="380985" rtl="0" eaLnBrk="1" latinLnBrk="0" hangingPunct="1">
        <a:spcBef>
          <a:spcPct val="20000"/>
        </a:spcBef>
        <a:buFont typeface="Arial"/>
        <a:buChar char="»"/>
        <a:defRPr sz="1667" kern="1200">
          <a:solidFill>
            <a:schemeClr val="tx1"/>
          </a:solidFill>
          <a:latin typeface="+mn-lt"/>
          <a:ea typeface="+mn-ea"/>
          <a:cs typeface="+mn-cs"/>
        </a:defRPr>
      </a:lvl5pPr>
      <a:lvl6pPr marL="209541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6pPr>
      <a:lvl7pPr marL="2476401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7pPr>
      <a:lvl8pPr marL="285738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8pPr>
      <a:lvl9pPr marL="3238370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0985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6197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4295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93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0492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8590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66893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47878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9 wide.png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053"/>
          <a:stretch/>
        </p:blipFill>
        <p:spPr>
          <a:xfrm>
            <a:off x="0" y="3101822"/>
            <a:ext cx="9144000" cy="2622620"/>
          </a:xfrm>
          <a:prstGeom prst="rect">
            <a:avLst/>
          </a:prstGeom>
        </p:spPr>
      </p:pic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59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22343843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65" r:id="rId3"/>
  </p:sldLayoutIdLst>
  <p:txStyles>
    <p:titleStyle>
      <a:lvl1pPr algn="ctr" defTabSz="380985" rtl="0" eaLnBrk="1" latinLnBrk="0" hangingPunct="1">
        <a:spcBef>
          <a:spcPct val="0"/>
        </a:spcBef>
        <a:buNone/>
        <a:defRPr sz="36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739" indent="-285739" algn="l" defTabSz="3809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1pPr>
      <a:lvl2pPr marL="619100" indent="-238115" algn="l" defTabSz="380985" rtl="0" eaLnBrk="1" latinLnBrk="0" hangingPunct="1">
        <a:spcBef>
          <a:spcPct val="20000"/>
        </a:spcBef>
        <a:buFont typeface="Arial"/>
        <a:buChar char="–"/>
        <a:defRPr sz="2333" kern="1200">
          <a:solidFill>
            <a:schemeClr val="tx1"/>
          </a:solidFill>
          <a:latin typeface="+mn-lt"/>
          <a:ea typeface="+mn-ea"/>
          <a:cs typeface="+mn-cs"/>
        </a:defRPr>
      </a:lvl2pPr>
      <a:lvl3pPr marL="952462" indent="-190492" algn="l" defTabSz="380985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33447" indent="-190492" algn="l" defTabSz="380985" rtl="0" eaLnBrk="1" latinLnBrk="0" hangingPunct="1">
        <a:spcBef>
          <a:spcPct val="20000"/>
        </a:spcBef>
        <a:buFont typeface="Arial"/>
        <a:buChar char="–"/>
        <a:defRPr sz="1667" kern="1200">
          <a:solidFill>
            <a:schemeClr val="tx1"/>
          </a:solidFill>
          <a:latin typeface="+mn-lt"/>
          <a:ea typeface="+mn-ea"/>
          <a:cs typeface="+mn-cs"/>
        </a:defRPr>
      </a:lvl4pPr>
      <a:lvl5pPr marL="1714431" indent="-190492" algn="l" defTabSz="380985" rtl="0" eaLnBrk="1" latinLnBrk="0" hangingPunct="1">
        <a:spcBef>
          <a:spcPct val="20000"/>
        </a:spcBef>
        <a:buFont typeface="Arial"/>
        <a:buChar char="»"/>
        <a:defRPr sz="1667" kern="1200">
          <a:solidFill>
            <a:schemeClr val="tx1"/>
          </a:solidFill>
          <a:latin typeface="+mn-lt"/>
          <a:ea typeface="+mn-ea"/>
          <a:cs typeface="+mn-cs"/>
        </a:defRPr>
      </a:lvl5pPr>
      <a:lvl6pPr marL="209541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6pPr>
      <a:lvl7pPr marL="2476401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7pPr>
      <a:lvl8pPr marL="285738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8pPr>
      <a:lvl9pPr marL="3238370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0985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6197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4295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93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0492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8590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66893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47878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wide 12b copy.png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99020"/>
            <a:ext cx="9144000" cy="3925318"/>
          </a:xfrm>
          <a:prstGeom prst="rect">
            <a:avLst/>
          </a:prstGeom>
        </p:spPr>
      </p:pic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60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8614920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  <p:sldLayoutId id="2147483705" r:id="rId2"/>
    <p:sldLayoutId id="2147483766" r:id="rId3"/>
  </p:sldLayoutIdLst>
  <p:txStyles>
    <p:titleStyle>
      <a:lvl1pPr algn="ctr" defTabSz="380985" rtl="0" eaLnBrk="1" latinLnBrk="0" hangingPunct="1">
        <a:spcBef>
          <a:spcPct val="0"/>
        </a:spcBef>
        <a:buNone/>
        <a:defRPr sz="36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739" indent="-285739" algn="l" defTabSz="3809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1pPr>
      <a:lvl2pPr marL="619100" indent="-238115" algn="l" defTabSz="380985" rtl="0" eaLnBrk="1" latinLnBrk="0" hangingPunct="1">
        <a:spcBef>
          <a:spcPct val="20000"/>
        </a:spcBef>
        <a:buFont typeface="Arial"/>
        <a:buChar char="–"/>
        <a:defRPr sz="2333" kern="1200">
          <a:solidFill>
            <a:schemeClr val="tx1"/>
          </a:solidFill>
          <a:latin typeface="+mn-lt"/>
          <a:ea typeface="+mn-ea"/>
          <a:cs typeface="+mn-cs"/>
        </a:defRPr>
      </a:lvl2pPr>
      <a:lvl3pPr marL="952462" indent="-190492" algn="l" defTabSz="380985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33447" indent="-190492" algn="l" defTabSz="380985" rtl="0" eaLnBrk="1" latinLnBrk="0" hangingPunct="1">
        <a:spcBef>
          <a:spcPct val="20000"/>
        </a:spcBef>
        <a:buFont typeface="Arial"/>
        <a:buChar char="–"/>
        <a:defRPr sz="1667" kern="1200">
          <a:solidFill>
            <a:schemeClr val="tx1"/>
          </a:solidFill>
          <a:latin typeface="+mn-lt"/>
          <a:ea typeface="+mn-ea"/>
          <a:cs typeface="+mn-cs"/>
        </a:defRPr>
      </a:lvl4pPr>
      <a:lvl5pPr marL="1714431" indent="-190492" algn="l" defTabSz="380985" rtl="0" eaLnBrk="1" latinLnBrk="0" hangingPunct="1">
        <a:spcBef>
          <a:spcPct val="20000"/>
        </a:spcBef>
        <a:buFont typeface="Arial"/>
        <a:buChar char="»"/>
        <a:defRPr sz="1667" kern="1200">
          <a:solidFill>
            <a:schemeClr val="tx1"/>
          </a:solidFill>
          <a:latin typeface="+mn-lt"/>
          <a:ea typeface="+mn-ea"/>
          <a:cs typeface="+mn-cs"/>
        </a:defRPr>
      </a:lvl5pPr>
      <a:lvl6pPr marL="209541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6pPr>
      <a:lvl7pPr marL="2476401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7pPr>
      <a:lvl8pPr marL="285738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8pPr>
      <a:lvl9pPr marL="3238370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0985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6197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4295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93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0492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8590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66893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47878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0 wide grid.png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56255"/>
            <a:ext cx="9144000" cy="3268083"/>
          </a:xfrm>
          <a:prstGeom prst="rect">
            <a:avLst/>
          </a:prstGeom>
        </p:spPr>
      </p:pic>
      <p:sp>
        <p:nvSpPr>
          <p:cNvPr id="3" name="Oval 2">
            <a:hlinkClick r:id="" action="ppaction://hlinkshowjump?jump=lastslide"/>
          </p:cNvPr>
          <p:cNvSpPr/>
          <p:nvPr/>
        </p:nvSpPr>
        <p:spPr>
          <a:xfrm>
            <a:off x="8871077" y="5449860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12012212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68" r:id="rId3"/>
  </p:sldLayoutIdLst>
  <p:txStyles>
    <p:titleStyle>
      <a:lvl1pPr algn="ctr" defTabSz="380985" rtl="0" eaLnBrk="1" latinLnBrk="0" hangingPunct="1">
        <a:spcBef>
          <a:spcPct val="0"/>
        </a:spcBef>
        <a:buNone/>
        <a:defRPr sz="36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739" indent="-285739" algn="l" defTabSz="3809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1pPr>
      <a:lvl2pPr marL="619100" indent="-238115" algn="l" defTabSz="380985" rtl="0" eaLnBrk="1" latinLnBrk="0" hangingPunct="1">
        <a:spcBef>
          <a:spcPct val="20000"/>
        </a:spcBef>
        <a:buFont typeface="Arial"/>
        <a:buChar char="–"/>
        <a:defRPr sz="2333" kern="1200">
          <a:solidFill>
            <a:schemeClr val="tx1"/>
          </a:solidFill>
          <a:latin typeface="+mn-lt"/>
          <a:ea typeface="+mn-ea"/>
          <a:cs typeface="+mn-cs"/>
        </a:defRPr>
      </a:lvl2pPr>
      <a:lvl3pPr marL="952462" indent="-190492" algn="l" defTabSz="380985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33447" indent="-190492" algn="l" defTabSz="380985" rtl="0" eaLnBrk="1" latinLnBrk="0" hangingPunct="1">
        <a:spcBef>
          <a:spcPct val="20000"/>
        </a:spcBef>
        <a:buFont typeface="Arial"/>
        <a:buChar char="–"/>
        <a:defRPr sz="1667" kern="1200">
          <a:solidFill>
            <a:schemeClr val="tx1"/>
          </a:solidFill>
          <a:latin typeface="+mn-lt"/>
          <a:ea typeface="+mn-ea"/>
          <a:cs typeface="+mn-cs"/>
        </a:defRPr>
      </a:lvl4pPr>
      <a:lvl5pPr marL="1714431" indent="-190492" algn="l" defTabSz="380985" rtl="0" eaLnBrk="1" latinLnBrk="0" hangingPunct="1">
        <a:spcBef>
          <a:spcPct val="20000"/>
        </a:spcBef>
        <a:buFont typeface="Arial"/>
        <a:buChar char="»"/>
        <a:defRPr sz="1667" kern="1200">
          <a:solidFill>
            <a:schemeClr val="tx1"/>
          </a:solidFill>
          <a:latin typeface="+mn-lt"/>
          <a:ea typeface="+mn-ea"/>
          <a:cs typeface="+mn-cs"/>
        </a:defRPr>
      </a:lvl5pPr>
      <a:lvl6pPr marL="209541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6pPr>
      <a:lvl7pPr marL="2476401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7pPr>
      <a:lvl8pPr marL="285738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8pPr>
      <a:lvl9pPr marL="3238370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0985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6197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4295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93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0492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8590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66893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47878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wide 14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839" b="-1306"/>
          <a:stretch/>
        </p:blipFill>
        <p:spPr>
          <a:xfrm>
            <a:off x="0" y="1302502"/>
            <a:ext cx="9144000" cy="4483679"/>
          </a:xfrm>
          <a:prstGeom prst="rect">
            <a:avLst/>
          </a:prstGeom>
        </p:spPr>
      </p:pic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60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32254904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</p:sldLayoutIdLst>
  <p:txStyles>
    <p:titleStyle>
      <a:lvl1pPr algn="ctr" defTabSz="380985" rtl="0" eaLnBrk="1" latinLnBrk="0" hangingPunct="1">
        <a:spcBef>
          <a:spcPct val="0"/>
        </a:spcBef>
        <a:buNone/>
        <a:defRPr sz="36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739" indent="-285739" algn="l" defTabSz="3809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1pPr>
      <a:lvl2pPr marL="619100" indent="-238115" algn="l" defTabSz="380985" rtl="0" eaLnBrk="1" latinLnBrk="0" hangingPunct="1">
        <a:spcBef>
          <a:spcPct val="20000"/>
        </a:spcBef>
        <a:buFont typeface="Arial"/>
        <a:buChar char="–"/>
        <a:defRPr sz="2333" kern="1200">
          <a:solidFill>
            <a:schemeClr val="tx1"/>
          </a:solidFill>
          <a:latin typeface="+mn-lt"/>
          <a:ea typeface="+mn-ea"/>
          <a:cs typeface="+mn-cs"/>
        </a:defRPr>
      </a:lvl2pPr>
      <a:lvl3pPr marL="952462" indent="-190492" algn="l" defTabSz="380985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33447" indent="-190492" algn="l" defTabSz="380985" rtl="0" eaLnBrk="1" latinLnBrk="0" hangingPunct="1">
        <a:spcBef>
          <a:spcPct val="20000"/>
        </a:spcBef>
        <a:buFont typeface="Arial"/>
        <a:buChar char="–"/>
        <a:defRPr sz="1667" kern="1200">
          <a:solidFill>
            <a:schemeClr val="tx1"/>
          </a:solidFill>
          <a:latin typeface="+mn-lt"/>
          <a:ea typeface="+mn-ea"/>
          <a:cs typeface="+mn-cs"/>
        </a:defRPr>
      </a:lvl4pPr>
      <a:lvl5pPr marL="1714431" indent="-190492" algn="l" defTabSz="380985" rtl="0" eaLnBrk="1" latinLnBrk="0" hangingPunct="1">
        <a:spcBef>
          <a:spcPct val="20000"/>
        </a:spcBef>
        <a:buFont typeface="Arial"/>
        <a:buChar char="»"/>
        <a:defRPr sz="1667" kern="1200">
          <a:solidFill>
            <a:schemeClr val="tx1"/>
          </a:solidFill>
          <a:latin typeface="+mn-lt"/>
          <a:ea typeface="+mn-ea"/>
          <a:cs typeface="+mn-cs"/>
        </a:defRPr>
      </a:lvl5pPr>
      <a:lvl6pPr marL="209541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6pPr>
      <a:lvl7pPr marL="2476401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7pPr>
      <a:lvl8pPr marL="285738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8pPr>
      <a:lvl9pPr marL="3238370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0985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6197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4295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93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0492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8590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66893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47878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wide 12b copy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99020"/>
            <a:ext cx="9144000" cy="3925318"/>
          </a:xfrm>
          <a:prstGeom prst="rect">
            <a:avLst/>
          </a:prstGeom>
        </p:spPr>
      </p:pic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58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28848213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14" r:id="rId2"/>
  </p:sldLayoutIdLst>
  <p:txStyles>
    <p:titleStyle>
      <a:lvl1pPr algn="ctr" defTabSz="380985" rtl="0" eaLnBrk="1" latinLnBrk="0" hangingPunct="1">
        <a:spcBef>
          <a:spcPct val="0"/>
        </a:spcBef>
        <a:buNone/>
        <a:defRPr sz="36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739" indent="-285739" algn="l" defTabSz="3809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1pPr>
      <a:lvl2pPr marL="619100" indent="-238115" algn="l" defTabSz="380985" rtl="0" eaLnBrk="1" latinLnBrk="0" hangingPunct="1">
        <a:spcBef>
          <a:spcPct val="20000"/>
        </a:spcBef>
        <a:buFont typeface="Arial"/>
        <a:buChar char="–"/>
        <a:defRPr sz="2333" kern="1200">
          <a:solidFill>
            <a:schemeClr val="tx1"/>
          </a:solidFill>
          <a:latin typeface="+mn-lt"/>
          <a:ea typeface="+mn-ea"/>
          <a:cs typeface="+mn-cs"/>
        </a:defRPr>
      </a:lvl2pPr>
      <a:lvl3pPr marL="952462" indent="-190492" algn="l" defTabSz="380985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33447" indent="-190492" algn="l" defTabSz="380985" rtl="0" eaLnBrk="1" latinLnBrk="0" hangingPunct="1">
        <a:spcBef>
          <a:spcPct val="20000"/>
        </a:spcBef>
        <a:buFont typeface="Arial"/>
        <a:buChar char="–"/>
        <a:defRPr sz="1667" kern="1200">
          <a:solidFill>
            <a:schemeClr val="tx1"/>
          </a:solidFill>
          <a:latin typeface="+mn-lt"/>
          <a:ea typeface="+mn-ea"/>
          <a:cs typeface="+mn-cs"/>
        </a:defRPr>
      </a:lvl4pPr>
      <a:lvl5pPr marL="1714431" indent="-190492" algn="l" defTabSz="380985" rtl="0" eaLnBrk="1" latinLnBrk="0" hangingPunct="1">
        <a:spcBef>
          <a:spcPct val="20000"/>
        </a:spcBef>
        <a:buFont typeface="Arial"/>
        <a:buChar char="»"/>
        <a:defRPr sz="1667" kern="1200">
          <a:solidFill>
            <a:schemeClr val="tx1"/>
          </a:solidFill>
          <a:latin typeface="+mn-lt"/>
          <a:ea typeface="+mn-ea"/>
          <a:cs typeface="+mn-cs"/>
        </a:defRPr>
      </a:lvl5pPr>
      <a:lvl6pPr marL="209541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6pPr>
      <a:lvl7pPr marL="2476401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7pPr>
      <a:lvl8pPr marL="285738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8pPr>
      <a:lvl9pPr marL="3238370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0985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6197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4295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93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0492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8590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66893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47878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26311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  <p:sldLayoutId id="2147483717" r:id="rId2"/>
    <p:sldLayoutId id="2147483773" r:id="rId3"/>
  </p:sldLayoutIdLst>
  <p:txStyles>
    <p:titleStyle>
      <a:lvl1pPr algn="ctr" defTabSz="380985" rtl="0" eaLnBrk="1" latinLnBrk="0" hangingPunct="1">
        <a:spcBef>
          <a:spcPct val="0"/>
        </a:spcBef>
        <a:buNone/>
        <a:defRPr sz="36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739" indent="-285739" algn="l" defTabSz="3809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1pPr>
      <a:lvl2pPr marL="619100" indent="-238115" algn="l" defTabSz="380985" rtl="0" eaLnBrk="1" latinLnBrk="0" hangingPunct="1">
        <a:spcBef>
          <a:spcPct val="20000"/>
        </a:spcBef>
        <a:buFont typeface="Arial"/>
        <a:buChar char="–"/>
        <a:defRPr sz="2333" kern="1200">
          <a:solidFill>
            <a:schemeClr val="tx1"/>
          </a:solidFill>
          <a:latin typeface="+mn-lt"/>
          <a:ea typeface="+mn-ea"/>
          <a:cs typeface="+mn-cs"/>
        </a:defRPr>
      </a:lvl2pPr>
      <a:lvl3pPr marL="952462" indent="-190492" algn="l" defTabSz="380985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33447" indent="-190492" algn="l" defTabSz="380985" rtl="0" eaLnBrk="1" latinLnBrk="0" hangingPunct="1">
        <a:spcBef>
          <a:spcPct val="20000"/>
        </a:spcBef>
        <a:buFont typeface="Arial"/>
        <a:buChar char="–"/>
        <a:defRPr sz="1667" kern="1200">
          <a:solidFill>
            <a:schemeClr val="tx1"/>
          </a:solidFill>
          <a:latin typeface="+mn-lt"/>
          <a:ea typeface="+mn-ea"/>
          <a:cs typeface="+mn-cs"/>
        </a:defRPr>
      </a:lvl4pPr>
      <a:lvl5pPr marL="1714431" indent="-190492" algn="l" defTabSz="380985" rtl="0" eaLnBrk="1" latinLnBrk="0" hangingPunct="1">
        <a:spcBef>
          <a:spcPct val="20000"/>
        </a:spcBef>
        <a:buFont typeface="Arial"/>
        <a:buChar char="»"/>
        <a:defRPr sz="1667" kern="1200">
          <a:solidFill>
            <a:schemeClr val="tx1"/>
          </a:solidFill>
          <a:latin typeface="+mn-lt"/>
          <a:ea typeface="+mn-ea"/>
          <a:cs typeface="+mn-cs"/>
        </a:defRPr>
      </a:lvl5pPr>
      <a:lvl6pPr marL="209541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6pPr>
      <a:lvl7pPr marL="2476401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7pPr>
      <a:lvl8pPr marL="285738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8pPr>
      <a:lvl9pPr marL="3238370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0985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6197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4295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93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0492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8590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66893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47878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921567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</p:sldLayoutIdLst>
  <p:txStyles>
    <p:titleStyle>
      <a:lvl1pPr algn="ctr" defTabSz="380985" rtl="0" eaLnBrk="1" latinLnBrk="0" hangingPunct="1">
        <a:spcBef>
          <a:spcPct val="0"/>
        </a:spcBef>
        <a:buNone/>
        <a:defRPr sz="36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739" indent="-285739" algn="l" defTabSz="3809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1pPr>
      <a:lvl2pPr marL="619100" indent="-238115" algn="l" defTabSz="380985" rtl="0" eaLnBrk="1" latinLnBrk="0" hangingPunct="1">
        <a:spcBef>
          <a:spcPct val="20000"/>
        </a:spcBef>
        <a:buFont typeface="Arial"/>
        <a:buChar char="–"/>
        <a:defRPr sz="2333" kern="1200">
          <a:solidFill>
            <a:schemeClr val="tx1"/>
          </a:solidFill>
          <a:latin typeface="+mn-lt"/>
          <a:ea typeface="+mn-ea"/>
          <a:cs typeface="+mn-cs"/>
        </a:defRPr>
      </a:lvl2pPr>
      <a:lvl3pPr marL="952462" indent="-190492" algn="l" defTabSz="380985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33447" indent="-190492" algn="l" defTabSz="380985" rtl="0" eaLnBrk="1" latinLnBrk="0" hangingPunct="1">
        <a:spcBef>
          <a:spcPct val="20000"/>
        </a:spcBef>
        <a:buFont typeface="Arial"/>
        <a:buChar char="–"/>
        <a:defRPr sz="1667" kern="1200">
          <a:solidFill>
            <a:schemeClr val="tx1"/>
          </a:solidFill>
          <a:latin typeface="+mn-lt"/>
          <a:ea typeface="+mn-ea"/>
          <a:cs typeface="+mn-cs"/>
        </a:defRPr>
      </a:lvl4pPr>
      <a:lvl5pPr marL="1714431" indent="-190492" algn="l" defTabSz="380985" rtl="0" eaLnBrk="1" latinLnBrk="0" hangingPunct="1">
        <a:spcBef>
          <a:spcPct val="20000"/>
        </a:spcBef>
        <a:buFont typeface="Arial"/>
        <a:buChar char="»"/>
        <a:defRPr sz="1667" kern="1200">
          <a:solidFill>
            <a:schemeClr val="tx1"/>
          </a:solidFill>
          <a:latin typeface="+mn-lt"/>
          <a:ea typeface="+mn-ea"/>
          <a:cs typeface="+mn-cs"/>
        </a:defRPr>
      </a:lvl5pPr>
      <a:lvl6pPr marL="209541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6pPr>
      <a:lvl7pPr marL="2476401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7pPr>
      <a:lvl8pPr marL="285738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8pPr>
      <a:lvl9pPr marL="3238370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0985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6197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4295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93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0492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8590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66893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47878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5296961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DF20A25B-5F19-D24C-902F-2950F69BC80C}" type="datetimeFigureOut">
              <a:rPr lang="en-US" smtClean="0"/>
              <a:pPr>
                <a:defRPr/>
              </a:pPr>
              <a:t>7/16/2020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5296961"/>
            <a:ext cx="2895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5296961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310C5A4B-DD28-164E-B668-07A45EB8320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2" name="Picture 1" descr="wide 13b copy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64080"/>
            <a:ext cx="9144000" cy="4250920"/>
          </a:xfrm>
          <a:prstGeom prst="rect">
            <a:avLst/>
          </a:prstGeom>
        </p:spPr>
      </p:pic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59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33460062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4" r:id="rId1"/>
    <p:sldLayoutId id="2147483725" r:id="rId2"/>
  </p:sldLayoutIdLst>
  <p:txStyles>
    <p:titleStyle>
      <a:lvl1pPr algn="ctr" defTabSz="380985" rtl="0" eaLnBrk="1" fontAlgn="base" hangingPunct="1">
        <a:spcBef>
          <a:spcPct val="0"/>
        </a:spcBef>
        <a:spcAft>
          <a:spcPct val="0"/>
        </a:spcAft>
        <a:defRPr sz="3667" kern="1200">
          <a:solidFill>
            <a:schemeClr val="tx1"/>
          </a:solidFill>
          <a:latin typeface="+mj-lt"/>
          <a:ea typeface="ＭＳ Ｐゴシック" charset="0"/>
          <a:cs typeface="ＭＳ Ｐゴシック" charset="0"/>
        </a:defRPr>
      </a:lvl1pPr>
      <a:lvl2pPr algn="ctr" defTabSz="380985" rtl="0" eaLnBrk="1" fontAlgn="base" hangingPunct="1">
        <a:spcBef>
          <a:spcPct val="0"/>
        </a:spcBef>
        <a:spcAft>
          <a:spcPct val="0"/>
        </a:spcAft>
        <a:defRPr sz="36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2pPr>
      <a:lvl3pPr algn="ctr" defTabSz="380985" rtl="0" eaLnBrk="1" fontAlgn="base" hangingPunct="1">
        <a:spcBef>
          <a:spcPct val="0"/>
        </a:spcBef>
        <a:spcAft>
          <a:spcPct val="0"/>
        </a:spcAft>
        <a:defRPr sz="36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3pPr>
      <a:lvl4pPr algn="ctr" defTabSz="380985" rtl="0" eaLnBrk="1" fontAlgn="base" hangingPunct="1">
        <a:spcBef>
          <a:spcPct val="0"/>
        </a:spcBef>
        <a:spcAft>
          <a:spcPct val="0"/>
        </a:spcAft>
        <a:defRPr sz="36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4pPr>
      <a:lvl5pPr algn="ctr" defTabSz="380985" rtl="0" eaLnBrk="1" fontAlgn="base" hangingPunct="1">
        <a:spcBef>
          <a:spcPct val="0"/>
        </a:spcBef>
        <a:spcAft>
          <a:spcPct val="0"/>
        </a:spcAft>
        <a:defRPr sz="36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5pPr>
      <a:lvl6pPr marL="380985" algn="ctr" defTabSz="380985" rtl="0" eaLnBrk="1" fontAlgn="base" hangingPunct="1">
        <a:spcBef>
          <a:spcPct val="0"/>
        </a:spcBef>
        <a:spcAft>
          <a:spcPct val="0"/>
        </a:spcAft>
        <a:defRPr sz="36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761970" algn="ctr" defTabSz="380985" rtl="0" eaLnBrk="1" fontAlgn="base" hangingPunct="1">
        <a:spcBef>
          <a:spcPct val="0"/>
        </a:spcBef>
        <a:spcAft>
          <a:spcPct val="0"/>
        </a:spcAft>
        <a:defRPr sz="36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142954" algn="ctr" defTabSz="380985" rtl="0" eaLnBrk="1" fontAlgn="base" hangingPunct="1">
        <a:spcBef>
          <a:spcPct val="0"/>
        </a:spcBef>
        <a:spcAft>
          <a:spcPct val="0"/>
        </a:spcAft>
        <a:defRPr sz="36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1523939" algn="ctr" defTabSz="380985" rtl="0" eaLnBrk="1" fontAlgn="base" hangingPunct="1">
        <a:spcBef>
          <a:spcPct val="0"/>
        </a:spcBef>
        <a:spcAft>
          <a:spcPct val="0"/>
        </a:spcAft>
        <a:defRPr sz="36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285739" indent="-285739" algn="l" defTabSz="380985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667" kern="12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619100" indent="-238115" algn="l" defTabSz="380985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333" kern="1200">
          <a:solidFill>
            <a:schemeClr val="tx1"/>
          </a:solidFill>
          <a:latin typeface="+mn-lt"/>
          <a:ea typeface="ＭＳ Ｐゴシック" charset="0"/>
          <a:cs typeface="+mn-cs"/>
        </a:defRPr>
      </a:lvl2pPr>
      <a:lvl3pPr marL="952462" indent="-190492" algn="l" defTabSz="380985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000" kern="1200">
          <a:solidFill>
            <a:schemeClr val="tx1"/>
          </a:solidFill>
          <a:latin typeface="+mn-lt"/>
          <a:ea typeface="ＭＳ Ｐゴシック" charset="0"/>
          <a:cs typeface="+mn-cs"/>
        </a:defRPr>
      </a:lvl3pPr>
      <a:lvl4pPr marL="1333447" indent="-190492" algn="l" defTabSz="380985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1667" kern="1200">
          <a:solidFill>
            <a:schemeClr val="tx1"/>
          </a:solidFill>
          <a:latin typeface="+mn-lt"/>
          <a:ea typeface="ＭＳ Ｐゴシック" charset="0"/>
          <a:cs typeface="+mn-cs"/>
        </a:defRPr>
      </a:lvl4pPr>
      <a:lvl5pPr marL="1714431" indent="-190492" algn="l" defTabSz="380985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1667" kern="1200">
          <a:solidFill>
            <a:schemeClr val="tx1"/>
          </a:solidFill>
          <a:latin typeface="+mn-lt"/>
          <a:ea typeface="ＭＳ Ｐゴシック" charset="0"/>
          <a:cs typeface="+mn-cs"/>
        </a:defRPr>
      </a:lvl5pPr>
      <a:lvl6pPr marL="209541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6pPr>
      <a:lvl7pPr marL="2476401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7pPr>
      <a:lvl8pPr marL="285738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8pPr>
      <a:lvl9pPr marL="3238370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0985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6197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4295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93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0492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8590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66893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47878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wide 14b.png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44827"/>
            <a:ext cx="9144000" cy="4585567"/>
          </a:xfrm>
          <a:prstGeom prst="rect">
            <a:avLst/>
          </a:prstGeom>
        </p:spPr>
      </p:pic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8774" y="5449859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15553038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74" r:id="rId3"/>
  </p:sldLayoutIdLst>
  <p:txStyles>
    <p:titleStyle>
      <a:lvl1pPr algn="ctr" defTabSz="380985" rtl="0" eaLnBrk="1" latinLnBrk="0" hangingPunct="1">
        <a:spcBef>
          <a:spcPct val="0"/>
        </a:spcBef>
        <a:buNone/>
        <a:defRPr sz="36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739" indent="-285739" algn="l" defTabSz="3809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1pPr>
      <a:lvl2pPr marL="619100" indent="-238115" algn="l" defTabSz="380985" rtl="0" eaLnBrk="1" latinLnBrk="0" hangingPunct="1">
        <a:spcBef>
          <a:spcPct val="20000"/>
        </a:spcBef>
        <a:buFont typeface="Arial"/>
        <a:buChar char="–"/>
        <a:defRPr sz="2333" kern="1200">
          <a:solidFill>
            <a:schemeClr val="tx1"/>
          </a:solidFill>
          <a:latin typeface="+mn-lt"/>
          <a:ea typeface="+mn-ea"/>
          <a:cs typeface="+mn-cs"/>
        </a:defRPr>
      </a:lvl2pPr>
      <a:lvl3pPr marL="952462" indent="-190492" algn="l" defTabSz="380985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33447" indent="-190492" algn="l" defTabSz="380985" rtl="0" eaLnBrk="1" latinLnBrk="0" hangingPunct="1">
        <a:spcBef>
          <a:spcPct val="20000"/>
        </a:spcBef>
        <a:buFont typeface="Arial"/>
        <a:buChar char="–"/>
        <a:defRPr sz="1667" kern="1200">
          <a:solidFill>
            <a:schemeClr val="tx1"/>
          </a:solidFill>
          <a:latin typeface="+mn-lt"/>
          <a:ea typeface="+mn-ea"/>
          <a:cs typeface="+mn-cs"/>
        </a:defRPr>
      </a:lvl4pPr>
      <a:lvl5pPr marL="1714431" indent="-190492" algn="l" defTabSz="380985" rtl="0" eaLnBrk="1" latinLnBrk="0" hangingPunct="1">
        <a:spcBef>
          <a:spcPct val="20000"/>
        </a:spcBef>
        <a:buFont typeface="Arial"/>
        <a:buChar char="»"/>
        <a:defRPr sz="1667" kern="1200">
          <a:solidFill>
            <a:schemeClr val="tx1"/>
          </a:solidFill>
          <a:latin typeface="+mn-lt"/>
          <a:ea typeface="+mn-ea"/>
          <a:cs typeface="+mn-cs"/>
        </a:defRPr>
      </a:lvl5pPr>
      <a:lvl6pPr marL="209541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6pPr>
      <a:lvl7pPr marL="2476401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7pPr>
      <a:lvl8pPr marL="285738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8pPr>
      <a:lvl9pPr marL="3238370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0985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6197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4295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93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0492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8590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66893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47878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11 grid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27664"/>
            <a:ext cx="9144000" cy="3602730"/>
          </a:xfrm>
          <a:prstGeom prst="rect">
            <a:avLst/>
          </a:prstGeom>
        </p:spPr>
      </p:pic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59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33724707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0" r:id="rId1"/>
    <p:sldLayoutId id="2147483731" r:id="rId2"/>
  </p:sldLayoutIdLst>
  <p:txStyles>
    <p:titleStyle>
      <a:lvl1pPr algn="ctr" defTabSz="380985" rtl="0" eaLnBrk="1" latinLnBrk="0" hangingPunct="1">
        <a:spcBef>
          <a:spcPct val="0"/>
        </a:spcBef>
        <a:buNone/>
        <a:defRPr sz="36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739" indent="-285739" algn="l" defTabSz="3809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1pPr>
      <a:lvl2pPr marL="619100" indent="-238115" algn="l" defTabSz="380985" rtl="0" eaLnBrk="1" latinLnBrk="0" hangingPunct="1">
        <a:spcBef>
          <a:spcPct val="20000"/>
        </a:spcBef>
        <a:buFont typeface="Arial"/>
        <a:buChar char="–"/>
        <a:defRPr sz="2333" kern="1200">
          <a:solidFill>
            <a:schemeClr val="tx1"/>
          </a:solidFill>
          <a:latin typeface="+mn-lt"/>
          <a:ea typeface="+mn-ea"/>
          <a:cs typeface="+mn-cs"/>
        </a:defRPr>
      </a:lvl2pPr>
      <a:lvl3pPr marL="952462" indent="-190492" algn="l" defTabSz="380985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33447" indent="-190492" algn="l" defTabSz="380985" rtl="0" eaLnBrk="1" latinLnBrk="0" hangingPunct="1">
        <a:spcBef>
          <a:spcPct val="20000"/>
        </a:spcBef>
        <a:buFont typeface="Arial"/>
        <a:buChar char="–"/>
        <a:defRPr sz="1667" kern="1200">
          <a:solidFill>
            <a:schemeClr val="tx1"/>
          </a:solidFill>
          <a:latin typeface="+mn-lt"/>
          <a:ea typeface="+mn-ea"/>
          <a:cs typeface="+mn-cs"/>
        </a:defRPr>
      </a:lvl4pPr>
      <a:lvl5pPr marL="1714431" indent="-190492" algn="l" defTabSz="380985" rtl="0" eaLnBrk="1" latinLnBrk="0" hangingPunct="1">
        <a:spcBef>
          <a:spcPct val="20000"/>
        </a:spcBef>
        <a:buFont typeface="Arial"/>
        <a:buChar char="»"/>
        <a:defRPr sz="1667" kern="1200">
          <a:solidFill>
            <a:schemeClr val="tx1"/>
          </a:solidFill>
          <a:latin typeface="+mn-lt"/>
          <a:ea typeface="+mn-ea"/>
          <a:cs typeface="+mn-cs"/>
        </a:defRPr>
      </a:lvl5pPr>
      <a:lvl6pPr marL="209541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6pPr>
      <a:lvl7pPr marL="2476401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7pPr>
      <a:lvl8pPr marL="285738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8pPr>
      <a:lvl9pPr marL="3238370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0985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6197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4295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93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0492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8590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66893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47878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9 wide.png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775932"/>
            <a:ext cx="9144000" cy="2948510"/>
          </a:xfrm>
          <a:prstGeom prst="rect">
            <a:avLst/>
          </a:prstGeom>
        </p:spPr>
      </p:pic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59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15788994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831" r:id="rId3"/>
  </p:sldLayoutIdLst>
  <p:txStyles>
    <p:titleStyle>
      <a:lvl1pPr algn="ctr" defTabSz="380985" rtl="0" eaLnBrk="1" latinLnBrk="0" hangingPunct="1">
        <a:spcBef>
          <a:spcPct val="0"/>
        </a:spcBef>
        <a:buNone/>
        <a:defRPr sz="36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739" indent="-285739" algn="l" defTabSz="3809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1pPr>
      <a:lvl2pPr marL="619100" indent="-238115" algn="l" defTabSz="380985" rtl="0" eaLnBrk="1" latinLnBrk="0" hangingPunct="1">
        <a:spcBef>
          <a:spcPct val="20000"/>
        </a:spcBef>
        <a:buFont typeface="Arial"/>
        <a:buChar char="–"/>
        <a:defRPr sz="2333" kern="1200">
          <a:solidFill>
            <a:schemeClr val="tx1"/>
          </a:solidFill>
          <a:latin typeface="+mn-lt"/>
          <a:ea typeface="+mn-ea"/>
          <a:cs typeface="+mn-cs"/>
        </a:defRPr>
      </a:lvl2pPr>
      <a:lvl3pPr marL="952462" indent="-190492" algn="l" defTabSz="380985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33447" indent="-190492" algn="l" defTabSz="380985" rtl="0" eaLnBrk="1" latinLnBrk="0" hangingPunct="1">
        <a:spcBef>
          <a:spcPct val="20000"/>
        </a:spcBef>
        <a:buFont typeface="Arial"/>
        <a:buChar char="–"/>
        <a:defRPr sz="1667" kern="1200">
          <a:solidFill>
            <a:schemeClr val="tx1"/>
          </a:solidFill>
          <a:latin typeface="+mn-lt"/>
          <a:ea typeface="+mn-ea"/>
          <a:cs typeface="+mn-cs"/>
        </a:defRPr>
      </a:lvl4pPr>
      <a:lvl5pPr marL="1714431" indent="-190492" algn="l" defTabSz="380985" rtl="0" eaLnBrk="1" latinLnBrk="0" hangingPunct="1">
        <a:spcBef>
          <a:spcPct val="20000"/>
        </a:spcBef>
        <a:buFont typeface="Arial"/>
        <a:buChar char="»"/>
        <a:defRPr sz="1667" kern="1200">
          <a:solidFill>
            <a:schemeClr val="tx1"/>
          </a:solidFill>
          <a:latin typeface="+mn-lt"/>
          <a:ea typeface="+mn-ea"/>
          <a:cs typeface="+mn-cs"/>
        </a:defRPr>
      </a:lvl5pPr>
      <a:lvl6pPr marL="209541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6pPr>
      <a:lvl7pPr marL="2476401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7pPr>
      <a:lvl8pPr marL="285738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8pPr>
      <a:lvl9pPr marL="3238370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0985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6197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4295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93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0492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8590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66893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47878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9 wide.png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053"/>
          <a:stretch/>
        </p:blipFill>
        <p:spPr>
          <a:xfrm>
            <a:off x="0" y="3101822"/>
            <a:ext cx="9144000" cy="2622620"/>
          </a:xfrm>
          <a:prstGeom prst="rect">
            <a:avLst/>
          </a:prstGeom>
        </p:spPr>
      </p:pic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59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772821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37" r:id="rId2"/>
    <p:sldLayoutId id="2147483833" r:id="rId3"/>
  </p:sldLayoutIdLst>
  <p:txStyles>
    <p:titleStyle>
      <a:lvl1pPr algn="ctr" defTabSz="380985" rtl="0" eaLnBrk="1" latinLnBrk="0" hangingPunct="1">
        <a:spcBef>
          <a:spcPct val="0"/>
        </a:spcBef>
        <a:buNone/>
        <a:defRPr sz="36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739" indent="-285739" algn="l" defTabSz="3809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1pPr>
      <a:lvl2pPr marL="619100" indent="-238115" algn="l" defTabSz="380985" rtl="0" eaLnBrk="1" latinLnBrk="0" hangingPunct="1">
        <a:spcBef>
          <a:spcPct val="20000"/>
        </a:spcBef>
        <a:buFont typeface="Arial"/>
        <a:buChar char="–"/>
        <a:defRPr sz="2333" kern="1200">
          <a:solidFill>
            <a:schemeClr val="tx1"/>
          </a:solidFill>
          <a:latin typeface="+mn-lt"/>
          <a:ea typeface="+mn-ea"/>
          <a:cs typeface="+mn-cs"/>
        </a:defRPr>
      </a:lvl2pPr>
      <a:lvl3pPr marL="952462" indent="-190492" algn="l" defTabSz="380985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33447" indent="-190492" algn="l" defTabSz="380985" rtl="0" eaLnBrk="1" latinLnBrk="0" hangingPunct="1">
        <a:spcBef>
          <a:spcPct val="20000"/>
        </a:spcBef>
        <a:buFont typeface="Arial"/>
        <a:buChar char="–"/>
        <a:defRPr sz="1667" kern="1200">
          <a:solidFill>
            <a:schemeClr val="tx1"/>
          </a:solidFill>
          <a:latin typeface="+mn-lt"/>
          <a:ea typeface="+mn-ea"/>
          <a:cs typeface="+mn-cs"/>
        </a:defRPr>
      </a:lvl4pPr>
      <a:lvl5pPr marL="1714431" indent="-190492" algn="l" defTabSz="380985" rtl="0" eaLnBrk="1" latinLnBrk="0" hangingPunct="1">
        <a:spcBef>
          <a:spcPct val="20000"/>
        </a:spcBef>
        <a:buFont typeface="Arial"/>
        <a:buChar char="»"/>
        <a:defRPr sz="1667" kern="1200">
          <a:solidFill>
            <a:schemeClr val="tx1"/>
          </a:solidFill>
          <a:latin typeface="+mn-lt"/>
          <a:ea typeface="+mn-ea"/>
          <a:cs typeface="+mn-cs"/>
        </a:defRPr>
      </a:lvl5pPr>
      <a:lvl6pPr marL="209541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6pPr>
      <a:lvl7pPr marL="2476401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7pPr>
      <a:lvl8pPr marL="285738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8pPr>
      <a:lvl9pPr marL="3238370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0985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6197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4295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93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0492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8590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66893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47878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wide 12b copy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99020"/>
            <a:ext cx="9144000" cy="3925318"/>
          </a:xfrm>
          <a:prstGeom prst="rect">
            <a:avLst/>
          </a:prstGeom>
        </p:spPr>
      </p:pic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60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33557487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</p:sldLayoutIdLst>
  <p:txStyles>
    <p:titleStyle>
      <a:lvl1pPr algn="ctr" defTabSz="380985" rtl="0" eaLnBrk="1" latinLnBrk="0" hangingPunct="1">
        <a:spcBef>
          <a:spcPct val="0"/>
        </a:spcBef>
        <a:buNone/>
        <a:defRPr sz="36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739" indent="-285739" algn="l" defTabSz="3809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1pPr>
      <a:lvl2pPr marL="619100" indent="-238115" algn="l" defTabSz="380985" rtl="0" eaLnBrk="1" latinLnBrk="0" hangingPunct="1">
        <a:spcBef>
          <a:spcPct val="20000"/>
        </a:spcBef>
        <a:buFont typeface="Arial"/>
        <a:buChar char="–"/>
        <a:defRPr sz="2333" kern="1200">
          <a:solidFill>
            <a:schemeClr val="tx1"/>
          </a:solidFill>
          <a:latin typeface="+mn-lt"/>
          <a:ea typeface="+mn-ea"/>
          <a:cs typeface="+mn-cs"/>
        </a:defRPr>
      </a:lvl2pPr>
      <a:lvl3pPr marL="952462" indent="-190492" algn="l" defTabSz="380985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33447" indent="-190492" algn="l" defTabSz="380985" rtl="0" eaLnBrk="1" latinLnBrk="0" hangingPunct="1">
        <a:spcBef>
          <a:spcPct val="20000"/>
        </a:spcBef>
        <a:buFont typeface="Arial"/>
        <a:buChar char="–"/>
        <a:defRPr sz="1667" kern="1200">
          <a:solidFill>
            <a:schemeClr val="tx1"/>
          </a:solidFill>
          <a:latin typeface="+mn-lt"/>
          <a:ea typeface="+mn-ea"/>
          <a:cs typeface="+mn-cs"/>
        </a:defRPr>
      </a:lvl4pPr>
      <a:lvl5pPr marL="1714431" indent="-190492" algn="l" defTabSz="380985" rtl="0" eaLnBrk="1" latinLnBrk="0" hangingPunct="1">
        <a:spcBef>
          <a:spcPct val="20000"/>
        </a:spcBef>
        <a:buFont typeface="Arial"/>
        <a:buChar char="»"/>
        <a:defRPr sz="1667" kern="1200">
          <a:solidFill>
            <a:schemeClr val="tx1"/>
          </a:solidFill>
          <a:latin typeface="+mn-lt"/>
          <a:ea typeface="+mn-ea"/>
          <a:cs typeface="+mn-cs"/>
        </a:defRPr>
      </a:lvl5pPr>
      <a:lvl6pPr marL="209541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6pPr>
      <a:lvl7pPr marL="2476401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7pPr>
      <a:lvl8pPr marL="285738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8pPr>
      <a:lvl9pPr marL="3238370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0985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6197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4295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93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0492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8590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66893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47878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0 wide grid.png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56255"/>
            <a:ext cx="9144000" cy="3268083"/>
          </a:xfrm>
          <a:prstGeom prst="rect">
            <a:avLst/>
          </a:prstGeom>
        </p:spPr>
      </p:pic>
      <p:sp>
        <p:nvSpPr>
          <p:cNvPr id="3" name="Oval 2">
            <a:hlinkClick r:id="" action="ppaction://hlinkshowjump?jump=lastslide"/>
          </p:cNvPr>
          <p:cNvSpPr/>
          <p:nvPr/>
        </p:nvSpPr>
        <p:spPr>
          <a:xfrm>
            <a:off x="8871077" y="5449860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11489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2" r:id="rId1"/>
    <p:sldLayoutId id="2147483743" r:id="rId2"/>
    <p:sldLayoutId id="2147483832" r:id="rId3"/>
  </p:sldLayoutIdLst>
  <p:txStyles>
    <p:titleStyle>
      <a:lvl1pPr algn="ctr" defTabSz="380985" rtl="0" eaLnBrk="1" latinLnBrk="0" hangingPunct="1">
        <a:spcBef>
          <a:spcPct val="0"/>
        </a:spcBef>
        <a:buNone/>
        <a:defRPr sz="36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739" indent="-285739" algn="l" defTabSz="3809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1pPr>
      <a:lvl2pPr marL="619100" indent="-238115" algn="l" defTabSz="380985" rtl="0" eaLnBrk="1" latinLnBrk="0" hangingPunct="1">
        <a:spcBef>
          <a:spcPct val="20000"/>
        </a:spcBef>
        <a:buFont typeface="Arial"/>
        <a:buChar char="–"/>
        <a:defRPr sz="2333" kern="1200">
          <a:solidFill>
            <a:schemeClr val="tx1"/>
          </a:solidFill>
          <a:latin typeface="+mn-lt"/>
          <a:ea typeface="+mn-ea"/>
          <a:cs typeface="+mn-cs"/>
        </a:defRPr>
      </a:lvl2pPr>
      <a:lvl3pPr marL="952462" indent="-190492" algn="l" defTabSz="380985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33447" indent="-190492" algn="l" defTabSz="380985" rtl="0" eaLnBrk="1" latinLnBrk="0" hangingPunct="1">
        <a:spcBef>
          <a:spcPct val="20000"/>
        </a:spcBef>
        <a:buFont typeface="Arial"/>
        <a:buChar char="–"/>
        <a:defRPr sz="1667" kern="1200">
          <a:solidFill>
            <a:schemeClr val="tx1"/>
          </a:solidFill>
          <a:latin typeface="+mn-lt"/>
          <a:ea typeface="+mn-ea"/>
          <a:cs typeface="+mn-cs"/>
        </a:defRPr>
      </a:lvl4pPr>
      <a:lvl5pPr marL="1714431" indent="-190492" algn="l" defTabSz="380985" rtl="0" eaLnBrk="1" latinLnBrk="0" hangingPunct="1">
        <a:spcBef>
          <a:spcPct val="20000"/>
        </a:spcBef>
        <a:buFont typeface="Arial"/>
        <a:buChar char="»"/>
        <a:defRPr sz="1667" kern="1200">
          <a:solidFill>
            <a:schemeClr val="tx1"/>
          </a:solidFill>
          <a:latin typeface="+mn-lt"/>
          <a:ea typeface="+mn-ea"/>
          <a:cs typeface="+mn-cs"/>
        </a:defRPr>
      </a:lvl5pPr>
      <a:lvl6pPr marL="209541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6pPr>
      <a:lvl7pPr marL="2476401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7pPr>
      <a:lvl8pPr marL="285738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8pPr>
      <a:lvl9pPr marL="3238370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0985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6197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4295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93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0492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8590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66893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47878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wide 14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839" b="-1306"/>
          <a:stretch/>
        </p:blipFill>
        <p:spPr>
          <a:xfrm>
            <a:off x="0" y="1302502"/>
            <a:ext cx="9144000" cy="4483679"/>
          </a:xfrm>
          <a:prstGeom prst="rect">
            <a:avLst/>
          </a:prstGeom>
        </p:spPr>
      </p:pic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60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35651632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</p:sldLayoutIdLst>
  <p:txStyles>
    <p:titleStyle>
      <a:lvl1pPr algn="ctr" defTabSz="380985" rtl="0" eaLnBrk="1" latinLnBrk="0" hangingPunct="1">
        <a:spcBef>
          <a:spcPct val="0"/>
        </a:spcBef>
        <a:buNone/>
        <a:defRPr sz="36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739" indent="-285739" algn="l" defTabSz="3809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1pPr>
      <a:lvl2pPr marL="619100" indent="-238115" algn="l" defTabSz="380985" rtl="0" eaLnBrk="1" latinLnBrk="0" hangingPunct="1">
        <a:spcBef>
          <a:spcPct val="20000"/>
        </a:spcBef>
        <a:buFont typeface="Arial"/>
        <a:buChar char="–"/>
        <a:defRPr sz="2333" kern="1200">
          <a:solidFill>
            <a:schemeClr val="tx1"/>
          </a:solidFill>
          <a:latin typeface="+mn-lt"/>
          <a:ea typeface="+mn-ea"/>
          <a:cs typeface="+mn-cs"/>
        </a:defRPr>
      </a:lvl2pPr>
      <a:lvl3pPr marL="952462" indent="-190492" algn="l" defTabSz="380985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33447" indent="-190492" algn="l" defTabSz="380985" rtl="0" eaLnBrk="1" latinLnBrk="0" hangingPunct="1">
        <a:spcBef>
          <a:spcPct val="20000"/>
        </a:spcBef>
        <a:buFont typeface="Arial"/>
        <a:buChar char="–"/>
        <a:defRPr sz="1667" kern="1200">
          <a:solidFill>
            <a:schemeClr val="tx1"/>
          </a:solidFill>
          <a:latin typeface="+mn-lt"/>
          <a:ea typeface="+mn-ea"/>
          <a:cs typeface="+mn-cs"/>
        </a:defRPr>
      </a:lvl4pPr>
      <a:lvl5pPr marL="1714431" indent="-190492" algn="l" defTabSz="380985" rtl="0" eaLnBrk="1" latinLnBrk="0" hangingPunct="1">
        <a:spcBef>
          <a:spcPct val="20000"/>
        </a:spcBef>
        <a:buFont typeface="Arial"/>
        <a:buChar char="»"/>
        <a:defRPr sz="1667" kern="1200">
          <a:solidFill>
            <a:schemeClr val="tx1"/>
          </a:solidFill>
          <a:latin typeface="+mn-lt"/>
          <a:ea typeface="+mn-ea"/>
          <a:cs typeface="+mn-cs"/>
        </a:defRPr>
      </a:lvl5pPr>
      <a:lvl6pPr marL="209541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6pPr>
      <a:lvl7pPr marL="2476401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7pPr>
      <a:lvl8pPr marL="285738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8pPr>
      <a:lvl9pPr marL="3238370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0985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6197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4295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93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0492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8590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66893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47878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9 wide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775932"/>
            <a:ext cx="9144000" cy="2948510"/>
          </a:xfrm>
          <a:prstGeom prst="rect">
            <a:avLst/>
          </a:prstGeom>
        </p:spPr>
      </p:pic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59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1481593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  <p:sldLayoutId id="2147483752" r:id="rId2"/>
  </p:sldLayoutIdLst>
  <p:txStyles>
    <p:titleStyle>
      <a:lvl1pPr algn="ctr" defTabSz="380985" rtl="0" eaLnBrk="1" latinLnBrk="0" hangingPunct="1">
        <a:spcBef>
          <a:spcPct val="0"/>
        </a:spcBef>
        <a:buNone/>
        <a:defRPr sz="36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739" indent="-285739" algn="l" defTabSz="3809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1pPr>
      <a:lvl2pPr marL="619100" indent="-238115" algn="l" defTabSz="380985" rtl="0" eaLnBrk="1" latinLnBrk="0" hangingPunct="1">
        <a:spcBef>
          <a:spcPct val="20000"/>
        </a:spcBef>
        <a:buFont typeface="Arial"/>
        <a:buChar char="–"/>
        <a:defRPr sz="2333" kern="1200">
          <a:solidFill>
            <a:schemeClr val="tx1"/>
          </a:solidFill>
          <a:latin typeface="+mn-lt"/>
          <a:ea typeface="+mn-ea"/>
          <a:cs typeface="+mn-cs"/>
        </a:defRPr>
      </a:lvl2pPr>
      <a:lvl3pPr marL="952462" indent="-190492" algn="l" defTabSz="380985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33447" indent="-190492" algn="l" defTabSz="380985" rtl="0" eaLnBrk="1" latinLnBrk="0" hangingPunct="1">
        <a:spcBef>
          <a:spcPct val="20000"/>
        </a:spcBef>
        <a:buFont typeface="Arial"/>
        <a:buChar char="–"/>
        <a:defRPr sz="1667" kern="1200">
          <a:solidFill>
            <a:schemeClr val="tx1"/>
          </a:solidFill>
          <a:latin typeface="+mn-lt"/>
          <a:ea typeface="+mn-ea"/>
          <a:cs typeface="+mn-cs"/>
        </a:defRPr>
      </a:lvl4pPr>
      <a:lvl5pPr marL="1714431" indent="-190492" algn="l" defTabSz="380985" rtl="0" eaLnBrk="1" latinLnBrk="0" hangingPunct="1">
        <a:spcBef>
          <a:spcPct val="20000"/>
        </a:spcBef>
        <a:buFont typeface="Arial"/>
        <a:buChar char="»"/>
        <a:defRPr sz="1667" kern="1200">
          <a:solidFill>
            <a:schemeClr val="tx1"/>
          </a:solidFill>
          <a:latin typeface="+mn-lt"/>
          <a:ea typeface="+mn-ea"/>
          <a:cs typeface="+mn-cs"/>
        </a:defRPr>
      </a:lvl5pPr>
      <a:lvl6pPr marL="209541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6pPr>
      <a:lvl7pPr marL="2476401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7pPr>
      <a:lvl8pPr marL="285738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8pPr>
      <a:lvl9pPr marL="3238370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0985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6197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4295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93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0492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8590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66893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47878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9 wide.png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053"/>
          <a:stretch/>
        </p:blipFill>
        <p:spPr>
          <a:xfrm>
            <a:off x="0" y="3101822"/>
            <a:ext cx="9144000" cy="2622620"/>
          </a:xfrm>
          <a:prstGeom prst="rect">
            <a:avLst/>
          </a:prstGeom>
        </p:spPr>
      </p:pic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59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33480016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4" r:id="rId1"/>
    <p:sldLayoutId id="2147483755" r:id="rId2"/>
    <p:sldLayoutId id="2147483834" r:id="rId3"/>
  </p:sldLayoutIdLst>
  <p:txStyles>
    <p:titleStyle>
      <a:lvl1pPr algn="ctr" defTabSz="380985" rtl="0" eaLnBrk="1" latinLnBrk="0" hangingPunct="1">
        <a:spcBef>
          <a:spcPct val="0"/>
        </a:spcBef>
        <a:buNone/>
        <a:defRPr sz="36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739" indent="-285739" algn="l" defTabSz="3809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1pPr>
      <a:lvl2pPr marL="619100" indent="-238115" algn="l" defTabSz="380985" rtl="0" eaLnBrk="1" latinLnBrk="0" hangingPunct="1">
        <a:spcBef>
          <a:spcPct val="20000"/>
        </a:spcBef>
        <a:buFont typeface="Arial"/>
        <a:buChar char="–"/>
        <a:defRPr sz="2333" kern="1200">
          <a:solidFill>
            <a:schemeClr val="tx1"/>
          </a:solidFill>
          <a:latin typeface="+mn-lt"/>
          <a:ea typeface="+mn-ea"/>
          <a:cs typeface="+mn-cs"/>
        </a:defRPr>
      </a:lvl2pPr>
      <a:lvl3pPr marL="952462" indent="-190492" algn="l" defTabSz="380985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33447" indent="-190492" algn="l" defTabSz="380985" rtl="0" eaLnBrk="1" latinLnBrk="0" hangingPunct="1">
        <a:spcBef>
          <a:spcPct val="20000"/>
        </a:spcBef>
        <a:buFont typeface="Arial"/>
        <a:buChar char="–"/>
        <a:defRPr sz="1667" kern="1200">
          <a:solidFill>
            <a:schemeClr val="tx1"/>
          </a:solidFill>
          <a:latin typeface="+mn-lt"/>
          <a:ea typeface="+mn-ea"/>
          <a:cs typeface="+mn-cs"/>
        </a:defRPr>
      </a:lvl4pPr>
      <a:lvl5pPr marL="1714431" indent="-190492" algn="l" defTabSz="380985" rtl="0" eaLnBrk="1" latinLnBrk="0" hangingPunct="1">
        <a:spcBef>
          <a:spcPct val="20000"/>
        </a:spcBef>
        <a:buFont typeface="Arial"/>
        <a:buChar char="»"/>
        <a:defRPr sz="1667" kern="1200">
          <a:solidFill>
            <a:schemeClr val="tx1"/>
          </a:solidFill>
          <a:latin typeface="+mn-lt"/>
          <a:ea typeface="+mn-ea"/>
          <a:cs typeface="+mn-cs"/>
        </a:defRPr>
      </a:lvl5pPr>
      <a:lvl6pPr marL="209541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6pPr>
      <a:lvl7pPr marL="2476401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7pPr>
      <a:lvl8pPr marL="285738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8pPr>
      <a:lvl9pPr marL="3238370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0985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6197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4295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93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0492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8590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66893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47878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wide 12b copy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99020"/>
            <a:ext cx="9144000" cy="3925318"/>
          </a:xfrm>
          <a:prstGeom prst="rect">
            <a:avLst/>
          </a:prstGeom>
        </p:spPr>
      </p:pic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60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13440254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</p:sldLayoutIdLst>
  <p:txStyles>
    <p:titleStyle>
      <a:lvl1pPr algn="ctr" defTabSz="380985" rtl="0" eaLnBrk="1" latinLnBrk="0" hangingPunct="1">
        <a:spcBef>
          <a:spcPct val="0"/>
        </a:spcBef>
        <a:buNone/>
        <a:defRPr sz="36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739" indent="-285739" algn="l" defTabSz="3809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1pPr>
      <a:lvl2pPr marL="619100" indent="-238115" algn="l" defTabSz="380985" rtl="0" eaLnBrk="1" latinLnBrk="0" hangingPunct="1">
        <a:spcBef>
          <a:spcPct val="20000"/>
        </a:spcBef>
        <a:buFont typeface="Arial"/>
        <a:buChar char="–"/>
        <a:defRPr sz="2333" kern="1200">
          <a:solidFill>
            <a:schemeClr val="tx1"/>
          </a:solidFill>
          <a:latin typeface="+mn-lt"/>
          <a:ea typeface="+mn-ea"/>
          <a:cs typeface="+mn-cs"/>
        </a:defRPr>
      </a:lvl2pPr>
      <a:lvl3pPr marL="952462" indent="-190492" algn="l" defTabSz="380985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33447" indent="-190492" algn="l" defTabSz="380985" rtl="0" eaLnBrk="1" latinLnBrk="0" hangingPunct="1">
        <a:spcBef>
          <a:spcPct val="20000"/>
        </a:spcBef>
        <a:buFont typeface="Arial"/>
        <a:buChar char="–"/>
        <a:defRPr sz="1667" kern="1200">
          <a:solidFill>
            <a:schemeClr val="tx1"/>
          </a:solidFill>
          <a:latin typeface="+mn-lt"/>
          <a:ea typeface="+mn-ea"/>
          <a:cs typeface="+mn-cs"/>
        </a:defRPr>
      </a:lvl4pPr>
      <a:lvl5pPr marL="1714431" indent="-190492" algn="l" defTabSz="380985" rtl="0" eaLnBrk="1" latinLnBrk="0" hangingPunct="1">
        <a:spcBef>
          <a:spcPct val="20000"/>
        </a:spcBef>
        <a:buFont typeface="Arial"/>
        <a:buChar char="»"/>
        <a:defRPr sz="1667" kern="1200">
          <a:solidFill>
            <a:schemeClr val="tx1"/>
          </a:solidFill>
          <a:latin typeface="+mn-lt"/>
          <a:ea typeface="+mn-ea"/>
          <a:cs typeface="+mn-cs"/>
        </a:defRPr>
      </a:lvl5pPr>
      <a:lvl6pPr marL="209541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6pPr>
      <a:lvl7pPr marL="2476401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7pPr>
      <a:lvl8pPr marL="285738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8pPr>
      <a:lvl9pPr marL="3238370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0985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6197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4295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93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0492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8590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66893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47878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0 wide grid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56255"/>
            <a:ext cx="9144000" cy="3268083"/>
          </a:xfrm>
          <a:prstGeom prst="rect">
            <a:avLst/>
          </a:prstGeom>
        </p:spPr>
      </p:pic>
      <p:sp>
        <p:nvSpPr>
          <p:cNvPr id="3" name="Oval 2">
            <a:hlinkClick r:id="" action="ppaction://hlinkshowjump?jump=lastslide"/>
          </p:cNvPr>
          <p:cNvSpPr/>
          <p:nvPr/>
        </p:nvSpPr>
        <p:spPr>
          <a:xfrm>
            <a:off x="8871077" y="5449860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32343626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0" r:id="rId1"/>
    <p:sldLayoutId id="2147483761" r:id="rId2"/>
  </p:sldLayoutIdLst>
  <p:txStyles>
    <p:titleStyle>
      <a:lvl1pPr algn="ctr" defTabSz="380985" rtl="0" eaLnBrk="1" latinLnBrk="0" hangingPunct="1">
        <a:spcBef>
          <a:spcPct val="0"/>
        </a:spcBef>
        <a:buNone/>
        <a:defRPr sz="36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739" indent="-285739" algn="l" defTabSz="3809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1pPr>
      <a:lvl2pPr marL="619100" indent="-238115" algn="l" defTabSz="380985" rtl="0" eaLnBrk="1" latinLnBrk="0" hangingPunct="1">
        <a:spcBef>
          <a:spcPct val="20000"/>
        </a:spcBef>
        <a:buFont typeface="Arial"/>
        <a:buChar char="–"/>
        <a:defRPr sz="2333" kern="1200">
          <a:solidFill>
            <a:schemeClr val="tx1"/>
          </a:solidFill>
          <a:latin typeface="+mn-lt"/>
          <a:ea typeface="+mn-ea"/>
          <a:cs typeface="+mn-cs"/>
        </a:defRPr>
      </a:lvl2pPr>
      <a:lvl3pPr marL="952462" indent="-190492" algn="l" defTabSz="380985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33447" indent="-190492" algn="l" defTabSz="380985" rtl="0" eaLnBrk="1" latinLnBrk="0" hangingPunct="1">
        <a:spcBef>
          <a:spcPct val="20000"/>
        </a:spcBef>
        <a:buFont typeface="Arial"/>
        <a:buChar char="–"/>
        <a:defRPr sz="1667" kern="1200">
          <a:solidFill>
            <a:schemeClr val="tx1"/>
          </a:solidFill>
          <a:latin typeface="+mn-lt"/>
          <a:ea typeface="+mn-ea"/>
          <a:cs typeface="+mn-cs"/>
        </a:defRPr>
      </a:lvl4pPr>
      <a:lvl5pPr marL="1714431" indent="-190492" algn="l" defTabSz="380985" rtl="0" eaLnBrk="1" latinLnBrk="0" hangingPunct="1">
        <a:spcBef>
          <a:spcPct val="20000"/>
        </a:spcBef>
        <a:buFont typeface="Arial"/>
        <a:buChar char="»"/>
        <a:defRPr sz="1667" kern="1200">
          <a:solidFill>
            <a:schemeClr val="tx1"/>
          </a:solidFill>
          <a:latin typeface="+mn-lt"/>
          <a:ea typeface="+mn-ea"/>
          <a:cs typeface="+mn-cs"/>
        </a:defRPr>
      </a:lvl5pPr>
      <a:lvl6pPr marL="209541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6pPr>
      <a:lvl7pPr marL="2476401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7pPr>
      <a:lvl8pPr marL="285738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8pPr>
      <a:lvl9pPr marL="3238370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0985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6197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4295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93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0492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8590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66893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47878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wide 14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839" b="-1306"/>
          <a:stretch/>
        </p:blipFill>
        <p:spPr>
          <a:xfrm>
            <a:off x="0" y="1302502"/>
            <a:ext cx="9144000" cy="4483679"/>
          </a:xfrm>
          <a:prstGeom prst="rect">
            <a:avLst/>
          </a:prstGeom>
        </p:spPr>
      </p:pic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60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3967005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3" r:id="rId1"/>
    <p:sldLayoutId id="2147483764" r:id="rId2"/>
  </p:sldLayoutIdLst>
  <p:txStyles>
    <p:titleStyle>
      <a:lvl1pPr algn="ctr" defTabSz="380985" rtl="0" eaLnBrk="1" latinLnBrk="0" hangingPunct="1">
        <a:spcBef>
          <a:spcPct val="0"/>
        </a:spcBef>
        <a:buNone/>
        <a:defRPr sz="36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739" indent="-285739" algn="l" defTabSz="3809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1pPr>
      <a:lvl2pPr marL="619100" indent="-238115" algn="l" defTabSz="380985" rtl="0" eaLnBrk="1" latinLnBrk="0" hangingPunct="1">
        <a:spcBef>
          <a:spcPct val="20000"/>
        </a:spcBef>
        <a:buFont typeface="Arial"/>
        <a:buChar char="–"/>
        <a:defRPr sz="2333" kern="1200">
          <a:solidFill>
            <a:schemeClr val="tx1"/>
          </a:solidFill>
          <a:latin typeface="+mn-lt"/>
          <a:ea typeface="+mn-ea"/>
          <a:cs typeface="+mn-cs"/>
        </a:defRPr>
      </a:lvl2pPr>
      <a:lvl3pPr marL="952462" indent="-190492" algn="l" defTabSz="380985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33447" indent="-190492" algn="l" defTabSz="380985" rtl="0" eaLnBrk="1" latinLnBrk="0" hangingPunct="1">
        <a:spcBef>
          <a:spcPct val="20000"/>
        </a:spcBef>
        <a:buFont typeface="Arial"/>
        <a:buChar char="–"/>
        <a:defRPr sz="1667" kern="1200">
          <a:solidFill>
            <a:schemeClr val="tx1"/>
          </a:solidFill>
          <a:latin typeface="+mn-lt"/>
          <a:ea typeface="+mn-ea"/>
          <a:cs typeface="+mn-cs"/>
        </a:defRPr>
      </a:lvl4pPr>
      <a:lvl5pPr marL="1714431" indent="-190492" algn="l" defTabSz="380985" rtl="0" eaLnBrk="1" latinLnBrk="0" hangingPunct="1">
        <a:spcBef>
          <a:spcPct val="20000"/>
        </a:spcBef>
        <a:buFont typeface="Arial"/>
        <a:buChar char="»"/>
        <a:defRPr sz="1667" kern="1200">
          <a:solidFill>
            <a:schemeClr val="tx1"/>
          </a:solidFill>
          <a:latin typeface="+mn-lt"/>
          <a:ea typeface="+mn-ea"/>
          <a:cs typeface="+mn-cs"/>
        </a:defRPr>
      </a:lvl5pPr>
      <a:lvl6pPr marL="209541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6pPr>
      <a:lvl7pPr marL="2476401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7pPr>
      <a:lvl8pPr marL="285738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8pPr>
      <a:lvl9pPr marL="3238370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0985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6197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4295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93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0492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8590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66893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47878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wide 12b copy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99020"/>
            <a:ext cx="9144000" cy="3925318"/>
          </a:xfrm>
          <a:prstGeom prst="rect">
            <a:avLst/>
          </a:prstGeom>
        </p:spPr>
      </p:pic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57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6585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7" r:id="rId1"/>
    <p:sldLayoutId id="2147483778" r:id="rId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484516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0" r:id="rId1"/>
    <p:sldLayoutId id="2147483781" r:id="rId2"/>
    <p:sldLayoutId id="2147483830" r:id="rId3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03204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3" r:id="rId1"/>
    <p:sldLayoutId id="2147483784" r:id="rId2"/>
    <p:sldLayoutId id="2147483785" r:id="rId3"/>
    <p:sldLayoutId id="2147483786" r:id="rId4"/>
    <p:sldLayoutId id="2147483787" r:id="rId5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5296960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DF20A25B-5F19-D24C-902F-2950F69BC80C}" type="datetimeFigureOut">
              <a:rPr lang="en-US" smtClean="0"/>
              <a:pPr>
                <a:defRPr/>
              </a:pPr>
              <a:t>7/16/2020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5296960"/>
            <a:ext cx="2895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5296960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310C5A4B-DD28-164E-B668-07A45EB8320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2" name="Picture 1" descr="wide 13b copy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64080"/>
            <a:ext cx="9144000" cy="4250920"/>
          </a:xfrm>
          <a:prstGeom prst="rect">
            <a:avLst/>
          </a:prstGeom>
        </p:spPr>
      </p:pic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58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926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9" r:id="rId1"/>
    <p:sldLayoutId id="2147483790" r:id="rId2"/>
  </p:sldLayoutIdLst>
  <p:txStyles>
    <p:titleStyle>
      <a:lvl1pPr algn="ctr" defTabSz="457200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ＭＳ Ｐゴシック" charset="0"/>
          <a:cs typeface="ＭＳ Ｐゴシック" charset="0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ＭＳ Ｐゴシック" charset="0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ＭＳ Ｐゴシック" charset="0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ＭＳ Ｐゴシック" charset="0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wide 14b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44827"/>
            <a:ext cx="9144000" cy="4585567"/>
          </a:xfrm>
          <a:prstGeom prst="rect">
            <a:avLst/>
          </a:prstGeom>
        </p:spPr>
      </p:pic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8774" y="5449858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6551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2" r:id="rId1"/>
    <p:sldLayoutId id="2147483793" r:id="rId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11 grid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27664"/>
            <a:ext cx="9144000" cy="3602730"/>
          </a:xfrm>
          <a:prstGeom prst="rect">
            <a:avLst/>
          </a:prstGeom>
        </p:spPr>
      </p:pic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58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06838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5" r:id="rId1"/>
    <p:sldLayoutId id="2147483796" r:id="rId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9 wide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775932"/>
            <a:ext cx="9144000" cy="2948510"/>
          </a:xfrm>
          <a:prstGeom prst="rect">
            <a:avLst/>
          </a:prstGeom>
        </p:spPr>
      </p:pic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58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26489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8" r:id="rId1"/>
    <p:sldLayoutId id="2147483799" r:id="rId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9 wide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053"/>
          <a:stretch/>
        </p:blipFill>
        <p:spPr>
          <a:xfrm>
            <a:off x="0" y="3101822"/>
            <a:ext cx="9144000" cy="2622620"/>
          </a:xfrm>
          <a:prstGeom prst="rect">
            <a:avLst/>
          </a:prstGeom>
        </p:spPr>
      </p:pic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58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80605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1" r:id="rId1"/>
    <p:sldLayoutId id="2147483802" r:id="rId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wide 12b copy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99020"/>
            <a:ext cx="9144000" cy="3925318"/>
          </a:xfrm>
          <a:prstGeom prst="rect">
            <a:avLst/>
          </a:prstGeom>
        </p:spPr>
      </p:pic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59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98763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4" r:id="rId1"/>
    <p:sldLayoutId id="2147483805" r:id="rId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0 wide grid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56255"/>
            <a:ext cx="9144000" cy="3268083"/>
          </a:xfrm>
          <a:prstGeom prst="rect">
            <a:avLst/>
          </a:prstGeom>
        </p:spPr>
      </p:pic>
      <p:sp>
        <p:nvSpPr>
          <p:cNvPr id="3" name="Oval 2">
            <a:hlinkClick r:id="" action="ppaction://hlinkshowjump?jump=lastslide"/>
          </p:cNvPr>
          <p:cNvSpPr/>
          <p:nvPr/>
        </p:nvSpPr>
        <p:spPr>
          <a:xfrm>
            <a:off x="8871077" y="5449859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017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7" r:id="rId1"/>
    <p:sldLayoutId id="2147483808" r:id="rId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wide 14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839" b="-1306"/>
          <a:stretch/>
        </p:blipFill>
        <p:spPr>
          <a:xfrm>
            <a:off x="0" y="1302501"/>
            <a:ext cx="9144000" cy="4483679"/>
          </a:xfrm>
          <a:prstGeom prst="rect">
            <a:avLst/>
          </a:prstGeom>
        </p:spPr>
      </p:pic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59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6566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0" r:id="rId1"/>
    <p:sldLayoutId id="2147483811" r:id="rId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5296960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DF20A25B-5F19-D24C-902F-2950F69BC80C}" type="datetimeFigureOut">
              <a:rPr lang="en-US" smtClean="0"/>
              <a:pPr>
                <a:defRPr/>
              </a:pPr>
              <a:t>7/16/2020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5296960"/>
            <a:ext cx="2895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5296960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310C5A4B-DD28-164E-B668-07A45EB8320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2" name="Picture 1" descr="wide 13b copy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79474"/>
            <a:ext cx="9144000" cy="4250920"/>
          </a:xfrm>
          <a:prstGeom prst="rect">
            <a:avLst/>
          </a:prstGeom>
        </p:spPr>
      </p:pic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58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0902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3" r:id="rId1"/>
    <p:sldLayoutId id="2147483814" r:id="rId2"/>
  </p:sldLayoutIdLst>
  <p:txStyles>
    <p:titleStyle>
      <a:lvl1pPr algn="ctr" defTabSz="457200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ＭＳ Ｐゴシック" charset="0"/>
          <a:cs typeface="ＭＳ Ｐゴシック" charset="0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ＭＳ Ｐゴシック" charset="0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ＭＳ Ｐゴシック" charset="0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ＭＳ Ｐゴシック" charset="0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9 wide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775932"/>
            <a:ext cx="9144000" cy="2948510"/>
          </a:xfrm>
          <a:prstGeom prst="rect">
            <a:avLst/>
          </a:prstGeom>
        </p:spPr>
      </p:pic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58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48787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6" r:id="rId1"/>
    <p:sldLayoutId id="2147483817" r:id="rId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9 wide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053"/>
          <a:stretch/>
        </p:blipFill>
        <p:spPr>
          <a:xfrm>
            <a:off x="0" y="3101822"/>
            <a:ext cx="9144000" cy="2622620"/>
          </a:xfrm>
          <a:prstGeom prst="rect">
            <a:avLst/>
          </a:prstGeom>
        </p:spPr>
      </p:pic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58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60213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9" r:id="rId1"/>
    <p:sldLayoutId id="2147483820" r:id="rId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wide 12b copy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99020"/>
            <a:ext cx="9144000" cy="3925318"/>
          </a:xfrm>
          <a:prstGeom prst="rect">
            <a:avLst/>
          </a:prstGeom>
        </p:spPr>
      </p:pic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59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591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2" r:id="rId1"/>
    <p:sldLayoutId id="2147483823" r:id="rId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0 wide grid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56255"/>
            <a:ext cx="9144000" cy="3268083"/>
          </a:xfrm>
          <a:prstGeom prst="rect">
            <a:avLst/>
          </a:prstGeom>
        </p:spPr>
      </p:pic>
      <p:sp>
        <p:nvSpPr>
          <p:cNvPr id="3" name="Oval 2">
            <a:hlinkClick r:id="" action="ppaction://hlinkshowjump?jump=lastslide"/>
          </p:cNvPr>
          <p:cNvSpPr/>
          <p:nvPr/>
        </p:nvSpPr>
        <p:spPr>
          <a:xfrm>
            <a:off x="8871077" y="5449859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29204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5" r:id="rId1"/>
    <p:sldLayoutId id="2147483826" r:id="rId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wide 14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839" b="-1306"/>
          <a:stretch/>
        </p:blipFill>
        <p:spPr>
          <a:xfrm>
            <a:off x="0" y="1302501"/>
            <a:ext cx="9144000" cy="4483679"/>
          </a:xfrm>
          <a:prstGeom prst="rect">
            <a:avLst/>
          </a:prstGeom>
        </p:spPr>
      </p:pic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59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8078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8" r:id="rId1"/>
    <p:sldLayoutId id="2147483829" r:id="rId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wide 12b copy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99020"/>
            <a:ext cx="9144000" cy="3925318"/>
          </a:xfrm>
          <a:prstGeom prst="rect">
            <a:avLst/>
          </a:prstGeom>
        </p:spPr>
      </p:pic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57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90148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8" r:id="rId1"/>
    <p:sldLayoutId id="2147483889" r:id="rId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hlinkClick r:id="" action="ppaction://hlinkshowjump?jump=lastslideviewed"/>
            <a:extLst>
              <a:ext uri="{FF2B5EF4-FFF2-40B4-BE49-F238E27FC236}">
                <a16:creationId xmlns="" xmlns:a16="http://schemas.microsoft.com/office/drawing/2014/main" id="{7ACC0AA8-EFB7-4543-8B43-2E542C8D62E3}"/>
              </a:ext>
            </a:extLst>
          </p:cNvPr>
          <p:cNvSpPr/>
          <p:nvPr/>
        </p:nvSpPr>
        <p:spPr>
          <a:xfrm>
            <a:off x="8869913" y="5440519"/>
            <a:ext cx="207552" cy="212491"/>
          </a:xfrm>
          <a:prstGeom prst="ellipse">
            <a:avLst/>
          </a:prstGeom>
          <a:solidFill>
            <a:srgbClr val="FCD462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99789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1" r:id="rId1"/>
    <p:sldLayoutId id="2147483892" r:id="rId2"/>
    <p:sldLayoutId id="2147483940" r:id="rId3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602925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4" r:id="rId1"/>
    <p:sldLayoutId id="2147483895" r:id="rId2"/>
    <p:sldLayoutId id="2147483896" r:id="rId3"/>
    <p:sldLayoutId id="2147483897" r:id="rId4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5296960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DF20A25B-5F19-D24C-902F-2950F69BC80C}" type="datetimeFigureOut">
              <a:rPr lang="en-US" smtClean="0"/>
              <a:pPr>
                <a:defRPr/>
              </a:pPr>
              <a:t>7/16/2020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5296960"/>
            <a:ext cx="2895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5296960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310C5A4B-DD28-164E-B668-07A45EB8320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2" name="Picture 1" descr="wide 13b copy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64080"/>
            <a:ext cx="9144000" cy="4250920"/>
          </a:xfrm>
          <a:prstGeom prst="rect">
            <a:avLst/>
          </a:prstGeom>
        </p:spPr>
      </p:pic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58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86183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9" r:id="rId1"/>
    <p:sldLayoutId id="2147483900" r:id="rId2"/>
  </p:sldLayoutIdLst>
  <p:txStyles>
    <p:titleStyle>
      <a:lvl1pPr algn="ctr" defTabSz="457200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ＭＳ Ｐゴシック" charset="0"/>
          <a:cs typeface="ＭＳ Ｐゴシック" charset="0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ＭＳ Ｐゴシック" charset="0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ＭＳ Ｐゴシック" charset="0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ＭＳ Ｐゴシック" charset="0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wide 14b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44827"/>
            <a:ext cx="9144000" cy="4585567"/>
          </a:xfrm>
          <a:prstGeom prst="rect">
            <a:avLst/>
          </a:prstGeom>
        </p:spPr>
      </p:pic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8774" y="5449858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0311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2" r:id="rId1"/>
    <p:sldLayoutId id="2147483903" r:id="rId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11 grid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27664"/>
            <a:ext cx="9144000" cy="3602730"/>
          </a:xfrm>
          <a:prstGeom prst="rect">
            <a:avLst/>
          </a:prstGeom>
        </p:spPr>
      </p:pic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58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21874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5" r:id="rId1"/>
    <p:sldLayoutId id="2147483906" r:id="rId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9 wide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775932"/>
            <a:ext cx="9144000" cy="2948510"/>
          </a:xfrm>
          <a:prstGeom prst="rect">
            <a:avLst/>
          </a:prstGeom>
        </p:spPr>
      </p:pic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58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17769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8" r:id="rId1"/>
    <p:sldLayoutId id="2147483909" r:id="rId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9 wide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053"/>
          <a:stretch/>
        </p:blipFill>
        <p:spPr>
          <a:xfrm>
            <a:off x="0" y="3101822"/>
            <a:ext cx="9144000" cy="2622620"/>
          </a:xfrm>
          <a:prstGeom prst="rect">
            <a:avLst/>
          </a:prstGeom>
        </p:spPr>
      </p:pic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58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9709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1" r:id="rId1"/>
    <p:sldLayoutId id="2147483912" r:id="rId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wide 12b copy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99020"/>
            <a:ext cx="9144000" cy="3925318"/>
          </a:xfrm>
          <a:prstGeom prst="rect">
            <a:avLst/>
          </a:prstGeom>
        </p:spPr>
      </p:pic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59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27299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4" r:id="rId1"/>
    <p:sldLayoutId id="2147483915" r:id="rId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0 wide grid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56255"/>
            <a:ext cx="9144000" cy="3268083"/>
          </a:xfrm>
          <a:prstGeom prst="rect">
            <a:avLst/>
          </a:prstGeom>
        </p:spPr>
      </p:pic>
      <p:sp>
        <p:nvSpPr>
          <p:cNvPr id="3" name="Oval 2">
            <a:hlinkClick r:id="" action="ppaction://hlinkshowjump?jump=lastslide"/>
          </p:cNvPr>
          <p:cNvSpPr/>
          <p:nvPr/>
        </p:nvSpPr>
        <p:spPr>
          <a:xfrm>
            <a:off x="8871077" y="5449859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66836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7" r:id="rId1"/>
    <p:sldLayoutId id="2147483918" r:id="rId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wide 14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839" b="-1306"/>
          <a:stretch/>
        </p:blipFill>
        <p:spPr>
          <a:xfrm>
            <a:off x="0" y="1302501"/>
            <a:ext cx="9144000" cy="4483679"/>
          </a:xfrm>
          <a:prstGeom prst="rect">
            <a:avLst/>
          </a:prstGeom>
        </p:spPr>
      </p:pic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59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669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0" r:id="rId1"/>
    <p:sldLayoutId id="2147483921" r:id="rId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5296960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DF20A25B-5F19-D24C-902F-2950F69BC80C}" type="datetimeFigureOut">
              <a:rPr lang="en-US" smtClean="0"/>
              <a:pPr>
                <a:defRPr/>
              </a:pPr>
              <a:t>7/16/2020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5296960"/>
            <a:ext cx="2895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5296960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310C5A4B-DD28-164E-B668-07A45EB8320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2" name="Picture 1" descr="wide 13b copy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79474"/>
            <a:ext cx="9144000" cy="4250920"/>
          </a:xfrm>
          <a:prstGeom prst="rect">
            <a:avLst/>
          </a:prstGeom>
        </p:spPr>
      </p:pic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58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996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3" r:id="rId1"/>
    <p:sldLayoutId id="2147483924" r:id="rId2"/>
  </p:sldLayoutIdLst>
  <p:txStyles>
    <p:titleStyle>
      <a:lvl1pPr algn="ctr" defTabSz="457200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ＭＳ Ｐゴシック" charset="0"/>
          <a:cs typeface="ＭＳ Ｐゴシック" charset="0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ＭＳ Ｐゴシック" charset="0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ＭＳ Ｐゴシック" charset="0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ＭＳ Ｐゴシック" charset="0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9 wide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775932"/>
            <a:ext cx="9144000" cy="2948510"/>
          </a:xfrm>
          <a:prstGeom prst="rect">
            <a:avLst/>
          </a:prstGeom>
        </p:spPr>
      </p:pic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58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84843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6" r:id="rId1"/>
    <p:sldLayoutId id="2147483927" r:id="rId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9 wide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053"/>
          <a:stretch/>
        </p:blipFill>
        <p:spPr>
          <a:xfrm>
            <a:off x="0" y="3101822"/>
            <a:ext cx="9144000" cy="2622620"/>
          </a:xfrm>
          <a:prstGeom prst="rect">
            <a:avLst/>
          </a:prstGeom>
        </p:spPr>
      </p:pic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58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0365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9" r:id="rId1"/>
    <p:sldLayoutId id="2147483930" r:id="rId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wide 12b copy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99020"/>
            <a:ext cx="9144000" cy="3925318"/>
          </a:xfrm>
          <a:prstGeom prst="rect">
            <a:avLst/>
          </a:prstGeom>
        </p:spPr>
      </p:pic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59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0737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2" r:id="rId1"/>
    <p:sldLayoutId id="2147483933" r:id="rId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0 wide grid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56255"/>
            <a:ext cx="9144000" cy="3268083"/>
          </a:xfrm>
          <a:prstGeom prst="rect">
            <a:avLst/>
          </a:prstGeom>
        </p:spPr>
      </p:pic>
      <p:sp>
        <p:nvSpPr>
          <p:cNvPr id="3" name="Oval 2">
            <a:hlinkClick r:id="" action="ppaction://hlinkshowjump?jump=lastslide"/>
          </p:cNvPr>
          <p:cNvSpPr/>
          <p:nvPr/>
        </p:nvSpPr>
        <p:spPr>
          <a:xfrm>
            <a:off x="8871077" y="5449859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78004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5" r:id="rId1"/>
    <p:sldLayoutId id="2147483936" r:id="rId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wide 14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839" b="-1306"/>
          <a:stretch/>
        </p:blipFill>
        <p:spPr>
          <a:xfrm>
            <a:off x="0" y="1302501"/>
            <a:ext cx="9144000" cy="4483679"/>
          </a:xfrm>
          <a:prstGeom prst="rect">
            <a:avLst/>
          </a:prstGeom>
        </p:spPr>
      </p:pic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59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3333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8" r:id="rId1"/>
    <p:sldLayoutId id="2147483939" r:id="rId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28866"/>
            <a:ext cx="8229600" cy="952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ga-IE"/>
              <a:t>Click to edit Master title style</a:t>
            </a:r>
            <a:endParaRPr lang="en-US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333501"/>
            <a:ext cx="8229600" cy="37716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ga-IE"/>
              <a:t>Click to edit Master text styles</a:t>
            </a:r>
          </a:p>
          <a:p>
            <a:pPr lvl="1"/>
            <a:r>
              <a:rPr lang="ga-IE"/>
              <a:t>Second level</a:t>
            </a:r>
          </a:p>
          <a:p>
            <a:pPr lvl="2"/>
            <a:r>
              <a:rPr lang="ga-IE"/>
              <a:t>Third level</a:t>
            </a:r>
          </a:p>
          <a:p>
            <a:pPr lvl="3"/>
            <a:r>
              <a:rPr lang="ga-IE"/>
              <a:t>Fourth level</a:t>
            </a:r>
          </a:p>
          <a:p>
            <a:pPr lvl="4"/>
            <a:r>
              <a:rPr lang="ga-I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5296959"/>
            <a:ext cx="2133600" cy="304271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39EABDC4-2DE8-4C6D-9A8D-81C34F0FDC98}" type="datetimeFigureOut">
              <a:rPr lang="en-US">
                <a:latin typeface="Calibri" pitchFamily="34" charset="0"/>
                <a:ea typeface="MS PGothic" pitchFamily="34" charset="-128"/>
                <a:cs typeface="+mn-cs"/>
              </a:rPr>
              <a:pPr>
                <a:defRPr/>
              </a:pPr>
              <a:t>7/16/2020</a:t>
            </a:fld>
            <a:endParaRPr lang="en-US">
              <a:latin typeface="Calibri" pitchFamily="34" charset="0"/>
              <a:ea typeface="MS PGothic" pitchFamily="34" charset="-128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5296959"/>
            <a:ext cx="2895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5296959"/>
            <a:ext cx="2133600" cy="304271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43F84440-D503-451D-BDC6-B258A3B08A04}" type="slidenum">
              <a:rPr lang="en-US">
                <a:latin typeface="Calibri" pitchFamily="34" charset="0"/>
                <a:ea typeface="MS PGothic" pitchFamily="34" charset="-128"/>
                <a:cs typeface="+mn-cs"/>
              </a:rPr>
              <a:pPr>
                <a:defRPr/>
              </a:pPr>
              <a:t>‹#›</a:t>
            </a:fld>
            <a:endParaRPr lang="en-US">
              <a:latin typeface="Calibri" pitchFamily="34" charset="0"/>
              <a:ea typeface="MS PGothic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431941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44" r:id="rId1"/>
    <p:sldLayoutId id="2147483945" r:id="rId2"/>
    <p:sldLayoutId id="2147483946" r:id="rId3"/>
    <p:sldLayoutId id="2147483947" r:id="rId4"/>
    <p:sldLayoutId id="2147483948" r:id="rId5"/>
    <p:sldLayoutId id="2147483949" r:id="rId6"/>
    <p:sldLayoutId id="2147483950" r:id="rId7"/>
    <p:sldLayoutId id="2147483951" r:id="rId8"/>
    <p:sldLayoutId id="2147483952" r:id="rId9"/>
    <p:sldLayoutId id="2147483953" r:id="rId10"/>
    <p:sldLayoutId id="2147483954" r:id="rId11"/>
    <p:sldLayoutId id="2147483955" r:id="rId12"/>
    <p:sldLayoutId id="2147483956" r:id="rId13"/>
  </p:sldLayoutIdLst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MS PGothic" pitchFamily="34" charset="-128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MS PGothic" pitchFamily="34" charset="-128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MS PGothic" pitchFamily="34" charset="-128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MS PGothic" pitchFamily="34" charset="-128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MS PGothic" pitchFamily="34" charset="-128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MS PGothic" pitchFamily="34" charset="-128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MS PGothic" pitchFamily="34" charset="-128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MS PGothic" pitchFamily="34" charset="-128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MS PGothic" pitchFamily="34" charset="-128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MS PGothic" pitchFamily="34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tm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tmp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tmp"/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tmp"/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tmp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tmp"/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tmp"/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tmp"/><Relationship Id="rId2" Type="http://schemas.openxmlformats.org/officeDocument/2006/relationships/image" Target="../media/image14.tmp"/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tmp"/><Relationship Id="rId1" Type="http://schemas.openxmlformats.org/officeDocument/2006/relationships/slideLayout" Target="../slideLayouts/slideLayout1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tmp"/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tmp"/><Relationship Id="rId1" Type="http://schemas.openxmlformats.org/officeDocument/2006/relationships/slideLayout" Target="../slideLayouts/slideLayout1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tmp"/><Relationship Id="rId1" Type="http://schemas.openxmlformats.org/officeDocument/2006/relationships/slideLayout" Target="../slideLayouts/slideLayout1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tmp"/><Relationship Id="rId1" Type="http://schemas.openxmlformats.org/officeDocument/2006/relationships/slideLayout" Target="../slideLayouts/slideLayout1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tmp"/><Relationship Id="rId1" Type="http://schemas.openxmlformats.org/officeDocument/2006/relationships/slideLayout" Target="../slideLayouts/slideLayout1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tmp"/><Relationship Id="rId1" Type="http://schemas.openxmlformats.org/officeDocument/2006/relationships/slideLayout" Target="../slideLayouts/slideLayout1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tmp"/><Relationship Id="rId1" Type="http://schemas.openxmlformats.org/officeDocument/2006/relationships/slideLayout" Target="../slideLayouts/slideLayout1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tmp"/><Relationship Id="rId1" Type="http://schemas.openxmlformats.org/officeDocument/2006/relationships/slideLayout" Target="../slideLayouts/slideLayout1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tmp"/><Relationship Id="rId1" Type="http://schemas.openxmlformats.org/officeDocument/2006/relationships/slideLayout" Target="../slideLayouts/slideLayout1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tmp"/><Relationship Id="rId1" Type="http://schemas.openxmlformats.org/officeDocument/2006/relationships/slideLayout" Target="../slideLayouts/slideLayout1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tmp"/><Relationship Id="rId1" Type="http://schemas.openxmlformats.org/officeDocument/2006/relationships/slideLayout" Target="../slideLayouts/slideLayout1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tmp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tmp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tmp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70.xml"/><Relationship Id="rId4" Type="http://schemas.openxmlformats.org/officeDocument/2006/relationships/image" Target="../media/image19.tm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xmlns="" id="{63BAC88A-F123-CF4D-8A70-30EDB9A2A58A}"/>
              </a:ext>
            </a:extLst>
          </p:cNvPr>
          <p:cNvSpPr/>
          <p:nvPr/>
        </p:nvSpPr>
        <p:spPr>
          <a:xfrm>
            <a:off x="8036810" y="5033422"/>
            <a:ext cx="711654" cy="369747"/>
          </a:xfrm>
          <a:prstGeom prst="roundRect">
            <a:avLst/>
          </a:prstGeom>
          <a:solidFill>
            <a:srgbClr val="EF81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/>
              <a:t>167</a:t>
            </a:r>
            <a:endParaRPr lang="en-US" sz="1600" dirty="0"/>
          </a:p>
        </p:txBody>
      </p:sp>
      <p:pic>
        <p:nvPicPr>
          <p:cNvPr id="4" name="Picture 3" descr="T&amp;T FL.pdf - Adobe Reader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716" t="13772" r="27252" b="1975"/>
          <a:stretch/>
        </p:blipFill>
        <p:spPr>
          <a:xfrm>
            <a:off x="683568" y="2254396"/>
            <a:ext cx="1674953" cy="2136132"/>
          </a:xfrm>
          <a:prstGeom prst="rect">
            <a:avLst/>
          </a:prstGeom>
        </p:spPr>
      </p:pic>
      <p:pic>
        <p:nvPicPr>
          <p:cNvPr id="6" name="Picture 5" descr="T&amp;T FL.pdf - Adobe Reader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20" t="36860" r="3780" b="38026"/>
          <a:stretch/>
        </p:blipFill>
        <p:spPr>
          <a:xfrm>
            <a:off x="0" y="0"/>
            <a:ext cx="9144000" cy="1811272"/>
          </a:xfrm>
          <a:prstGeom prst="rect">
            <a:avLst/>
          </a:prstGeom>
        </p:spPr>
      </p:pic>
      <p:pic>
        <p:nvPicPr>
          <p:cNvPr id="3" name="Picture 2" descr="T&amp;T FL.pdf - Adobe Reader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44" t="26734" r="40872" b="66583"/>
          <a:stretch/>
        </p:blipFill>
        <p:spPr>
          <a:xfrm>
            <a:off x="3154323" y="3004157"/>
            <a:ext cx="4224760" cy="381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65280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494209" y="338652"/>
            <a:ext cx="266932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>
                <a:solidFill>
                  <a:srgbClr val="C81724"/>
                </a:solidFill>
                <a:latin typeface="Calibri" pitchFamily="34" charset="0"/>
                <a:ea typeface="MS PGothic" pitchFamily="34" charset="-128"/>
                <a:cs typeface="+mn-cs"/>
              </a:rPr>
              <a:t>Solving Inequalities</a:t>
            </a:r>
            <a:endParaRPr lang="en-US" b="1" i="1" dirty="0">
              <a:solidFill>
                <a:srgbClr val="C81724"/>
              </a:solidFill>
              <a:latin typeface="Mistral"/>
              <a:ea typeface="MS PGothic" pitchFamily="34" charset="-128"/>
              <a:cs typeface="Mistral"/>
            </a:endParaRPr>
          </a:p>
        </p:txBody>
      </p:sp>
    </p:spTree>
    <p:extLst>
      <p:ext uri="{BB962C8B-B14F-4D97-AF65-F5344CB8AC3E}">
        <p14:creationId xmlns:p14="http://schemas.microsoft.com/office/powerpoint/2010/main" val="4523592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&amp;T FL.pdf - Adobe Reader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07" t="39291" r="8561" b="47747"/>
          <a:stretch/>
        </p:blipFill>
        <p:spPr>
          <a:xfrm>
            <a:off x="0" y="104411"/>
            <a:ext cx="9144000" cy="1024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28116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&amp;T FL.pdf - Adobe Reader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76" t="18835" r="8562" b="69013"/>
          <a:stretch/>
        </p:blipFill>
        <p:spPr>
          <a:xfrm>
            <a:off x="0" y="158264"/>
            <a:ext cx="9144000" cy="971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59476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&amp;T FL.pdf - Adobe Reader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87" t="25519" r="8417" b="61317"/>
          <a:stretch/>
        </p:blipFill>
        <p:spPr>
          <a:xfrm>
            <a:off x="0" y="82899"/>
            <a:ext cx="9144000" cy="1046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55667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&amp;T FL.pdf - Adobe Reader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78" t="12962" r="4505" b="73076"/>
          <a:stretch/>
        </p:blipFill>
        <p:spPr>
          <a:xfrm>
            <a:off x="-1" y="-1"/>
            <a:ext cx="9144001" cy="960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49584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&amp;T FL.pdf - Adobe Reader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78" t="18070" r="57714" b="76992"/>
          <a:stretch/>
        </p:blipFill>
        <p:spPr>
          <a:xfrm>
            <a:off x="85027" y="121196"/>
            <a:ext cx="3622877" cy="335666"/>
          </a:xfrm>
          <a:prstGeom prst="rect">
            <a:avLst/>
          </a:prstGeom>
        </p:spPr>
      </p:pic>
      <p:pic>
        <p:nvPicPr>
          <p:cNvPr id="3" name="Picture 2" descr="T&amp;T FL.pdf - Adobe Reader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14" t="26923" r="25974" b="68820"/>
          <a:stretch/>
        </p:blipFill>
        <p:spPr>
          <a:xfrm>
            <a:off x="179512" y="553244"/>
            <a:ext cx="7344816" cy="314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61532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&amp;T FL.pdf - Adobe Reader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78" t="18070" r="57714" b="76992"/>
          <a:stretch/>
        </p:blipFill>
        <p:spPr>
          <a:xfrm>
            <a:off x="85027" y="121196"/>
            <a:ext cx="3622877" cy="335666"/>
          </a:xfrm>
          <a:prstGeom prst="rect">
            <a:avLst/>
          </a:prstGeom>
        </p:spPr>
      </p:pic>
      <p:pic>
        <p:nvPicPr>
          <p:cNvPr id="4" name="Picture 3" descr="T&amp;T FL.pdf - Adobe Reader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81" t="44759" r="29716" b="51798"/>
          <a:stretch/>
        </p:blipFill>
        <p:spPr>
          <a:xfrm>
            <a:off x="454886" y="625252"/>
            <a:ext cx="6997434" cy="276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70596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&amp;T FL.pdf - Adobe Reader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78" t="18070" r="57714" b="76992"/>
          <a:stretch/>
        </p:blipFill>
        <p:spPr>
          <a:xfrm>
            <a:off x="85027" y="121196"/>
            <a:ext cx="3622877" cy="335666"/>
          </a:xfrm>
          <a:prstGeom prst="rect">
            <a:avLst/>
          </a:prstGeom>
        </p:spPr>
      </p:pic>
      <p:pic>
        <p:nvPicPr>
          <p:cNvPr id="3" name="Picture 2" descr="T&amp;T FL.pdf - Adobe Reader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14" t="34756" r="25974" b="60817"/>
          <a:stretch/>
        </p:blipFill>
        <p:spPr>
          <a:xfrm>
            <a:off x="324310" y="618814"/>
            <a:ext cx="6911985" cy="307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37211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&amp;T FL.pdf - Adobe Reader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78" t="18070" r="57714" b="76992"/>
          <a:stretch/>
        </p:blipFill>
        <p:spPr>
          <a:xfrm>
            <a:off x="85027" y="121196"/>
            <a:ext cx="3622877" cy="335666"/>
          </a:xfrm>
          <a:prstGeom prst="rect">
            <a:avLst/>
          </a:prstGeom>
        </p:spPr>
      </p:pic>
      <p:pic>
        <p:nvPicPr>
          <p:cNvPr id="3" name="Picture 2" descr="T&amp;T FL.pdf - Adobe Reader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14" t="40034" r="25974" b="55709"/>
          <a:stretch/>
        </p:blipFill>
        <p:spPr>
          <a:xfrm>
            <a:off x="324311" y="582111"/>
            <a:ext cx="7776082" cy="332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65980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&amp;T FL.pdf - Adobe Reader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78" t="18070" r="57714" b="76992"/>
          <a:stretch/>
        </p:blipFill>
        <p:spPr>
          <a:xfrm>
            <a:off x="85027" y="121196"/>
            <a:ext cx="3622877" cy="335666"/>
          </a:xfrm>
          <a:prstGeom prst="rect">
            <a:avLst/>
          </a:prstGeom>
        </p:spPr>
      </p:pic>
      <p:pic>
        <p:nvPicPr>
          <p:cNvPr id="3" name="Picture 2" descr="T&amp;T FL.pdf - Adobe Reader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14" t="44121" r="25974" b="51452"/>
          <a:stretch/>
        </p:blipFill>
        <p:spPr>
          <a:xfrm>
            <a:off x="611560" y="625251"/>
            <a:ext cx="7200800" cy="320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61674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&amp;T FL.pdf - Adobe Reader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78" t="48810" r="34620" b="39729"/>
          <a:stretch/>
        </p:blipFill>
        <p:spPr>
          <a:xfrm>
            <a:off x="395536" y="193204"/>
            <a:ext cx="6192688" cy="779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31315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&amp;T FL.pdf - Adobe Reader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78" t="48810" r="51818" b="45859"/>
          <a:stretch/>
        </p:blipFill>
        <p:spPr>
          <a:xfrm>
            <a:off x="251520" y="121196"/>
            <a:ext cx="4378353" cy="362381"/>
          </a:xfrm>
          <a:prstGeom prst="rect">
            <a:avLst/>
          </a:prstGeom>
        </p:spPr>
      </p:pic>
      <p:pic>
        <p:nvPicPr>
          <p:cNvPr id="3" name="Picture 2" descr="T&amp;T FL.pdf - Adobe Reader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06" t="59930" r="34620" b="33266"/>
          <a:stretch/>
        </p:blipFill>
        <p:spPr>
          <a:xfrm>
            <a:off x="1115616" y="555585"/>
            <a:ext cx="5715003" cy="462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05482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&amp;T FL.pdf - Adobe Reader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78" t="68130" r="21651" b="23606"/>
          <a:stretch/>
        </p:blipFill>
        <p:spPr>
          <a:xfrm>
            <a:off x="467544" y="295564"/>
            <a:ext cx="7292052" cy="561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70572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&amp;T FL.pdf - Adobe Reader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78" t="68130" r="21651" b="27598"/>
          <a:stretch/>
        </p:blipFill>
        <p:spPr>
          <a:xfrm>
            <a:off x="323528" y="265212"/>
            <a:ext cx="7292052" cy="290373"/>
          </a:xfrm>
          <a:prstGeom prst="rect">
            <a:avLst/>
          </a:prstGeom>
        </p:spPr>
      </p:pic>
      <p:pic>
        <p:nvPicPr>
          <p:cNvPr id="4" name="Picture 3" descr="T&amp;T FL.pdf - Adobe Reader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78" t="75373" r="21651" b="19984"/>
          <a:stretch/>
        </p:blipFill>
        <p:spPr>
          <a:xfrm>
            <a:off x="392414" y="634450"/>
            <a:ext cx="7292052" cy="315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6725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&amp;T FL.pdf - Adobe Reader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78" t="80016" r="21651" b="15341"/>
          <a:stretch/>
        </p:blipFill>
        <p:spPr>
          <a:xfrm>
            <a:off x="323528" y="726005"/>
            <a:ext cx="7292052" cy="315606"/>
          </a:xfrm>
          <a:prstGeom prst="rect">
            <a:avLst/>
          </a:prstGeom>
        </p:spPr>
      </p:pic>
      <p:pic>
        <p:nvPicPr>
          <p:cNvPr id="3" name="Picture 2" descr="T&amp;T FL.pdf - Adobe Reader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78" t="68130" r="21651" b="27598"/>
          <a:stretch/>
        </p:blipFill>
        <p:spPr>
          <a:xfrm>
            <a:off x="323528" y="265212"/>
            <a:ext cx="7292052" cy="290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70859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&amp;T FL.pdf - Adobe Reader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34" t="12557" r="6099" b="76276"/>
          <a:stretch/>
        </p:blipFill>
        <p:spPr>
          <a:xfrm>
            <a:off x="40738" y="193204"/>
            <a:ext cx="8419694" cy="726316"/>
          </a:xfrm>
          <a:prstGeom prst="rect">
            <a:avLst/>
          </a:prstGeom>
        </p:spPr>
      </p:pic>
      <p:pic>
        <p:nvPicPr>
          <p:cNvPr id="3" name="Picture 2" descr="T&amp;T FL.pdf - Adobe Reader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98" t="24044" r="27950" b="71933"/>
          <a:stretch/>
        </p:blipFill>
        <p:spPr>
          <a:xfrm>
            <a:off x="706056" y="2164466"/>
            <a:ext cx="5787341" cy="261600"/>
          </a:xfrm>
          <a:prstGeom prst="rect">
            <a:avLst/>
          </a:prstGeom>
        </p:spPr>
      </p:pic>
      <p:pic>
        <p:nvPicPr>
          <p:cNvPr id="4" name="Picture 3" descr="T&amp;T FL.pdf - Adobe Reader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98" t="28067" r="27950" b="67911"/>
          <a:stretch/>
        </p:blipFill>
        <p:spPr>
          <a:xfrm>
            <a:off x="706056" y="4153644"/>
            <a:ext cx="5787341" cy="26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60926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&amp;T FL.pdf - Adobe Reader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34" t="32622" r="6099" b="55359"/>
          <a:stretch/>
        </p:blipFill>
        <p:spPr>
          <a:xfrm>
            <a:off x="40738" y="121196"/>
            <a:ext cx="8419694" cy="781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26509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&amp;T FL.pdf - Adobe Reader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34" t="32622" r="6099" b="59631"/>
          <a:stretch/>
        </p:blipFill>
        <p:spPr>
          <a:xfrm>
            <a:off x="40738" y="121196"/>
            <a:ext cx="8419694" cy="503837"/>
          </a:xfrm>
          <a:prstGeom prst="rect">
            <a:avLst/>
          </a:prstGeom>
        </p:spPr>
      </p:pic>
      <p:pic>
        <p:nvPicPr>
          <p:cNvPr id="3" name="Picture 2" descr="T&amp;T FL.pdf - Adobe Reader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34" t="44463" r="28069" b="52512"/>
          <a:stretch/>
        </p:blipFill>
        <p:spPr>
          <a:xfrm>
            <a:off x="827584" y="752354"/>
            <a:ext cx="6552728" cy="204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44197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&amp;T FL.pdf - Adobe Reader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34" t="32622" r="6099" b="59631"/>
          <a:stretch/>
        </p:blipFill>
        <p:spPr>
          <a:xfrm>
            <a:off x="40738" y="121196"/>
            <a:ext cx="8419694" cy="503837"/>
          </a:xfrm>
          <a:prstGeom prst="rect">
            <a:avLst/>
          </a:prstGeom>
        </p:spPr>
      </p:pic>
      <p:pic>
        <p:nvPicPr>
          <p:cNvPr id="4" name="Picture 3" descr="T&amp;T FL.pdf - Adobe Reader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34" t="47844" r="21465" b="46911"/>
          <a:stretch/>
        </p:blipFill>
        <p:spPr>
          <a:xfrm>
            <a:off x="323528" y="709119"/>
            <a:ext cx="6938796" cy="341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36046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&amp;T FL.pdf - Adobe Reader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33" t="52377" r="40442" b="31689"/>
          <a:stretch/>
        </p:blipFill>
        <p:spPr>
          <a:xfrm>
            <a:off x="179513" y="121196"/>
            <a:ext cx="5110118" cy="1036272"/>
          </a:xfrm>
          <a:prstGeom prst="rect">
            <a:avLst/>
          </a:prstGeom>
        </p:spPr>
      </p:pic>
      <p:pic>
        <p:nvPicPr>
          <p:cNvPr id="3" name="Picture 2" descr="T&amp;T FL.pdf - Adobe Reader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158" t="52377" r="13539" b="28402"/>
          <a:stretch/>
        </p:blipFill>
        <p:spPr>
          <a:xfrm>
            <a:off x="6300192" y="93930"/>
            <a:ext cx="2534855" cy="1250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4632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&amp;T FL.pdf - Adobe Reader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35" t="69818" r="42722" b="7665"/>
          <a:stretch/>
        </p:blipFill>
        <p:spPr>
          <a:xfrm>
            <a:off x="179512" y="121197"/>
            <a:ext cx="4890199" cy="1464536"/>
          </a:xfrm>
          <a:prstGeom prst="rect">
            <a:avLst/>
          </a:prstGeom>
        </p:spPr>
      </p:pic>
      <p:pic>
        <p:nvPicPr>
          <p:cNvPr id="3" name="Picture 2" descr="T&amp;T FL.pdf - Adobe Reader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559" t="71691" r="21105" b="4406"/>
          <a:stretch/>
        </p:blipFill>
        <p:spPr>
          <a:xfrm>
            <a:off x="6516216" y="76180"/>
            <a:ext cx="1863402" cy="1554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87163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hlinkClick r:id="" action="ppaction://hlinkshowjump?jump=lastslideviewed"/>
            <a:extLst>
              <a:ext uri="{FF2B5EF4-FFF2-40B4-BE49-F238E27FC236}">
                <a16:creationId xmlns:a16="http://schemas.microsoft.com/office/drawing/2014/main" xmlns="" id="{C377DD9F-98A1-DC46-8694-62DB5D7DCCF5}"/>
              </a:ext>
            </a:extLst>
          </p:cNvPr>
          <p:cNvSpPr/>
          <p:nvPr/>
        </p:nvSpPr>
        <p:spPr>
          <a:xfrm>
            <a:off x="8867344" y="5436497"/>
            <a:ext cx="219576" cy="216089"/>
          </a:xfrm>
          <a:prstGeom prst="ellipse">
            <a:avLst/>
          </a:prstGeom>
          <a:solidFill>
            <a:srgbClr val="FCA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>
              <a:solidFill>
                <a:prstClr val="white"/>
              </a:solidFill>
            </a:endParaRPr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2580" y="0"/>
            <a:ext cx="9156579" cy="6629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" name="Picture 1" descr="T&amp;T FL.pdf - Adobe Reader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159" t="14581" r="4650" b="42113"/>
          <a:stretch/>
        </p:blipFill>
        <p:spPr>
          <a:xfrm>
            <a:off x="12126" y="688927"/>
            <a:ext cx="4432738" cy="3107569"/>
          </a:xfrm>
          <a:prstGeom prst="rect">
            <a:avLst/>
          </a:prstGeom>
        </p:spPr>
      </p:pic>
      <p:pic>
        <p:nvPicPr>
          <p:cNvPr id="3" name="Picture 2" descr="T&amp;T FL.pdf - Adobe Reader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99" t="39291" r="50078" b="42481"/>
          <a:stretch/>
        </p:blipFill>
        <p:spPr>
          <a:xfrm>
            <a:off x="4712732" y="2137420"/>
            <a:ext cx="4395772" cy="1308022"/>
          </a:xfrm>
          <a:prstGeom prst="rect">
            <a:avLst/>
          </a:prstGeom>
        </p:spPr>
      </p:pic>
      <p:pic>
        <p:nvPicPr>
          <p:cNvPr id="6" name="Picture 5" descr="T&amp;T FL.pdf - Adobe Reader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159" t="58890" r="4650" b="23037"/>
          <a:stretch/>
        </p:blipFill>
        <p:spPr>
          <a:xfrm>
            <a:off x="4675768" y="995422"/>
            <a:ext cx="4432736" cy="1296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3391348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="" xmlns:thm15="http://schemas.microsoft.com/office/thememl/2012/main" name="T&amp;T Template Master" id="{B85E9895-09BB-4F4C-980C-A90A64CF795A}" vid="{F3A177DB-5E60-D341-ACC8-B08E03F74F50}"/>
    </a:ext>
  </a:extLst>
</a:theme>
</file>

<file path=ppt/theme/theme2.xml><?xml version="1.0" encoding="utf-8"?>
<a:theme xmlns:a="http://schemas.openxmlformats.org/drawingml/2006/main" name="T&amp;T 1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="" xmlns:thm15="http://schemas.microsoft.com/office/thememl/2012/main" name="T&amp;T Template Master" id="{B85E9895-09BB-4F4C-980C-A90A64CF795A}" vid="{86A9B0EC-DC5B-E040-A97A-8062753D94DE}"/>
    </a:ext>
  </a:extLst>
</a:theme>
</file>

<file path=ppt/theme/theme3.xml><?xml version="1.0" encoding="utf-8"?>
<a:theme xmlns:a="http://schemas.openxmlformats.org/drawingml/2006/main" name="Whi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="" xmlns:thm15="http://schemas.microsoft.com/office/thememl/2012/main" name="T&amp;T Template Master" id="{B85E9895-09BB-4F4C-980C-A90A64CF795A}" vid="{FF14B647-9200-E743-8514-0119DB8C26C2}"/>
    </a:ext>
  </a:extLst>
</a:theme>
</file>

<file path=ppt/theme/theme4.xml><?xml version="1.0" encoding="utf-8"?>
<a:theme xmlns:a="http://schemas.openxmlformats.org/drawingml/2006/main" name="1_T&amp;T3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="" xmlns:thm15="http://schemas.microsoft.com/office/thememl/2012/main" name="T&amp;T Template Master" id="{B85E9895-09BB-4F4C-980C-A90A64CF795A}" vid="{56AAF3CB-BACF-4343-9242-C61494DD0B4D}"/>
    </a:ext>
  </a:extLst>
</a:theme>
</file>

<file path=ppt/theme/theme5.xml><?xml version="1.0" encoding="utf-8"?>
<a:theme xmlns:a="http://schemas.openxmlformats.org/drawingml/2006/main" name="14 grid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="" xmlns:thm15="http://schemas.microsoft.com/office/thememl/2012/main" name="T&amp;T Template Master" id="{B85E9895-09BB-4F4C-980C-A90A64CF795A}" vid="{0D50F711-E167-7344-978F-CE7F7E6D8743}"/>
    </a:ext>
  </a:extLst>
</a:theme>
</file>

<file path=ppt/theme/theme6.xml><?xml version="1.0" encoding="utf-8"?>
<a:theme xmlns:a="http://schemas.openxmlformats.org/drawingml/2006/main" name="11 grid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="" xmlns:thm15="http://schemas.microsoft.com/office/thememl/2012/main" name="T&amp;T Template Master" id="{B85E9895-09BB-4F4C-980C-A90A64CF795A}" vid="{768D0BED-B8AC-9945-B1CB-5E0F093BB6C7}"/>
    </a:ext>
  </a:extLst>
</a:theme>
</file>

<file path=ppt/theme/theme7.xml><?xml version="1.0" encoding="utf-8"?>
<a:theme xmlns:a="http://schemas.openxmlformats.org/drawingml/2006/main" name="9 grid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="" xmlns:thm15="http://schemas.microsoft.com/office/thememl/2012/main" name="T&amp;T Template Master" id="{B85E9895-09BB-4F4C-980C-A90A64CF795A}" vid="{3445F093-7EA2-E448-BF78-39385DC2204C}"/>
    </a:ext>
  </a:extLst>
</a:theme>
</file>

<file path=ppt/theme/theme8.xml><?xml version="1.0" encoding="utf-8"?>
<a:theme xmlns:a="http://schemas.openxmlformats.org/drawingml/2006/main" name="8 grid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="" xmlns:thm15="http://schemas.microsoft.com/office/thememl/2012/main" name="T&amp;T Template Master" id="{B85E9895-09BB-4F4C-980C-A90A64CF795A}" vid="{EA3A0343-186A-0643-852C-DE95857480A3}"/>
    </a:ext>
  </a:extLst>
</a:theme>
</file>

<file path=ppt/theme/theme9.xml><?xml version="1.0" encoding="utf-8"?>
<a:theme xmlns:a="http://schemas.openxmlformats.org/drawingml/2006/main" name="1_T&amp;T 1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="" xmlns:thm15="http://schemas.microsoft.com/office/thememl/2012/main" name="T&amp;T Template Master" id="{B85E9895-09BB-4F4C-980C-A90A64CF795A}" vid="{B69D916B-E61A-E44F-955D-41D4C57312C9}"/>
    </a:ext>
  </a:extLst>
</a:theme>
</file>

<file path=ppt/theme/theme10.xml><?xml version="1.0" encoding="utf-8"?>
<a:theme xmlns:a="http://schemas.openxmlformats.org/drawingml/2006/main" name="10 wide master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="" xmlns:thm15="http://schemas.microsoft.com/office/thememl/2012/main" name="T&amp;T Template Master" id="{B85E9895-09BB-4F4C-980C-A90A64CF795A}" vid="{7BC7F020-F1A8-AA47-A313-3B7F4BBA60A8}"/>
    </a:ext>
  </a:extLst>
</a:theme>
</file>

<file path=ppt/theme/theme11.xml><?xml version="1.0" encoding="utf-8"?>
<a:theme xmlns:a="http://schemas.openxmlformats.org/drawingml/2006/main" name="13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="" xmlns:thm15="http://schemas.microsoft.com/office/thememl/2012/main" name="T&amp;T Template Master" id="{B85E9895-09BB-4F4C-980C-A90A64CF795A}" vid="{58566480-BE1C-B14C-A6BC-28831BC95F75}"/>
    </a:ext>
  </a:extLst>
</a:theme>
</file>

<file path=ppt/theme/theme12.xml><?xml version="1.0" encoding="utf-8"?>
<a:theme xmlns:a="http://schemas.openxmlformats.org/drawingml/2006/main" name="2_T&amp;T3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="" xmlns:thm15="http://schemas.microsoft.com/office/thememl/2012/main" name="T&amp;T Template Master" id="{B85E9895-09BB-4F4C-980C-A90A64CF795A}" vid="{4BFCB6AC-18DF-BF4D-B70B-62062B2617CB}"/>
    </a:ext>
  </a:extLst>
</a:theme>
</file>

<file path=ppt/theme/theme13.xml><?xml version="1.0" encoding="utf-8"?>
<a:theme xmlns:a="http://schemas.openxmlformats.org/drawingml/2006/main" name="1_9 grid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="" xmlns:thm15="http://schemas.microsoft.com/office/thememl/2012/main" name="T&amp;T Template Master" id="{B85E9895-09BB-4F4C-980C-A90A64CF795A}" vid="{3AF8490F-A427-E640-A06C-BEF6ECA14A3C}"/>
    </a:ext>
  </a:extLst>
</a:theme>
</file>

<file path=ppt/theme/theme14.xml><?xml version="1.0" encoding="utf-8"?>
<a:theme xmlns:a="http://schemas.openxmlformats.org/drawingml/2006/main" name="1_8 grid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="" xmlns:thm15="http://schemas.microsoft.com/office/thememl/2012/main" name="T&amp;T Template Master" id="{B85E9895-09BB-4F4C-980C-A90A64CF795A}" vid="{7064135E-78C3-6740-B0D2-8AA9D87D2714}"/>
    </a:ext>
  </a:extLst>
</a:theme>
</file>

<file path=ppt/theme/theme15.xml><?xml version="1.0" encoding="utf-8"?>
<a:theme xmlns:a="http://schemas.openxmlformats.org/drawingml/2006/main" name="2_T&amp;T 1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="" xmlns:thm15="http://schemas.microsoft.com/office/thememl/2012/main" name="T&amp;T Template Master" id="{B85E9895-09BB-4F4C-980C-A90A64CF795A}" vid="{62C40A79-3956-B544-8A3F-5FF11940B1DE}"/>
    </a:ext>
  </a:extLst>
</a:theme>
</file>

<file path=ppt/theme/theme16.xml><?xml version="1.0" encoding="utf-8"?>
<a:theme xmlns:a="http://schemas.openxmlformats.org/drawingml/2006/main" name="1_10 wide master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="" xmlns:thm15="http://schemas.microsoft.com/office/thememl/2012/main" name="T&amp;T Template Master" id="{B85E9895-09BB-4F4C-980C-A90A64CF795A}" vid="{9C3421C0-F962-3941-8411-79A248EF40D2}"/>
    </a:ext>
  </a:extLst>
</a:theme>
</file>

<file path=ppt/theme/theme17.xml><?xml version="1.0" encoding="utf-8"?>
<a:theme xmlns:a="http://schemas.openxmlformats.org/drawingml/2006/main" name="1_13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="" xmlns:thm15="http://schemas.microsoft.com/office/thememl/2012/main" name="T&amp;T Template Master" id="{B85E9895-09BB-4F4C-980C-A90A64CF795A}" vid="{FEC13603-633F-2A48-8FAE-55E2050B6AA4}"/>
    </a:ext>
  </a:extLst>
</a:theme>
</file>

<file path=ppt/theme/theme18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="" xmlns:thm15="http://schemas.microsoft.com/office/thememl/2012/main" name="Theme1" id="{B90AB84F-00A8-A941-823F-74B366003272}" vid="{937BCBCF-9B1E-D648-92BB-54168AB108C5}"/>
    </a:ext>
  </a:extLst>
</a:theme>
</file>

<file path=ppt/theme/theme19.xml><?xml version="1.0" encoding="utf-8"?>
<a:theme xmlns:a="http://schemas.openxmlformats.org/drawingml/2006/main" name="1_Whi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="" xmlns:thm15="http://schemas.microsoft.com/office/thememl/2012/main" name="T&amp;T Template Master" id="{B85E9895-09BB-4F4C-980C-A90A64CF795A}" vid="{FF14B647-9200-E743-8514-0119DB8C26C2}"/>
    </a:ext>
  </a:extLst>
</a:theme>
</file>

<file path=ppt/theme/theme20.xml><?xml version="1.0" encoding="utf-8"?>
<a:theme xmlns:a="http://schemas.openxmlformats.org/drawingml/2006/main" name="3_T&amp;T3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="" xmlns:thm15="http://schemas.microsoft.com/office/thememl/2012/main" name="T&amp;T Template Master" id="{B85E9895-09BB-4F4C-980C-A90A64CF795A}" vid="{F3A177DB-5E60-D341-ACC8-B08E03F74F50}"/>
    </a:ext>
  </a:extLst>
</a:theme>
</file>

<file path=ppt/theme/theme21.xml><?xml version="1.0" encoding="utf-8"?>
<a:theme xmlns:a="http://schemas.openxmlformats.org/drawingml/2006/main" name="4_T&amp;T3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="" xmlns:thm15="http://schemas.microsoft.com/office/thememl/2012/main" name="T&amp;T Template Master" id="{B85E9895-09BB-4F4C-980C-A90A64CF795A}" vid="{56AAF3CB-BACF-4343-9242-C61494DD0B4D}"/>
    </a:ext>
  </a:extLst>
</a:theme>
</file>

<file path=ppt/theme/theme22.xml><?xml version="1.0" encoding="utf-8"?>
<a:theme xmlns:a="http://schemas.openxmlformats.org/drawingml/2006/main" name="1_14 grid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="" xmlns:thm15="http://schemas.microsoft.com/office/thememl/2012/main" name="T&amp;T Template Master" id="{B85E9895-09BB-4F4C-980C-A90A64CF795A}" vid="{0D50F711-E167-7344-978F-CE7F7E6D8743}"/>
    </a:ext>
  </a:extLst>
</a:theme>
</file>

<file path=ppt/theme/theme23.xml><?xml version="1.0" encoding="utf-8"?>
<a:theme xmlns:a="http://schemas.openxmlformats.org/drawingml/2006/main" name="1_11 grid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="" xmlns:thm15="http://schemas.microsoft.com/office/thememl/2012/main" name="T&amp;T Template Master" id="{B85E9895-09BB-4F4C-980C-A90A64CF795A}" vid="{768D0BED-B8AC-9945-B1CB-5E0F093BB6C7}"/>
    </a:ext>
  </a:extLst>
</a:theme>
</file>

<file path=ppt/theme/theme24.xml><?xml version="1.0" encoding="utf-8"?>
<a:theme xmlns:a="http://schemas.openxmlformats.org/drawingml/2006/main" name="2_9 grid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="" xmlns:thm15="http://schemas.microsoft.com/office/thememl/2012/main" name="T&amp;T Template Master" id="{B85E9895-09BB-4F4C-980C-A90A64CF795A}" vid="{3445F093-7EA2-E448-BF78-39385DC2204C}"/>
    </a:ext>
  </a:extLst>
</a:theme>
</file>

<file path=ppt/theme/theme25.xml><?xml version="1.0" encoding="utf-8"?>
<a:theme xmlns:a="http://schemas.openxmlformats.org/drawingml/2006/main" name="2_8 grid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="" xmlns:thm15="http://schemas.microsoft.com/office/thememl/2012/main" name="T&amp;T Template Master" id="{B85E9895-09BB-4F4C-980C-A90A64CF795A}" vid="{EA3A0343-186A-0643-852C-DE95857480A3}"/>
    </a:ext>
  </a:extLst>
</a:theme>
</file>

<file path=ppt/theme/theme26.xml><?xml version="1.0" encoding="utf-8"?>
<a:theme xmlns:a="http://schemas.openxmlformats.org/drawingml/2006/main" name="3_T&amp;T 1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="" xmlns:thm15="http://schemas.microsoft.com/office/thememl/2012/main" name="T&amp;T Template Master" id="{B85E9895-09BB-4F4C-980C-A90A64CF795A}" vid="{B69D916B-E61A-E44F-955D-41D4C57312C9}"/>
    </a:ext>
  </a:extLst>
</a:theme>
</file>

<file path=ppt/theme/theme27.xml><?xml version="1.0" encoding="utf-8"?>
<a:theme xmlns:a="http://schemas.openxmlformats.org/drawingml/2006/main" name="2_10 wide master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="" xmlns:thm15="http://schemas.microsoft.com/office/thememl/2012/main" name="T&amp;T Template Master" id="{B85E9895-09BB-4F4C-980C-A90A64CF795A}" vid="{7BC7F020-F1A8-AA47-A313-3B7F4BBA60A8}"/>
    </a:ext>
  </a:extLst>
</a:theme>
</file>

<file path=ppt/theme/theme28.xml><?xml version="1.0" encoding="utf-8"?>
<a:theme xmlns:a="http://schemas.openxmlformats.org/drawingml/2006/main" name="2_13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="" xmlns:thm15="http://schemas.microsoft.com/office/thememl/2012/main" name="T&amp;T Template Master" id="{B85E9895-09BB-4F4C-980C-A90A64CF795A}" vid="{58566480-BE1C-B14C-A6BC-28831BC95F75}"/>
    </a:ext>
  </a:extLst>
</a:theme>
</file>

<file path=ppt/theme/theme29.xml><?xml version="1.0" encoding="utf-8"?>
<a:theme xmlns:a="http://schemas.openxmlformats.org/drawingml/2006/main" name="3_9 grid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="" xmlns:thm15="http://schemas.microsoft.com/office/thememl/2012/main" name="T&amp;T Template Master" id="{B85E9895-09BB-4F4C-980C-A90A64CF795A}" vid="{3AF8490F-A427-E640-A06C-BEF6ECA14A3C}"/>
    </a:ext>
  </a:extLst>
</a:theme>
</file>

<file path=ppt/theme/theme30.xml><?xml version="1.0" encoding="utf-8"?>
<a:theme xmlns:a="http://schemas.openxmlformats.org/drawingml/2006/main" name="3_8 grid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="" xmlns:thm15="http://schemas.microsoft.com/office/thememl/2012/main" name="T&amp;T Template Master" id="{B85E9895-09BB-4F4C-980C-A90A64CF795A}" vid="{7064135E-78C3-6740-B0D2-8AA9D87D2714}"/>
    </a:ext>
  </a:extLst>
</a:theme>
</file>

<file path=ppt/theme/theme31.xml><?xml version="1.0" encoding="utf-8"?>
<a:theme xmlns:a="http://schemas.openxmlformats.org/drawingml/2006/main" name="4_T&amp;T 1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="" xmlns:thm15="http://schemas.microsoft.com/office/thememl/2012/main" name="T&amp;T Template Master" id="{B85E9895-09BB-4F4C-980C-A90A64CF795A}" vid="{62C40A79-3956-B544-8A3F-5FF11940B1DE}"/>
    </a:ext>
  </a:extLst>
</a:theme>
</file>

<file path=ppt/theme/theme32.xml><?xml version="1.0" encoding="utf-8"?>
<a:theme xmlns:a="http://schemas.openxmlformats.org/drawingml/2006/main" name="3_10 wide master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="" xmlns:thm15="http://schemas.microsoft.com/office/thememl/2012/main" name="T&amp;T Template Master" id="{B85E9895-09BB-4F4C-980C-A90A64CF795A}" vid="{9C3421C0-F962-3941-8411-79A248EF40D2}"/>
    </a:ext>
  </a:extLst>
</a:theme>
</file>

<file path=ppt/theme/theme33.xml><?xml version="1.0" encoding="utf-8"?>
<a:theme xmlns:a="http://schemas.openxmlformats.org/drawingml/2006/main" name="3_13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="" xmlns:thm15="http://schemas.microsoft.com/office/thememl/2012/main" name="T&amp;T Template Master" id="{B85E9895-09BB-4F4C-980C-A90A64CF795A}" vid="{FEC13603-633F-2A48-8FAE-55E2050B6AA4}"/>
    </a:ext>
  </a:extLst>
</a:theme>
</file>

<file path=ppt/theme/theme34.xml><?xml version="1.0" encoding="utf-8"?>
<a:theme xmlns:a="http://schemas.openxmlformats.org/drawingml/2006/main" name="TT Theme NEW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="" xmlns:thm15="http://schemas.microsoft.com/office/thememl/2012/main" name="TT Theme NEW" id="{43FB837B-5F46-9F41-9DD4-0B3C8B34D297}" vid="{34FB06B7-3044-544A-B49A-C4D025A77850}"/>
    </a:ext>
  </a:extLst>
</a:theme>
</file>

<file path=ppt/theme/theme35.xml><?xml version="1.0" encoding="utf-8"?>
<a:theme xmlns:a="http://schemas.openxmlformats.org/drawingml/2006/main" name="2_Whi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="" xmlns:thm15="http://schemas.microsoft.com/office/thememl/2012/main" name="TT Template NEW" id="{1B2CD1A6-8043-B34F-9205-DA3A8AF9F513}" vid="{C1A29F62-9888-BA47-81A9-15D915207070}"/>
    </a:ext>
  </a:extLst>
</a:theme>
</file>

<file path=ppt/theme/theme36.xml><?xml version="1.0" encoding="utf-8"?>
<a:theme xmlns:a="http://schemas.openxmlformats.org/drawingml/2006/main" name="6_T&amp;T3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="" xmlns:thm15="http://schemas.microsoft.com/office/thememl/2012/main" name="TT Template NEW" id="{1B2CD1A6-8043-B34F-9205-DA3A8AF9F513}" vid="{2361BD67-33F6-3742-8EDF-9A30A7569B49}"/>
    </a:ext>
  </a:extLst>
</a:theme>
</file>

<file path=ppt/theme/theme37.xml><?xml version="1.0" encoding="utf-8"?>
<a:theme xmlns:a="http://schemas.openxmlformats.org/drawingml/2006/main" name="7_T&amp;T3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="" xmlns:thm15="http://schemas.microsoft.com/office/thememl/2012/main" name="TT Template NEW" id="{1B2CD1A6-8043-B34F-9205-DA3A8AF9F513}" vid="{8F0BB52A-0A63-7F4A-AAB4-01E541CFF193}"/>
    </a:ext>
  </a:extLst>
</a:theme>
</file>

<file path=ppt/theme/theme38.xml><?xml version="1.0" encoding="utf-8"?>
<a:theme xmlns:a="http://schemas.openxmlformats.org/drawingml/2006/main" name="2_14 grid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="" xmlns:thm15="http://schemas.microsoft.com/office/thememl/2012/main" name="TT Template NEW" id="{1B2CD1A6-8043-B34F-9205-DA3A8AF9F513}" vid="{752EFB74-1DDF-F64C-8FEF-822B1D3DB81B}"/>
    </a:ext>
  </a:extLst>
</a:theme>
</file>

<file path=ppt/theme/theme39.xml><?xml version="1.0" encoding="utf-8"?>
<a:theme xmlns:a="http://schemas.openxmlformats.org/drawingml/2006/main" name="2_11 grid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="" xmlns:thm15="http://schemas.microsoft.com/office/thememl/2012/main" name="TT Template NEW" id="{1B2CD1A6-8043-B34F-9205-DA3A8AF9F513}" vid="{3A458FB4-83BE-1F49-90F5-8437A094273E}"/>
    </a:ext>
  </a:extLst>
</a:theme>
</file>

<file path=ppt/theme/theme40.xml><?xml version="1.0" encoding="utf-8"?>
<a:theme xmlns:a="http://schemas.openxmlformats.org/drawingml/2006/main" name="4_9 grid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="" xmlns:thm15="http://schemas.microsoft.com/office/thememl/2012/main" name="TT Template NEW" id="{1B2CD1A6-8043-B34F-9205-DA3A8AF9F513}" vid="{6EC52235-31FB-3547-8E79-7CF5E8F4C250}"/>
    </a:ext>
  </a:extLst>
</a:theme>
</file>

<file path=ppt/theme/theme41.xml><?xml version="1.0" encoding="utf-8"?>
<a:theme xmlns:a="http://schemas.openxmlformats.org/drawingml/2006/main" name="4_8 grid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="" xmlns:thm15="http://schemas.microsoft.com/office/thememl/2012/main" name="TT Template NEW" id="{1B2CD1A6-8043-B34F-9205-DA3A8AF9F513}" vid="{371D7BD1-A94F-4946-8D63-6AF53DB18FC4}"/>
    </a:ext>
  </a:extLst>
</a:theme>
</file>

<file path=ppt/theme/theme42.xml><?xml version="1.0" encoding="utf-8"?>
<a:theme xmlns:a="http://schemas.openxmlformats.org/drawingml/2006/main" name="5_T&amp;T 1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="" xmlns:thm15="http://schemas.microsoft.com/office/thememl/2012/main" name="TT Template NEW" id="{1B2CD1A6-8043-B34F-9205-DA3A8AF9F513}" vid="{7D8729D2-2006-404A-AE16-22119D249A3F}"/>
    </a:ext>
  </a:extLst>
</a:theme>
</file>

<file path=ppt/theme/theme43.xml><?xml version="1.0" encoding="utf-8"?>
<a:theme xmlns:a="http://schemas.openxmlformats.org/drawingml/2006/main" name="4_10 wide master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="" xmlns:thm15="http://schemas.microsoft.com/office/thememl/2012/main" name="TT Template NEW" id="{1B2CD1A6-8043-B34F-9205-DA3A8AF9F513}" vid="{010E77C9-2434-F644-B9AF-6A707890C6A5}"/>
    </a:ext>
  </a:extLst>
</a:theme>
</file>

<file path=ppt/theme/theme44.xml><?xml version="1.0" encoding="utf-8"?>
<a:theme xmlns:a="http://schemas.openxmlformats.org/drawingml/2006/main" name="4_13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="" xmlns:thm15="http://schemas.microsoft.com/office/thememl/2012/main" name="TT Template NEW" id="{1B2CD1A6-8043-B34F-9205-DA3A8AF9F513}" vid="{B9A15C93-3734-4D41-8D92-82DF70FA443A}"/>
    </a:ext>
  </a:extLst>
</a:theme>
</file>

<file path=ppt/theme/theme45.xml><?xml version="1.0" encoding="utf-8"?>
<a:theme xmlns:a="http://schemas.openxmlformats.org/drawingml/2006/main" name="8_T&amp;T3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="" xmlns:thm15="http://schemas.microsoft.com/office/thememl/2012/main" name="TT Template NEW" id="{1B2CD1A6-8043-B34F-9205-DA3A8AF9F513}" vid="{831E50DA-BAC6-5549-BE31-194592260B44}"/>
    </a:ext>
  </a:extLst>
</a:theme>
</file>

<file path=ppt/theme/theme46.xml><?xml version="1.0" encoding="utf-8"?>
<a:theme xmlns:a="http://schemas.openxmlformats.org/drawingml/2006/main" name="5_9 grid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="" xmlns:thm15="http://schemas.microsoft.com/office/thememl/2012/main" name="TT Template NEW" id="{1B2CD1A6-8043-B34F-9205-DA3A8AF9F513}" vid="{051FDB1D-B9A5-2148-AC0A-BEDF6C68DBB7}"/>
    </a:ext>
  </a:extLst>
</a:theme>
</file>

<file path=ppt/theme/theme47.xml><?xml version="1.0" encoding="utf-8"?>
<a:theme xmlns:a="http://schemas.openxmlformats.org/drawingml/2006/main" name="5_8 grid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="" xmlns:thm15="http://schemas.microsoft.com/office/thememl/2012/main" name="TT Template NEW" id="{1B2CD1A6-8043-B34F-9205-DA3A8AF9F513}" vid="{1E3E6EF6-7C1D-0C4C-8BE1-A8DEFF7548E0}"/>
    </a:ext>
  </a:extLst>
</a:theme>
</file>

<file path=ppt/theme/theme48.xml><?xml version="1.0" encoding="utf-8"?>
<a:theme xmlns:a="http://schemas.openxmlformats.org/drawingml/2006/main" name="6_T&amp;T 1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="" xmlns:thm15="http://schemas.microsoft.com/office/thememl/2012/main" name="TT Template NEW" id="{1B2CD1A6-8043-B34F-9205-DA3A8AF9F513}" vid="{1EA18637-9567-3045-81E1-95394377DEEF}"/>
    </a:ext>
  </a:extLst>
</a:theme>
</file>

<file path=ppt/theme/theme49.xml><?xml version="1.0" encoding="utf-8"?>
<a:theme xmlns:a="http://schemas.openxmlformats.org/drawingml/2006/main" name="5_10 wide master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="" xmlns:thm15="http://schemas.microsoft.com/office/thememl/2012/main" name="TT Template NEW" id="{1B2CD1A6-8043-B34F-9205-DA3A8AF9F513}" vid="{E0E525BD-09AC-9643-B266-7CE9D7C7D945}"/>
    </a:ext>
  </a:extLst>
</a:theme>
</file>

<file path=ppt/theme/theme50.xml><?xml version="1.0" encoding="utf-8"?>
<a:theme xmlns:a="http://schemas.openxmlformats.org/drawingml/2006/main" name="5_13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="" xmlns:thm15="http://schemas.microsoft.com/office/thememl/2012/main" name="TT Template NEW" id="{1B2CD1A6-8043-B34F-9205-DA3A8AF9F513}" vid="{F555C250-0BA0-124A-9B3B-2875CDCA913E}"/>
    </a:ext>
  </a:extLst>
</a:theme>
</file>

<file path=ppt/theme/theme51.xml><?xml version="1.0" encoding="utf-8"?>
<a:theme xmlns:a="http://schemas.openxmlformats.org/drawingml/2006/main" name="TandT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="" xmlns:thm15="http://schemas.microsoft.com/office/thememl/2012/main" name="TandT Theme" id="{584C61BA-24FF-5043-891A-4CC5E1300647}" vid="{DE690859-FB9A-1644-9A0B-5ADE48EC9938}"/>
    </a:ext>
  </a:extLst>
</a:theme>
</file>

<file path=ppt/theme/theme52.xml><?xml version="1.0" encoding="utf-8"?>
<a:theme xmlns:a="http://schemas.openxmlformats.org/drawingml/2006/main" name="4_Whi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="" xmlns:thm15="http://schemas.microsoft.com/office/thememl/2012/main" name="Presentation1" id="{B0AC0FA1-A7ED-244C-BF96-87069D5C6EDB}" vid="{A1054420-36DA-814F-8686-AE33C10D222C}"/>
    </a:ext>
  </a:extLst>
</a:theme>
</file>

<file path=ppt/theme/theme53.xml><?xml version="1.0" encoding="utf-8"?>
<a:theme xmlns:a="http://schemas.openxmlformats.org/drawingml/2006/main" name="12_T&amp;T3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="" xmlns:thm15="http://schemas.microsoft.com/office/thememl/2012/main" name="Presentation1" id="{B0AC0FA1-A7ED-244C-BF96-87069D5C6EDB}" vid="{FFBED6AE-9CD3-614A-B8E5-122872C389B4}"/>
    </a:ext>
  </a:extLst>
</a:theme>
</file>

<file path=ppt/theme/theme54.xml><?xml version="1.0" encoding="utf-8"?>
<a:theme xmlns:a="http://schemas.openxmlformats.org/drawingml/2006/main" name="13_T&amp;T3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="" xmlns:thm15="http://schemas.microsoft.com/office/thememl/2012/main" name="Presentation1" id="{B0AC0FA1-A7ED-244C-BF96-87069D5C6EDB}" vid="{FB5A5B58-4550-9E4F-8E87-B5941958007D}"/>
    </a:ext>
  </a:extLst>
</a:theme>
</file>

<file path=ppt/theme/theme55.xml><?xml version="1.0" encoding="utf-8"?>
<a:theme xmlns:a="http://schemas.openxmlformats.org/drawingml/2006/main" name="4_14 grid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="" xmlns:thm15="http://schemas.microsoft.com/office/thememl/2012/main" name="Presentation1" id="{B0AC0FA1-A7ED-244C-BF96-87069D5C6EDB}" vid="{2EAF339B-A8AC-1944-8C9D-2C350041CE2B}"/>
    </a:ext>
  </a:extLst>
</a:theme>
</file>

<file path=ppt/theme/theme56.xml><?xml version="1.0" encoding="utf-8"?>
<a:theme xmlns:a="http://schemas.openxmlformats.org/drawingml/2006/main" name="4_11 grid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="" xmlns:thm15="http://schemas.microsoft.com/office/thememl/2012/main" name="Presentation1" id="{B0AC0FA1-A7ED-244C-BF96-87069D5C6EDB}" vid="{3629D20D-4A73-0641-9324-28CC7D465F11}"/>
    </a:ext>
  </a:extLst>
</a:theme>
</file>

<file path=ppt/theme/theme57.xml><?xml version="1.0" encoding="utf-8"?>
<a:theme xmlns:a="http://schemas.openxmlformats.org/drawingml/2006/main" name="8_9 grid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="" xmlns:thm15="http://schemas.microsoft.com/office/thememl/2012/main" name="Presentation1" id="{B0AC0FA1-A7ED-244C-BF96-87069D5C6EDB}" vid="{0418BF5A-3017-0743-9425-A6442429A14A}"/>
    </a:ext>
  </a:extLst>
</a:theme>
</file>

<file path=ppt/theme/theme58.xml><?xml version="1.0" encoding="utf-8"?>
<a:theme xmlns:a="http://schemas.openxmlformats.org/drawingml/2006/main" name="8_8 grid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="" xmlns:thm15="http://schemas.microsoft.com/office/thememl/2012/main" name="Presentation1" id="{B0AC0FA1-A7ED-244C-BF96-87069D5C6EDB}" vid="{20D36924-D906-5243-964A-18C63C1088E6}"/>
    </a:ext>
  </a:extLst>
</a:theme>
</file>

<file path=ppt/theme/theme59.xml><?xml version="1.0" encoding="utf-8"?>
<a:theme xmlns:a="http://schemas.openxmlformats.org/drawingml/2006/main" name="9_T&amp;T 1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="" xmlns:thm15="http://schemas.microsoft.com/office/thememl/2012/main" name="Presentation1" id="{B0AC0FA1-A7ED-244C-BF96-87069D5C6EDB}" vid="{B9D91157-0661-DF4B-97F1-0F70B298AAA5}"/>
    </a:ext>
  </a:extLst>
</a:theme>
</file>

<file path=ppt/theme/theme60.xml><?xml version="1.0" encoding="utf-8"?>
<a:theme xmlns:a="http://schemas.openxmlformats.org/drawingml/2006/main" name="8_10 wide master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="" xmlns:thm15="http://schemas.microsoft.com/office/thememl/2012/main" name="Presentation1" id="{B0AC0FA1-A7ED-244C-BF96-87069D5C6EDB}" vid="{2DBDC926-5C37-A440-8D82-ADA4AD9FBA24}"/>
    </a:ext>
  </a:extLst>
</a:theme>
</file>

<file path=ppt/theme/theme61.xml><?xml version="1.0" encoding="utf-8"?>
<a:theme xmlns:a="http://schemas.openxmlformats.org/drawingml/2006/main" name="8_13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="" xmlns:thm15="http://schemas.microsoft.com/office/thememl/2012/main" name="Presentation1" id="{B0AC0FA1-A7ED-244C-BF96-87069D5C6EDB}" vid="{159D0566-7E75-7E49-8079-3455EE11382B}"/>
    </a:ext>
  </a:extLst>
</a:theme>
</file>

<file path=ppt/theme/theme62.xml><?xml version="1.0" encoding="utf-8"?>
<a:theme xmlns:a="http://schemas.openxmlformats.org/drawingml/2006/main" name="14_T&amp;T3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="" xmlns:thm15="http://schemas.microsoft.com/office/thememl/2012/main" name="Presentation1" id="{B0AC0FA1-A7ED-244C-BF96-87069D5C6EDB}" vid="{C6762A50-A9F9-1E4D-8206-E574DEB6B0D8}"/>
    </a:ext>
  </a:extLst>
</a:theme>
</file>

<file path=ppt/theme/theme63.xml><?xml version="1.0" encoding="utf-8"?>
<a:theme xmlns:a="http://schemas.openxmlformats.org/drawingml/2006/main" name="9_9 grid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="" xmlns:thm15="http://schemas.microsoft.com/office/thememl/2012/main" name="Presentation1" id="{B0AC0FA1-A7ED-244C-BF96-87069D5C6EDB}" vid="{24A86A07-5738-FA4A-BB7D-6B483E99FE06}"/>
    </a:ext>
  </a:extLst>
</a:theme>
</file>

<file path=ppt/theme/theme64.xml><?xml version="1.0" encoding="utf-8"?>
<a:theme xmlns:a="http://schemas.openxmlformats.org/drawingml/2006/main" name="9_8 grid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="" xmlns:thm15="http://schemas.microsoft.com/office/thememl/2012/main" name="Presentation1" id="{B0AC0FA1-A7ED-244C-BF96-87069D5C6EDB}" vid="{275FDCE5-449A-354E-92FC-07FD587BA80B}"/>
    </a:ext>
  </a:extLst>
</a:theme>
</file>

<file path=ppt/theme/theme65.xml><?xml version="1.0" encoding="utf-8"?>
<a:theme xmlns:a="http://schemas.openxmlformats.org/drawingml/2006/main" name="10_T&amp;T 1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="" xmlns:thm15="http://schemas.microsoft.com/office/thememl/2012/main" name="Presentation1" id="{B0AC0FA1-A7ED-244C-BF96-87069D5C6EDB}" vid="{5F0E9230-236A-1E4B-A772-67D2F0E71708}"/>
    </a:ext>
  </a:extLst>
</a:theme>
</file>

<file path=ppt/theme/theme66.xml><?xml version="1.0" encoding="utf-8"?>
<a:theme xmlns:a="http://schemas.openxmlformats.org/drawingml/2006/main" name="9_10 wide master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="" xmlns:thm15="http://schemas.microsoft.com/office/thememl/2012/main" name="Presentation1" id="{B0AC0FA1-A7ED-244C-BF96-87069D5C6EDB}" vid="{F0CA25DE-2369-F849-ADAA-0680B0C0DD98}"/>
    </a:ext>
  </a:extLst>
</a:theme>
</file>

<file path=ppt/theme/theme67.xml><?xml version="1.0" encoding="utf-8"?>
<a:theme xmlns:a="http://schemas.openxmlformats.org/drawingml/2006/main" name="9_13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="" xmlns:thm15="http://schemas.microsoft.com/office/thememl/2012/main" name="Presentation1" id="{B0AC0FA1-A7ED-244C-BF96-87069D5C6EDB}" vid="{D4A43A2F-9C78-8D45-A2CA-2817ECC6B819}"/>
    </a:ext>
  </a:extLst>
</a:theme>
</file>

<file path=ppt/theme/theme6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87F23F89201224EB1020CE6E5A330E6" ma:contentTypeVersion="5" ma:contentTypeDescription="Create a new document." ma:contentTypeScope="" ma:versionID="54a6d1fd04daac6d0c9ca2b665899f4f">
  <xsd:schema xmlns:xsd="http://www.w3.org/2001/XMLSchema" xmlns:xs="http://www.w3.org/2001/XMLSchema" xmlns:p="http://schemas.microsoft.com/office/2006/metadata/properties" xmlns:ns2="8b9b7f38-fbc6-4b25-b0c8-dfce91a9184d" xmlns:ns3="6feadbec-3525-450c-9a2c-4b7827180f7c" targetNamespace="http://schemas.microsoft.com/office/2006/metadata/properties" ma:root="true" ma:fieldsID="014e6c4c53daba6334ae6336cf0edb2a" ns2:_="" ns3:_="">
    <xsd:import namespace="8b9b7f38-fbc6-4b25-b0c8-dfce91a9184d"/>
    <xsd:import namespace="6feadbec-3525-450c-9a2c-4b7827180f7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b9b7f38-fbc6-4b25-b0c8-dfce91a9184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feadbec-3525-450c-9a2c-4b7827180f7c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5E71D720-F4A8-41C7-8FEF-8FBB3C7DCED5}"/>
</file>

<file path=customXml/itemProps2.xml><?xml version="1.0" encoding="utf-8"?>
<ds:datastoreItem xmlns:ds="http://schemas.openxmlformats.org/officeDocument/2006/customXml" ds:itemID="{991B31CD-098A-4552-8719-16420548EB05}"/>
</file>

<file path=customXml/itemProps3.xml><?xml version="1.0" encoding="utf-8"?>
<ds:datastoreItem xmlns:ds="http://schemas.openxmlformats.org/officeDocument/2006/customXml" ds:itemID="{F6C4A4B7-79B5-47A8-A847-30972E842CA6}"/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445</TotalTime>
  <Words>3</Words>
  <Application>Microsoft Office PowerPoint</Application>
  <PresentationFormat>On-screen Show (16:10)</PresentationFormat>
  <Paragraphs>2</Paragraphs>
  <Slides>23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68</vt:i4>
      </vt:variant>
      <vt:variant>
        <vt:lpstr>Slide Titles</vt:lpstr>
      </vt:variant>
      <vt:variant>
        <vt:i4>23</vt:i4>
      </vt:variant>
    </vt:vector>
  </HeadingPairs>
  <TitlesOfParts>
    <vt:vector size="91" baseType="lpstr">
      <vt:lpstr>Default Theme</vt:lpstr>
      <vt:lpstr>T&amp;T 12</vt:lpstr>
      <vt:lpstr>White</vt:lpstr>
      <vt:lpstr>1_T&amp;T3</vt:lpstr>
      <vt:lpstr>14 grid</vt:lpstr>
      <vt:lpstr>11 grids</vt:lpstr>
      <vt:lpstr>9 grids</vt:lpstr>
      <vt:lpstr>8 grids</vt:lpstr>
      <vt:lpstr>1_T&amp;T 12</vt:lpstr>
      <vt:lpstr>10 wide master</vt:lpstr>
      <vt:lpstr>13</vt:lpstr>
      <vt:lpstr>2_T&amp;T3</vt:lpstr>
      <vt:lpstr>1_9 grids</vt:lpstr>
      <vt:lpstr>1_8 grids</vt:lpstr>
      <vt:lpstr>2_T&amp;T 12</vt:lpstr>
      <vt:lpstr>1_10 wide master</vt:lpstr>
      <vt:lpstr>1_13</vt:lpstr>
      <vt:lpstr>Theme1</vt:lpstr>
      <vt:lpstr>1_White</vt:lpstr>
      <vt:lpstr>3_T&amp;T3</vt:lpstr>
      <vt:lpstr>4_T&amp;T3</vt:lpstr>
      <vt:lpstr>1_14 grid</vt:lpstr>
      <vt:lpstr>1_11 grids</vt:lpstr>
      <vt:lpstr>2_9 grids</vt:lpstr>
      <vt:lpstr>2_8 grids</vt:lpstr>
      <vt:lpstr>3_T&amp;T 12</vt:lpstr>
      <vt:lpstr>2_10 wide master</vt:lpstr>
      <vt:lpstr>2_13</vt:lpstr>
      <vt:lpstr>3_9 grids</vt:lpstr>
      <vt:lpstr>3_8 grids</vt:lpstr>
      <vt:lpstr>4_T&amp;T 12</vt:lpstr>
      <vt:lpstr>3_10 wide master</vt:lpstr>
      <vt:lpstr>3_13</vt:lpstr>
      <vt:lpstr>TT Theme NEW</vt:lpstr>
      <vt:lpstr>2_White</vt:lpstr>
      <vt:lpstr>6_T&amp;T3</vt:lpstr>
      <vt:lpstr>7_T&amp;T3</vt:lpstr>
      <vt:lpstr>2_14 grid</vt:lpstr>
      <vt:lpstr>2_11 grids</vt:lpstr>
      <vt:lpstr>4_9 grids</vt:lpstr>
      <vt:lpstr>4_8 grids</vt:lpstr>
      <vt:lpstr>5_T&amp;T 12</vt:lpstr>
      <vt:lpstr>4_10 wide master</vt:lpstr>
      <vt:lpstr>4_13</vt:lpstr>
      <vt:lpstr>8_T&amp;T3</vt:lpstr>
      <vt:lpstr>5_9 grids</vt:lpstr>
      <vt:lpstr>5_8 grids</vt:lpstr>
      <vt:lpstr>6_T&amp;T 12</vt:lpstr>
      <vt:lpstr>5_10 wide master</vt:lpstr>
      <vt:lpstr>5_13</vt:lpstr>
      <vt:lpstr>TandT Theme</vt:lpstr>
      <vt:lpstr>4_White</vt:lpstr>
      <vt:lpstr>12_T&amp;T3</vt:lpstr>
      <vt:lpstr>13_T&amp;T3</vt:lpstr>
      <vt:lpstr>4_14 grid</vt:lpstr>
      <vt:lpstr>4_11 grids</vt:lpstr>
      <vt:lpstr>8_9 grids</vt:lpstr>
      <vt:lpstr>8_8 grids</vt:lpstr>
      <vt:lpstr>9_T&amp;T 12</vt:lpstr>
      <vt:lpstr>8_10 wide master</vt:lpstr>
      <vt:lpstr>8_13</vt:lpstr>
      <vt:lpstr>14_T&amp;T3</vt:lpstr>
      <vt:lpstr>9_9 grids</vt:lpstr>
      <vt:lpstr>9_8 grids</vt:lpstr>
      <vt:lpstr>10_T&amp;T 12</vt:lpstr>
      <vt:lpstr>9_10 wide master</vt:lpstr>
      <vt:lpstr>9_13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Nadia</dc:creator>
  <cp:lastModifiedBy>Nadia</cp:lastModifiedBy>
  <cp:revision>38</cp:revision>
  <dcterms:created xsi:type="dcterms:W3CDTF">2020-07-07T15:06:26Z</dcterms:created>
  <dcterms:modified xsi:type="dcterms:W3CDTF">2020-07-16T13:12:28Z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0x010100087F23F89201224EB1020CE6E5A330E6</vt:lpwstr>
  </property>
</Properties>
</file>