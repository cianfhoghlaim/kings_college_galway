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1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A105D4D-1147-4809-9D08-6D0FB7B3527C}" type="datetimeFigureOut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DF1A096-AAAA-4DD4-8E0F-2A6CFBDFD8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90146E0-621D-4C16-88F5-CF8926F58DBC}" type="slidenum">
              <a:rPr lang="en-GB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4506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776857-6070-4378-894F-E637B02DABCC}" type="slidenum">
              <a:rPr lang="en-GB" sz="1200">
                <a:latin typeface="Calibri" pitchFamily="34" charset="0"/>
              </a:rPr>
              <a:pPr algn="r"/>
              <a:t>2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4710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6B34AEF-1AA0-4A7C-BDF6-CEE0E9B0D4DE}" type="slidenum">
              <a:rPr lang="en-GB" sz="1200">
                <a:latin typeface="Calibri" pitchFamily="34" charset="0"/>
              </a:rPr>
              <a:pPr algn="r"/>
              <a:t>3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4915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A712DF7-D7A1-417F-ADBE-157CB68E3B07}" type="slidenum">
              <a:rPr lang="en-GB" sz="1200">
                <a:latin typeface="Calibri" pitchFamily="34" charset="0"/>
              </a:rPr>
              <a:pPr algn="r"/>
              <a:t>4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5120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00BE14A-A2D8-4DF6-B5C0-34174A718932}" type="slidenum">
              <a:rPr lang="en-GB" sz="1200">
                <a:latin typeface="Calibri" pitchFamily="34" charset="0"/>
              </a:rPr>
              <a:pPr algn="r"/>
              <a:t>5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532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1BC68C5-46D2-492E-9999-666323F55F8C}" type="slidenum">
              <a:rPr lang="en-GB" sz="1200">
                <a:latin typeface="Calibri" pitchFamily="34" charset="0"/>
              </a:rPr>
              <a:pPr algn="r"/>
              <a:t>6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5530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0EFBABE-4B58-4DB0-9D1F-6E1DCE89CBD1}" type="slidenum">
              <a:rPr lang="en-GB" sz="1200">
                <a:latin typeface="Calibri" pitchFamily="34" charset="0"/>
              </a:rPr>
              <a:pPr algn="r"/>
              <a:t>7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5734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B146FAD-E3DD-4B3F-B42B-4318B7AD120F}" type="slidenum">
              <a:rPr lang="en-GB" sz="1200">
                <a:latin typeface="Calibri" pitchFamily="34" charset="0"/>
              </a:rPr>
              <a:pPr algn="r"/>
              <a:t>8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5939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21F718-828E-48B5-959F-D27DE0401907}" type="slidenum">
              <a:rPr lang="en-GB" sz="1200">
                <a:latin typeface="Calibri" pitchFamily="34" charset="0"/>
              </a:rPr>
              <a:pPr algn="r"/>
              <a:t>9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6144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25397D2-05E7-4B81-B8CB-AF675A90A851}" type="slidenum">
              <a:rPr lang="en-GB" sz="1200">
                <a:latin typeface="Calibri" pitchFamily="34" charset="0"/>
              </a:rPr>
              <a:pPr algn="r"/>
              <a:t>10</a:t>
            </a:fld>
            <a:endParaRPr lang="en-GB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6DE02-7762-471B-9C22-4579A89C8D6F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8E08B-3FD1-4F86-B5BE-57C0108885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E2973-1F03-42FC-83BD-880B5BED6312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264B2-2890-40D7-9FAB-03BD80D08B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B254F5-06BD-4E0F-B523-E6C383D554BA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F008F-997E-4936-B0AD-B0B6937FAA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C594D-5DBD-4564-8B36-317F4974F75B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2B348-8522-4AD7-AE70-AD08C8FF91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DF625-B3DF-41C7-AFB1-5AEDD96AF9DC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86270-67B3-44A3-874C-CE3BE6DE4F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041B68-C1CE-4B44-848D-48E2FEDB57FB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C1A09-FEF8-4296-9858-6A498012EB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A21A6-C90F-4B58-84F7-72C5FFE16996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D191D-9E39-4099-A336-33946C0F2B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75256-C44D-4F92-8498-E7B5C5CC5A1E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5B62F-DEA6-4843-9CBF-34B46D14A5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781FE-E15D-4178-82E9-4938664F3712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80C63-6707-4193-A976-F75B5CC0BF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58BB1-3067-4D4B-9B43-F6A776A6478F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1D3C5-7945-4C91-8B12-0415515735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4B7E7-300A-4270-AF0D-2F870A100738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FE603-E466-488D-9F47-52766C99DD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34FDA7D-2D47-4230-8EA6-1F1F7414DC57}" type="datetime1">
              <a:rPr lang="en-US"/>
              <a:pPr>
                <a:defRPr/>
              </a:pPr>
              <a:t>1/18/2011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8D51373-E75B-4A39-BB3D-C20C3D2F24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3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2.bin"/><Relationship Id="rId5" Type="http://schemas.openxmlformats.org/officeDocument/2006/relationships/oleObject" Target="../embeddings/oleObject31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7.bin"/><Relationship Id="rId5" Type="http://schemas.openxmlformats.org/officeDocument/2006/relationships/oleObject" Target="../embeddings/oleObject36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4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2.bin"/><Relationship Id="rId5" Type="http://schemas.openxmlformats.org/officeDocument/2006/relationships/oleObject" Target="../embeddings/oleObject41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4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image" Target="../media/image6.jpeg"/><Relationship Id="rId9" Type="http://schemas.openxmlformats.org/officeDocument/2006/relationships/oleObject" Target="../embeddings/oleObject5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F805-6FAD-45BD-9C4A-978197611D55}" type="slidenum">
              <a:rPr lang="en-GB" sz="5400"/>
              <a:pPr>
                <a:defRPr/>
              </a:pPr>
              <a:t>1</a:t>
            </a:fld>
            <a:endParaRPr lang="en-GB" sz="5400" dirty="0"/>
          </a:p>
        </p:txBody>
      </p:sp>
      <p:sp>
        <p:nvSpPr>
          <p:cNvPr id="1051" name="WordArt 27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1524000" y="2514600"/>
          <a:ext cx="2641600" cy="720725"/>
        </p:xfrm>
        <a:graphic>
          <a:graphicData uri="http://schemas.openxmlformats.org/presentationml/2006/ole">
            <p:oleObj spid="_x0000_s1052" name="Equation" r:id="rId5" imgW="558720" imgH="152280" progId="Equation.3">
              <p:embed/>
            </p:oleObj>
          </a:graphicData>
        </a:graphic>
      </p:graphicFrame>
      <p:graphicFrame>
        <p:nvGraphicFramePr>
          <p:cNvPr id="1053" name="Object 29"/>
          <p:cNvGraphicFramePr>
            <a:graphicFrameLocks noChangeAspect="1"/>
          </p:cNvGraphicFramePr>
          <p:nvPr/>
        </p:nvGraphicFramePr>
        <p:xfrm>
          <a:off x="6554788" y="320675"/>
          <a:ext cx="960437" cy="841375"/>
        </p:xfrm>
        <a:graphic>
          <a:graphicData uri="http://schemas.openxmlformats.org/presentationml/2006/ole">
            <p:oleObj spid="_x0000_s1053" name="Equation" r:id="rId6" imgW="203040" imgH="177480" progId="Equation.3">
              <p:embed/>
            </p:oleObj>
          </a:graphicData>
        </a:graphic>
      </p:graphicFrame>
      <p:graphicFrame>
        <p:nvGraphicFramePr>
          <p:cNvPr id="1054" name="Object 30"/>
          <p:cNvGraphicFramePr>
            <a:graphicFrameLocks noChangeAspect="1"/>
          </p:cNvGraphicFramePr>
          <p:nvPr/>
        </p:nvGraphicFramePr>
        <p:xfrm>
          <a:off x="6615113" y="1404938"/>
          <a:ext cx="841375" cy="960437"/>
        </p:xfrm>
        <a:graphic>
          <a:graphicData uri="http://schemas.openxmlformats.org/presentationml/2006/ole">
            <p:oleObj spid="_x0000_s1054" name="Equation" r:id="rId7" imgW="177480" imgH="203040" progId="Equation.3">
              <p:embed/>
            </p:oleObj>
          </a:graphicData>
        </a:graphic>
      </p:graphicFrame>
      <p:graphicFrame>
        <p:nvGraphicFramePr>
          <p:cNvPr id="1055" name="Object 31"/>
          <p:cNvGraphicFramePr>
            <a:graphicFrameLocks noChangeAspect="1"/>
          </p:cNvGraphicFramePr>
          <p:nvPr/>
        </p:nvGraphicFramePr>
        <p:xfrm>
          <a:off x="6554788" y="2606675"/>
          <a:ext cx="960437" cy="841375"/>
        </p:xfrm>
        <a:graphic>
          <a:graphicData uri="http://schemas.openxmlformats.org/presentationml/2006/ole">
            <p:oleObj spid="_x0000_s1055" name="Equation" r:id="rId8" imgW="203040" imgH="177480" progId="Equation.3">
              <p:embed/>
            </p:oleObj>
          </a:graphicData>
        </a:graphic>
      </p:graphicFrame>
      <p:graphicFrame>
        <p:nvGraphicFramePr>
          <p:cNvPr id="1056" name="Object 32"/>
          <p:cNvGraphicFramePr>
            <a:graphicFrameLocks noChangeAspect="1"/>
          </p:cNvGraphicFramePr>
          <p:nvPr/>
        </p:nvGraphicFramePr>
        <p:xfrm>
          <a:off x="6375400" y="3840163"/>
          <a:ext cx="1320800" cy="660400"/>
        </p:xfrm>
        <a:graphic>
          <a:graphicData uri="http://schemas.openxmlformats.org/presentationml/2006/ole">
            <p:oleObj spid="_x0000_s1056" name="Equation" r:id="rId9" imgW="279360" imgH="1396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CD8FF8E-7AB9-4310-88D0-30D1202BD863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4052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44053" name="Object 21"/>
          <p:cNvGraphicFramePr>
            <a:graphicFrameLocks noChangeAspect="1"/>
          </p:cNvGraphicFramePr>
          <p:nvPr/>
        </p:nvGraphicFramePr>
        <p:xfrm>
          <a:off x="1135063" y="2544763"/>
          <a:ext cx="3421062" cy="660400"/>
        </p:xfrm>
        <a:graphic>
          <a:graphicData uri="http://schemas.openxmlformats.org/presentationml/2006/ole">
            <p:oleObj spid="_x0000_s44053" name="Equation" r:id="rId5" imgW="723600" imgH="139680" progId="Equation.3">
              <p:embed/>
            </p:oleObj>
          </a:graphicData>
        </a:graphic>
      </p:graphicFrame>
      <p:graphicFrame>
        <p:nvGraphicFramePr>
          <p:cNvPr id="44054" name="Object 22"/>
          <p:cNvGraphicFramePr>
            <a:graphicFrameLocks noChangeAspect="1"/>
          </p:cNvGraphicFramePr>
          <p:nvPr/>
        </p:nvGraphicFramePr>
        <p:xfrm>
          <a:off x="6554788" y="320675"/>
          <a:ext cx="960437" cy="841375"/>
        </p:xfrm>
        <a:graphic>
          <a:graphicData uri="http://schemas.openxmlformats.org/presentationml/2006/ole">
            <p:oleObj spid="_x0000_s44054" name="Equation" r:id="rId6" imgW="203040" imgH="177480" progId="Equation.3">
              <p:embed/>
            </p:oleObj>
          </a:graphicData>
        </a:graphic>
      </p:graphicFrame>
      <p:graphicFrame>
        <p:nvGraphicFramePr>
          <p:cNvPr id="44055" name="Object 23"/>
          <p:cNvGraphicFramePr>
            <a:graphicFrameLocks noChangeAspect="1"/>
          </p:cNvGraphicFramePr>
          <p:nvPr/>
        </p:nvGraphicFramePr>
        <p:xfrm>
          <a:off x="6615113" y="1404938"/>
          <a:ext cx="841375" cy="960437"/>
        </p:xfrm>
        <a:graphic>
          <a:graphicData uri="http://schemas.openxmlformats.org/presentationml/2006/ole">
            <p:oleObj spid="_x0000_s44055" name="Equation" r:id="rId7" imgW="177480" imgH="203040" progId="Equation.3">
              <p:embed/>
            </p:oleObj>
          </a:graphicData>
        </a:graphic>
      </p:graphicFrame>
      <p:graphicFrame>
        <p:nvGraphicFramePr>
          <p:cNvPr id="44056" name="Object 24"/>
          <p:cNvGraphicFramePr>
            <a:graphicFrameLocks noChangeAspect="1"/>
          </p:cNvGraphicFramePr>
          <p:nvPr/>
        </p:nvGraphicFramePr>
        <p:xfrm>
          <a:off x="6254750" y="2695575"/>
          <a:ext cx="1560513" cy="661988"/>
        </p:xfrm>
        <a:graphic>
          <a:graphicData uri="http://schemas.openxmlformats.org/presentationml/2006/ole">
            <p:oleObj spid="_x0000_s44056" name="Equation" r:id="rId8" imgW="330120" imgH="139680" progId="Equation.3">
              <p:embed/>
            </p:oleObj>
          </a:graphicData>
        </a:graphic>
      </p:graphicFrame>
      <p:graphicFrame>
        <p:nvGraphicFramePr>
          <p:cNvPr id="44057" name="Object 25"/>
          <p:cNvGraphicFramePr>
            <a:graphicFrameLocks noChangeAspect="1"/>
          </p:cNvGraphicFramePr>
          <p:nvPr/>
        </p:nvGraphicFramePr>
        <p:xfrm>
          <a:off x="6615113" y="3690938"/>
          <a:ext cx="839787" cy="960437"/>
        </p:xfrm>
        <a:graphic>
          <a:graphicData uri="http://schemas.openxmlformats.org/presentationml/2006/ole">
            <p:oleObj spid="_x0000_s44057" name="Equation" r:id="rId9" imgW="1774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3D5A0CE-76D9-41E0-9A84-DFDC04FD29EB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6100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46101" name="Object 21"/>
          <p:cNvGraphicFramePr>
            <a:graphicFrameLocks noChangeAspect="1"/>
          </p:cNvGraphicFramePr>
          <p:nvPr/>
        </p:nvGraphicFramePr>
        <p:xfrm>
          <a:off x="1914525" y="2395538"/>
          <a:ext cx="1860550" cy="960437"/>
        </p:xfrm>
        <a:graphic>
          <a:graphicData uri="http://schemas.openxmlformats.org/presentationml/2006/ole">
            <p:oleObj spid="_x0000_s46101" name="Equation" r:id="rId5" imgW="393480" imgH="203040" progId="Equation.3">
              <p:embed/>
            </p:oleObj>
          </a:graphicData>
        </a:graphic>
      </p:graphicFrame>
      <p:graphicFrame>
        <p:nvGraphicFramePr>
          <p:cNvPr id="46102" name="Object 22"/>
          <p:cNvGraphicFramePr>
            <a:graphicFrameLocks noChangeAspect="1"/>
          </p:cNvGraphicFramePr>
          <p:nvPr/>
        </p:nvGraphicFramePr>
        <p:xfrm>
          <a:off x="6524625" y="260350"/>
          <a:ext cx="1020763" cy="962025"/>
        </p:xfrm>
        <a:graphic>
          <a:graphicData uri="http://schemas.openxmlformats.org/presentationml/2006/ole">
            <p:oleObj spid="_x0000_s46102" name="Equation" r:id="rId6" imgW="215640" imgH="203040" progId="Equation.3">
              <p:embed/>
            </p:oleObj>
          </a:graphicData>
        </a:graphic>
      </p:graphicFrame>
      <p:graphicFrame>
        <p:nvGraphicFramePr>
          <p:cNvPr id="46103" name="Object 23"/>
          <p:cNvGraphicFramePr>
            <a:graphicFrameLocks noChangeAspect="1"/>
          </p:cNvGraphicFramePr>
          <p:nvPr/>
        </p:nvGraphicFramePr>
        <p:xfrm>
          <a:off x="6375400" y="1404938"/>
          <a:ext cx="1322388" cy="960437"/>
        </p:xfrm>
        <a:graphic>
          <a:graphicData uri="http://schemas.openxmlformats.org/presentationml/2006/ole">
            <p:oleObj spid="_x0000_s46103" name="Equation" r:id="rId7" imgW="279360" imgH="203040" progId="Equation.3">
              <p:embed/>
            </p:oleObj>
          </a:graphicData>
        </a:graphic>
      </p:graphicFrame>
      <p:graphicFrame>
        <p:nvGraphicFramePr>
          <p:cNvPr id="46104" name="Object 24"/>
          <p:cNvGraphicFramePr>
            <a:graphicFrameLocks noChangeAspect="1"/>
          </p:cNvGraphicFramePr>
          <p:nvPr/>
        </p:nvGraphicFramePr>
        <p:xfrm>
          <a:off x="6434138" y="2486025"/>
          <a:ext cx="1200150" cy="1082675"/>
        </p:xfrm>
        <a:graphic>
          <a:graphicData uri="http://schemas.openxmlformats.org/presentationml/2006/ole">
            <p:oleObj spid="_x0000_s46104" name="Equation" r:id="rId8" imgW="253800" imgH="228600" progId="Equation.3">
              <p:embed/>
            </p:oleObj>
          </a:graphicData>
        </a:graphic>
      </p:graphicFrame>
      <p:graphicFrame>
        <p:nvGraphicFramePr>
          <p:cNvPr id="46105" name="Object 25"/>
          <p:cNvGraphicFramePr>
            <a:graphicFrameLocks noChangeAspect="1"/>
          </p:cNvGraphicFramePr>
          <p:nvPr/>
        </p:nvGraphicFramePr>
        <p:xfrm>
          <a:off x="6465888" y="3721100"/>
          <a:ext cx="1139825" cy="900113"/>
        </p:xfrm>
        <a:graphic>
          <a:graphicData uri="http://schemas.openxmlformats.org/presentationml/2006/ole">
            <p:oleObj spid="_x0000_s46105" name="Equation" r:id="rId9" imgW="241200" imgH="1904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F85956-FB88-4541-BF82-94F0897C70B4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48148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48149" name="Object 21"/>
          <p:cNvGraphicFramePr>
            <a:graphicFrameLocks noChangeAspect="1"/>
          </p:cNvGraphicFramePr>
          <p:nvPr/>
        </p:nvGraphicFramePr>
        <p:xfrm>
          <a:off x="1554163" y="2336800"/>
          <a:ext cx="2581275" cy="1079500"/>
        </p:xfrm>
        <a:graphic>
          <a:graphicData uri="http://schemas.openxmlformats.org/presentationml/2006/ole">
            <p:oleObj spid="_x0000_s48149" name="Equation" r:id="rId5" imgW="545760" imgH="228600" progId="Equation.3">
              <p:embed/>
            </p:oleObj>
          </a:graphicData>
        </a:graphic>
      </p:graphicFrame>
      <p:graphicFrame>
        <p:nvGraphicFramePr>
          <p:cNvPr id="48150" name="Object 22"/>
          <p:cNvGraphicFramePr>
            <a:graphicFrameLocks noChangeAspect="1"/>
          </p:cNvGraphicFramePr>
          <p:nvPr/>
        </p:nvGraphicFramePr>
        <p:xfrm>
          <a:off x="6405563" y="201613"/>
          <a:ext cx="1260475" cy="1081087"/>
        </p:xfrm>
        <a:graphic>
          <a:graphicData uri="http://schemas.openxmlformats.org/presentationml/2006/ole">
            <p:oleObj spid="_x0000_s48150" name="Equation" r:id="rId6" imgW="266400" imgH="228600" progId="Equation.3">
              <p:embed/>
            </p:oleObj>
          </a:graphicData>
        </a:graphic>
      </p:graphicFrame>
      <p:graphicFrame>
        <p:nvGraphicFramePr>
          <p:cNvPr id="48151" name="Object 23"/>
          <p:cNvGraphicFramePr>
            <a:graphicFrameLocks noChangeAspect="1"/>
          </p:cNvGraphicFramePr>
          <p:nvPr/>
        </p:nvGraphicFramePr>
        <p:xfrm>
          <a:off x="6403975" y="1346200"/>
          <a:ext cx="1263650" cy="1079500"/>
        </p:xfrm>
        <a:graphic>
          <a:graphicData uri="http://schemas.openxmlformats.org/presentationml/2006/ole">
            <p:oleObj spid="_x0000_s48151" name="Equation" r:id="rId7" imgW="266400" imgH="228600" progId="Equation.3">
              <p:embed/>
            </p:oleObj>
          </a:graphicData>
        </a:graphic>
      </p:graphicFrame>
      <p:graphicFrame>
        <p:nvGraphicFramePr>
          <p:cNvPr id="48152" name="Object 24"/>
          <p:cNvGraphicFramePr>
            <a:graphicFrameLocks noChangeAspect="1"/>
          </p:cNvGraphicFramePr>
          <p:nvPr/>
        </p:nvGraphicFramePr>
        <p:xfrm>
          <a:off x="6254750" y="2486025"/>
          <a:ext cx="1560513" cy="1082675"/>
        </p:xfrm>
        <a:graphic>
          <a:graphicData uri="http://schemas.openxmlformats.org/presentationml/2006/ole">
            <p:oleObj spid="_x0000_s48152" name="Equation" r:id="rId8" imgW="330120" imgH="228600" progId="Equation.3">
              <p:embed/>
            </p:oleObj>
          </a:graphicData>
        </a:graphic>
      </p:graphicFrame>
      <p:graphicFrame>
        <p:nvGraphicFramePr>
          <p:cNvPr id="48153" name="Object 25"/>
          <p:cNvGraphicFramePr>
            <a:graphicFrameLocks noChangeAspect="1"/>
          </p:cNvGraphicFramePr>
          <p:nvPr/>
        </p:nvGraphicFramePr>
        <p:xfrm>
          <a:off x="6286500" y="3632200"/>
          <a:ext cx="1500188" cy="1079500"/>
        </p:xfrm>
        <a:graphic>
          <a:graphicData uri="http://schemas.openxmlformats.org/presentationml/2006/ole">
            <p:oleObj spid="_x0000_s48153" name="Equation" r:id="rId9" imgW="31716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7A90A42-0526-4E56-B481-8E51114109AC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0196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1193800" y="2395538"/>
          <a:ext cx="3302000" cy="960437"/>
        </p:xfrm>
        <a:graphic>
          <a:graphicData uri="http://schemas.openxmlformats.org/presentationml/2006/ole">
            <p:oleObj spid="_x0000_s50197" name="Equation" r:id="rId5" imgW="698400" imgH="203040" progId="Equation.3">
              <p:embed/>
            </p:oleObj>
          </a:graphicData>
        </a:graphic>
      </p:graphicFrame>
      <p:graphicFrame>
        <p:nvGraphicFramePr>
          <p:cNvPr id="50198" name="Object 22"/>
          <p:cNvGraphicFramePr>
            <a:graphicFrameLocks noChangeAspect="1"/>
          </p:cNvGraphicFramePr>
          <p:nvPr/>
        </p:nvGraphicFramePr>
        <p:xfrm>
          <a:off x="6345238" y="261938"/>
          <a:ext cx="1381125" cy="960437"/>
        </p:xfrm>
        <a:graphic>
          <a:graphicData uri="http://schemas.openxmlformats.org/presentationml/2006/ole">
            <p:oleObj spid="_x0000_s50198" name="Equation" r:id="rId6" imgW="291960" imgH="203040" progId="Equation.3">
              <p:embed/>
            </p:oleObj>
          </a:graphicData>
        </a:graphic>
      </p:graphicFrame>
      <p:graphicFrame>
        <p:nvGraphicFramePr>
          <p:cNvPr id="50199" name="Object 23"/>
          <p:cNvGraphicFramePr>
            <a:graphicFrameLocks noChangeAspect="1"/>
          </p:cNvGraphicFramePr>
          <p:nvPr/>
        </p:nvGraphicFramePr>
        <p:xfrm>
          <a:off x="6164263" y="1406525"/>
          <a:ext cx="1744662" cy="958850"/>
        </p:xfrm>
        <a:graphic>
          <a:graphicData uri="http://schemas.openxmlformats.org/presentationml/2006/ole">
            <p:oleObj spid="_x0000_s50199" name="Equation" r:id="rId7" imgW="368280" imgH="203040" progId="Equation.3">
              <p:embed/>
            </p:oleObj>
          </a:graphicData>
        </a:graphic>
      </p:graphicFrame>
      <p:graphicFrame>
        <p:nvGraphicFramePr>
          <p:cNvPr id="50200" name="Object 24"/>
          <p:cNvGraphicFramePr>
            <a:graphicFrameLocks noChangeAspect="1"/>
          </p:cNvGraphicFramePr>
          <p:nvPr/>
        </p:nvGraphicFramePr>
        <p:xfrm>
          <a:off x="6194425" y="2546350"/>
          <a:ext cx="1681163" cy="962025"/>
        </p:xfrm>
        <a:graphic>
          <a:graphicData uri="http://schemas.openxmlformats.org/presentationml/2006/ole">
            <p:oleObj spid="_x0000_s50200" name="Equation" r:id="rId8" imgW="355320" imgH="203040" progId="Equation.3">
              <p:embed/>
            </p:oleObj>
          </a:graphicData>
        </a:graphic>
      </p:graphicFrame>
      <p:graphicFrame>
        <p:nvGraphicFramePr>
          <p:cNvPr id="50201" name="Object 25"/>
          <p:cNvGraphicFramePr>
            <a:graphicFrameLocks noChangeAspect="1"/>
          </p:cNvGraphicFramePr>
          <p:nvPr/>
        </p:nvGraphicFramePr>
        <p:xfrm>
          <a:off x="6376988" y="3692525"/>
          <a:ext cx="1319212" cy="958850"/>
        </p:xfrm>
        <a:graphic>
          <a:graphicData uri="http://schemas.openxmlformats.org/presentationml/2006/ole">
            <p:oleObj spid="_x0000_s50201" name="Equation" r:id="rId9" imgW="27936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C930F0A0-CF6F-47A1-B950-0F16244CF82A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2244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52245" name="Object 21"/>
          <p:cNvGraphicFramePr>
            <a:graphicFrameLocks noChangeAspect="1"/>
          </p:cNvGraphicFramePr>
          <p:nvPr/>
        </p:nvGraphicFramePr>
        <p:xfrm>
          <a:off x="1884363" y="2306638"/>
          <a:ext cx="1920875" cy="1139825"/>
        </p:xfrm>
        <a:graphic>
          <a:graphicData uri="http://schemas.openxmlformats.org/presentationml/2006/ole">
            <p:oleObj spid="_x0000_s52245" name="Equation" r:id="rId5" imgW="406080" imgH="241200" progId="Equation.3">
              <p:embed/>
            </p:oleObj>
          </a:graphicData>
        </a:graphic>
      </p:graphicFrame>
      <p:graphicFrame>
        <p:nvGraphicFramePr>
          <p:cNvPr id="52246" name="Object 22"/>
          <p:cNvGraphicFramePr>
            <a:graphicFrameLocks noChangeAspect="1"/>
          </p:cNvGraphicFramePr>
          <p:nvPr/>
        </p:nvGraphicFramePr>
        <p:xfrm>
          <a:off x="6254750" y="203200"/>
          <a:ext cx="1562100" cy="1079500"/>
        </p:xfrm>
        <a:graphic>
          <a:graphicData uri="http://schemas.openxmlformats.org/presentationml/2006/ole">
            <p:oleObj spid="_x0000_s52246" name="Equation" r:id="rId6" imgW="330120" imgH="228600" progId="Equation.3">
              <p:embed/>
            </p:oleObj>
          </a:graphicData>
        </a:graphic>
      </p:graphicFrame>
      <p:graphicFrame>
        <p:nvGraphicFramePr>
          <p:cNvPr id="52247" name="Object 23"/>
          <p:cNvGraphicFramePr>
            <a:graphicFrameLocks noChangeAspect="1"/>
          </p:cNvGraphicFramePr>
          <p:nvPr/>
        </p:nvGraphicFramePr>
        <p:xfrm>
          <a:off x="6103938" y="1347788"/>
          <a:ext cx="1865312" cy="1077912"/>
        </p:xfrm>
        <a:graphic>
          <a:graphicData uri="http://schemas.openxmlformats.org/presentationml/2006/ole">
            <p:oleObj spid="_x0000_s52247" name="Equation" r:id="rId7" imgW="393480" imgH="228600" progId="Equation.3">
              <p:embed/>
            </p:oleObj>
          </a:graphicData>
        </a:graphic>
      </p:graphicFrame>
      <p:graphicFrame>
        <p:nvGraphicFramePr>
          <p:cNvPr id="52248" name="Object 24"/>
          <p:cNvGraphicFramePr>
            <a:graphicFrameLocks noChangeAspect="1"/>
          </p:cNvGraphicFramePr>
          <p:nvPr/>
        </p:nvGraphicFramePr>
        <p:xfrm>
          <a:off x="6073775" y="2487613"/>
          <a:ext cx="1922463" cy="1081087"/>
        </p:xfrm>
        <a:graphic>
          <a:graphicData uri="http://schemas.openxmlformats.org/presentationml/2006/ole">
            <p:oleObj spid="_x0000_s52248" name="Equation" r:id="rId8" imgW="406080" imgH="228600" progId="Equation.3">
              <p:embed/>
            </p:oleObj>
          </a:graphicData>
        </a:graphic>
      </p:graphicFrame>
      <p:graphicFrame>
        <p:nvGraphicFramePr>
          <p:cNvPr id="52249" name="Object 25"/>
          <p:cNvGraphicFramePr>
            <a:graphicFrameLocks noChangeAspect="1"/>
          </p:cNvGraphicFramePr>
          <p:nvPr/>
        </p:nvGraphicFramePr>
        <p:xfrm>
          <a:off x="6288088" y="3633788"/>
          <a:ext cx="1498600" cy="1077912"/>
        </p:xfrm>
        <a:graphic>
          <a:graphicData uri="http://schemas.openxmlformats.org/presentationml/2006/ole">
            <p:oleObj spid="_x0000_s52249" name="Equation" r:id="rId9" imgW="31716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6A80D46-193D-48E7-B557-A0E7CA136BFB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4292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54293" name="Object 21"/>
          <p:cNvGraphicFramePr>
            <a:graphicFrameLocks noChangeAspect="1"/>
          </p:cNvGraphicFramePr>
          <p:nvPr/>
        </p:nvGraphicFramePr>
        <p:xfrm>
          <a:off x="923925" y="2336800"/>
          <a:ext cx="3841750" cy="1079500"/>
        </p:xfrm>
        <a:graphic>
          <a:graphicData uri="http://schemas.openxmlformats.org/presentationml/2006/ole">
            <p:oleObj spid="_x0000_s54293" name="Equation" r:id="rId5" imgW="812520" imgH="228600" progId="Equation.3">
              <p:embed/>
            </p:oleObj>
          </a:graphicData>
        </a:graphic>
      </p:graphicFrame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5954713" y="203200"/>
          <a:ext cx="2163762" cy="1079500"/>
        </p:xfrm>
        <a:graphic>
          <a:graphicData uri="http://schemas.openxmlformats.org/presentationml/2006/ole">
            <p:oleObj spid="_x0000_s54294" name="Equation" r:id="rId6" imgW="457200" imgH="228600" progId="Equation.3">
              <p:embed/>
            </p:oleObj>
          </a:graphicData>
        </a:graphic>
      </p:graphicFrame>
      <p:graphicFrame>
        <p:nvGraphicFramePr>
          <p:cNvPr id="54295" name="Object 23"/>
          <p:cNvGraphicFramePr>
            <a:graphicFrameLocks noChangeAspect="1"/>
          </p:cNvGraphicFramePr>
          <p:nvPr/>
        </p:nvGraphicFramePr>
        <p:xfrm>
          <a:off x="6224588" y="1347788"/>
          <a:ext cx="1624012" cy="1077912"/>
        </p:xfrm>
        <a:graphic>
          <a:graphicData uri="http://schemas.openxmlformats.org/presentationml/2006/ole">
            <p:oleObj spid="_x0000_s54295" name="Equation" r:id="rId7" imgW="342720" imgH="228600" progId="Equation.3">
              <p:embed/>
            </p:oleObj>
          </a:graphicData>
        </a:graphic>
      </p:graphicFrame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5984875" y="2487613"/>
          <a:ext cx="2101850" cy="1081087"/>
        </p:xfrm>
        <a:graphic>
          <a:graphicData uri="http://schemas.openxmlformats.org/presentationml/2006/ole">
            <p:oleObj spid="_x0000_s54296" name="Equation" r:id="rId8" imgW="444240" imgH="228600" progId="Equation.3">
              <p:embed/>
            </p:oleObj>
          </a:graphicData>
        </a:graphic>
      </p:graphicFrame>
      <p:graphicFrame>
        <p:nvGraphicFramePr>
          <p:cNvPr id="54297" name="Object 25"/>
          <p:cNvGraphicFramePr>
            <a:graphicFrameLocks noChangeAspect="1"/>
          </p:cNvGraphicFramePr>
          <p:nvPr/>
        </p:nvGraphicFramePr>
        <p:xfrm>
          <a:off x="6229350" y="3633788"/>
          <a:ext cx="1617663" cy="1077912"/>
        </p:xfrm>
        <a:graphic>
          <a:graphicData uri="http://schemas.openxmlformats.org/presentationml/2006/ole">
            <p:oleObj spid="_x0000_s54297" name="Equation" r:id="rId9" imgW="34272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CADFF52-FE35-4EE0-97B2-BCE903C06D39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6340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56341" name="Object 21"/>
          <p:cNvGraphicFramePr>
            <a:graphicFrameLocks noChangeAspect="1"/>
          </p:cNvGraphicFramePr>
          <p:nvPr/>
        </p:nvGraphicFramePr>
        <p:xfrm>
          <a:off x="1674813" y="2455863"/>
          <a:ext cx="2339975" cy="839787"/>
        </p:xfrm>
        <a:graphic>
          <a:graphicData uri="http://schemas.openxmlformats.org/presentationml/2006/ole">
            <p:oleObj spid="_x0000_s56341" name="Equation" r:id="rId5" imgW="495000" imgH="177480" progId="Equation.3">
              <p:embed/>
            </p:oleObj>
          </a:graphicData>
        </a:graphic>
      </p:graphicFrame>
      <p:graphicFrame>
        <p:nvGraphicFramePr>
          <p:cNvPr id="56342" name="Object 22"/>
          <p:cNvGraphicFramePr>
            <a:graphicFrameLocks noChangeAspect="1"/>
          </p:cNvGraphicFramePr>
          <p:nvPr/>
        </p:nvGraphicFramePr>
        <p:xfrm>
          <a:off x="6554788" y="323850"/>
          <a:ext cx="962025" cy="838200"/>
        </p:xfrm>
        <a:graphic>
          <a:graphicData uri="http://schemas.openxmlformats.org/presentationml/2006/ole">
            <p:oleObj spid="_x0000_s56342" name="Equation" r:id="rId6" imgW="203040" imgH="177480" progId="Equation.3">
              <p:embed/>
            </p:oleObj>
          </a:graphicData>
        </a:graphic>
      </p:graphicFrame>
      <p:graphicFrame>
        <p:nvGraphicFramePr>
          <p:cNvPr id="56343" name="Object 23"/>
          <p:cNvGraphicFramePr>
            <a:graphicFrameLocks noChangeAspect="1"/>
          </p:cNvGraphicFramePr>
          <p:nvPr/>
        </p:nvGraphicFramePr>
        <p:xfrm>
          <a:off x="6615113" y="1408113"/>
          <a:ext cx="842962" cy="957262"/>
        </p:xfrm>
        <a:graphic>
          <a:graphicData uri="http://schemas.openxmlformats.org/presentationml/2006/ole">
            <p:oleObj spid="_x0000_s56343" name="Equation" r:id="rId7" imgW="177480" imgH="203040" progId="Equation.3">
              <p:embed/>
            </p:oleObj>
          </a:graphicData>
        </a:graphic>
      </p:graphicFrame>
      <p:graphicFrame>
        <p:nvGraphicFramePr>
          <p:cNvPr id="56344" name="Object 24"/>
          <p:cNvGraphicFramePr>
            <a:graphicFrameLocks noChangeAspect="1"/>
          </p:cNvGraphicFramePr>
          <p:nvPr/>
        </p:nvGraphicFramePr>
        <p:xfrm>
          <a:off x="6284913" y="2547938"/>
          <a:ext cx="1501775" cy="960437"/>
        </p:xfrm>
        <a:graphic>
          <a:graphicData uri="http://schemas.openxmlformats.org/presentationml/2006/ole">
            <p:oleObj spid="_x0000_s56344" name="Equation" r:id="rId8" imgW="317160" imgH="203040" progId="Equation.3">
              <p:embed/>
            </p:oleObj>
          </a:graphicData>
        </a:graphic>
      </p:graphicFrame>
      <p:graphicFrame>
        <p:nvGraphicFramePr>
          <p:cNvPr id="56345" name="Object 25"/>
          <p:cNvGraphicFramePr>
            <a:graphicFrameLocks noChangeAspect="1"/>
          </p:cNvGraphicFramePr>
          <p:nvPr/>
        </p:nvGraphicFramePr>
        <p:xfrm>
          <a:off x="6438900" y="3694113"/>
          <a:ext cx="1196975" cy="957262"/>
        </p:xfrm>
        <a:graphic>
          <a:graphicData uri="http://schemas.openxmlformats.org/presentationml/2006/ole">
            <p:oleObj spid="_x0000_s56345" name="Equation" r:id="rId9" imgW="25380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DB2BE3C-7E0D-4E38-A6E1-07E492A6A153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8388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58389" name="Object 21"/>
          <p:cNvGraphicFramePr>
            <a:graphicFrameLocks noChangeAspect="1"/>
          </p:cNvGraphicFramePr>
          <p:nvPr/>
        </p:nvGraphicFramePr>
        <p:xfrm>
          <a:off x="985838" y="2395538"/>
          <a:ext cx="3719512" cy="960437"/>
        </p:xfrm>
        <a:graphic>
          <a:graphicData uri="http://schemas.openxmlformats.org/presentationml/2006/ole">
            <p:oleObj spid="_x0000_s58389" name="Equation" r:id="rId5" imgW="787320" imgH="203040" progId="Equation.3">
              <p:embed/>
            </p:oleObj>
          </a:graphicData>
        </a:graphic>
      </p:graphicFrame>
      <p:graphicFrame>
        <p:nvGraphicFramePr>
          <p:cNvPr id="58390" name="Object 22"/>
          <p:cNvGraphicFramePr>
            <a:graphicFrameLocks noChangeAspect="1"/>
          </p:cNvGraphicFramePr>
          <p:nvPr/>
        </p:nvGraphicFramePr>
        <p:xfrm>
          <a:off x="5862638" y="263525"/>
          <a:ext cx="2346325" cy="958850"/>
        </p:xfrm>
        <a:graphic>
          <a:graphicData uri="http://schemas.openxmlformats.org/presentationml/2006/ole">
            <p:oleObj spid="_x0000_s58390" name="Equation" r:id="rId6" imgW="495000" imgH="203040" progId="Equation.3">
              <p:embed/>
            </p:oleObj>
          </a:graphicData>
        </a:graphic>
      </p:graphicFrame>
      <p:graphicFrame>
        <p:nvGraphicFramePr>
          <p:cNvPr id="58391" name="Object 23"/>
          <p:cNvGraphicFramePr>
            <a:graphicFrameLocks noChangeAspect="1"/>
          </p:cNvGraphicFramePr>
          <p:nvPr/>
        </p:nvGraphicFramePr>
        <p:xfrm>
          <a:off x="6405563" y="1408113"/>
          <a:ext cx="1263650" cy="957262"/>
        </p:xfrm>
        <a:graphic>
          <a:graphicData uri="http://schemas.openxmlformats.org/presentationml/2006/ole">
            <p:oleObj spid="_x0000_s58391" name="Equation" r:id="rId7" imgW="266400" imgH="203040" progId="Equation.3">
              <p:embed/>
            </p:oleObj>
          </a:graphicData>
        </a:graphic>
      </p:graphicFrame>
      <p:graphicFrame>
        <p:nvGraphicFramePr>
          <p:cNvPr id="58392" name="Object 24"/>
          <p:cNvGraphicFramePr>
            <a:graphicFrameLocks noChangeAspect="1"/>
          </p:cNvGraphicFramePr>
          <p:nvPr/>
        </p:nvGraphicFramePr>
        <p:xfrm>
          <a:off x="6254750" y="2547938"/>
          <a:ext cx="1562100" cy="960437"/>
        </p:xfrm>
        <a:graphic>
          <a:graphicData uri="http://schemas.openxmlformats.org/presentationml/2006/ole">
            <p:oleObj spid="_x0000_s58392" name="Equation" r:id="rId8" imgW="330120" imgH="203040" progId="Equation.3">
              <p:embed/>
            </p:oleObj>
          </a:graphicData>
        </a:graphic>
      </p:graphicFrame>
      <p:graphicFrame>
        <p:nvGraphicFramePr>
          <p:cNvPr id="58393" name="Object 25"/>
          <p:cNvGraphicFramePr>
            <a:graphicFrameLocks noChangeAspect="1"/>
          </p:cNvGraphicFramePr>
          <p:nvPr/>
        </p:nvGraphicFramePr>
        <p:xfrm>
          <a:off x="5870575" y="3694113"/>
          <a:ext cx="2335213" cy="957262"/>
        </p:xfrm>
        <a:graphic>
          <a:graphicData uri="http://schemas.openxmlformats.org/presentationml/2006/ole">
            <p:oleObj spid="_x0000_s58393" name="Equation" r:id="rId9" imgW="49500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8" descr="http://www.tutorfox.com/calculus.JPG"/>
          <p:cNvPicPr>
            <a:picLocks noChangeAspect="1" noChangeArrowheads="1"/>
          </p:cNvPicPr>
          <p:nvPr/>
        </p:nvPicPr>
        <p:blipFill>
          <a:blip r:embed="rId4">
            <a:lum bright="30000"/>
          </a:blip>
          <a:srcRect l="14009" t="2174" r="1938" b="-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5029200" y="304800"/>
            <a:ext cx="3733800" cy="990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Rounded Rectangle 4"/>
          <p:cNvSpPr/>
          <p:nvPr/>
        </p:nvSpPr>
        <p:spPr>
          <a:xfrm>
            <a:off x="5029200" y="1447800"/>
            <a:ext cx="3733800" cy="9906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029200" y="2590800"/>
            <a:ext cx="3733800" cy="9906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029200" y="3733800"/>
            <a:ext cx="3733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29200" y="304800"/>
            <a:ext cx="5854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A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5406" y="1447800"/>
            <a:ext cx="561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B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45230" y="2590800"/>
            <a:ext cx="55335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C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6376" y="3733800"/>
            <a:ext cx="611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D</a:t>
            </a:r>
            <a:endParaRPr 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Slide Number Placeholder 17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560481A7-53D0-43ED-A605-79C20DD06E56}" type="slidenum">
              <a:rPr lang="en-GB" sz="5400">
                <a:solidFill>
                  <a:schemeClr val="tx1">
                    <a:tint val="75000"/>
                  </a:schemeClr>
                </a:solidFill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en-GB" sz="5400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60436" name="WordArt 20"/>
          <p:cNvSpPr>
            <a:spLocks noChangeArrowheads="1" noChangeShapeType="1" noTextEdit="1"/>
          </p:cNvSpPr>
          <p:nvPr/>
        </p:nvSpPr>
        <p:spPr bwMode="auto">
          <a:xfrm>
            <a:off x="304800" y="381000"/>
            <a:ext cx="365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bg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Simplify</a:t>
            </a:r>
          </a:p>
        </p:txBody>
      </p:sp>
      <p:graphicFrame>
        <p:nvGraphicFramePr>
          <p:cNvPr id="60437" name="Object 21"/>
          <p:cNvGraphicFramePr>
            <a:graphicFrameLocks noChangeAspect="1"/>
          </p:cNvGraphicFramePr>
          <p:nvPr/>
        </p:nvGraphicFramePr>
        <p:xfrm>
          <a:off x="0" y="2209800"/>
          <a:ext cx="5219700" cy="960438"/>
        </p:xfrm>
        <a:graphic>
          <a:graphicData uri="http://schemas.openxmlformats.org/presentationml/2006/ole">
            <p:oleObj spid="_x0000_s60437" name="Equation" r:id="rId5" imgW="1104840" imgH="203040" progId="Equation.3">
              <p:embed/>
            </p:oleObj>
          </a:graphicData>
        </a:graphic>
      </p:graphicFrame>
      <p:graphicFrame>
        <p:nvGraphicFramePr>
          <p:cNvPr id="60438" name="Object 22"/>
          <p:cNvGraphicFramePr>
            <a:graphicFrameLocks noChangeAspect="1"/>
          </p:cNvGraphicFramePr>
          <p:nvPr/>
        </p:nvGraphicFramePr>
        <p:xfrm>
          <a:off x="5711825" y="263525"/>
          <a:ext cx="2647950" cy="958850"/>
        </p:xfrm>
        <a:graphic>
          <a:graphicData uri="http://schemas.openxmlformats.org/presentationml/2006/ole">
            <p:oleObj spid="_x0000_s60438" name="Equation" r:id="rId6" imgW="558720" imgH="203040" progId="Equation.3">
              <p:embed/>
            </p:oleObj>
          </a:graphicData>
        </a:graphic>
      </p:graphicFrame>
      <p:graphicFrame>
        <p:nvGraphicFramePr>
          <p:cNvPr id="60439" name="Object 23"/>
          <p:cNvGraphicFramePr>
            <a:graphicFrameLocks noChangeAspect="1"/>
          </p:cNvGraphicFramePr>
          <p:nvPr/>
        </p:nvGraphicFramePr>
        <p:xfrm>
          <a:off x="6435725" y="1408113"/>
          <a:ext cx="1203325" cy="957262"/>
        </p:xfrm>
        <a:graphic>
          <a:graphicData uri="http://schemas.openxmlformats.org/presentationml/2006/ole">
            <p:oleObj spid="_x0000_s60439" name="Equation" r:id="rId7" imgW="253800" imgH="203040" progId="Equation.3">
              <p:embed/>
            </p:oleObj>
          </a:graphicData>
        </a:graphic>
      </p:graphicFrame>
      <p:graphicFrame>
        <p:nvGraphicFramePr>
          <p:cNvPr id="60440" name="Object 24"/>
          <p:cNvGraphicFramePr>
            <a:graphicFrameLocks noChangeAspect="1"/>
          </p:cNvGraphicFramePr>
          <p:nvPr/>
        </p:nvGraphicFramePr>
        <p:xfrm>
          <a:off x="5715000" y="2547938"/>
          <a:ext cx="2643188" cy="960437"/>
        </p:xfrm>
        <a:graphic>
          <a:graphicData uri="http://schemas.openxmlformats.org/presentationml/2006/ole">
            <p:oleObj spid="_x0000_s60440" name="Equation" r:id="rId8" imgW="558720" imgH="203040" progId="Equation.3">
              <p:embed/>
            </p:oleObj>
          </a:graphicData>
        </a:graphic>
      </p:graphicFrame>
      <p:graphicFrame>
        <p:nvGraphicFramePr>
          <p:cNvPr id="60441" name="Object 25"/>
          <p:cNvGraphicFramePr>
            <a:graphicFrameLocks noChangeAspect="1"/>
          </p:cNvGraphicFramePr>
          <p:nvPr/>
        </p:nvGraphicFramePr>
        <p:xfrm>
          <a:off x="6438900" y="3694113"/>
          <a:ext cx="1198563" cy="957262"/>
        </p:xfrm>
        <a:graphic>
          <a:graphicData uri="http://schemas.openxmlformats.org/presentationml/2006/ole">
            <p:oleObj spid="_x0000_s60441" name="Equation" r:id="rId9" imgW="25380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20</Words>
  <Application>Microsoft Office PowerPoint</Application>
  <PresentationFormat>On-screen Show (4:3)</PresentationFormat>
  <Paragraphs>20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Office Theme</vt:lpstr>
      <vt:lpstr>Microsoft Equation 3.0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Differentiate</dc:title>
  <dc:creator>Windows User</dc:creator>
  <cp:lastModifiedBy>trijon</cp:lastModifiedBy>
  <cp:revision>3</cp:revision>
  <dcterms:created xsi:type="dcterms:W3CDTF">2010-03-08T18:12:50Z</dcterms:created>
  <dcterms:modified xsi:type="dcterms:W3CDTF">2011-01-18T10:34:04Z</dcterms:modified>
</cp:coreProperties>
</file>