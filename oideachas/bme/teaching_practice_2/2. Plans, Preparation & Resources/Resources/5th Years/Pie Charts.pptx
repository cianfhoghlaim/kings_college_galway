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7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8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9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0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11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1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1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15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16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17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18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19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0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1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3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4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25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2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28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9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30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31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32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33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34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35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36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37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38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39.xml" ContentType="application/vnd.openxmlformats-officedocument.theme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40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41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42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43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44.xml" ContentType="application/vnd.openxmlformats-officedocument.theme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theme/theme45.xml" ContentType="application/vnd.openxmlformats-officedocument.theme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46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47.xml" ContentType="application/vnd.openxmlformats-officedocument.them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48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49.xml" ContentType="application/vnd.openxmlformats-officedocument.theme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theme/theme50.xml" ContentType="application/vnd.openxmlformats-officedocument.theme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51.xml" ContentType="application/vnd.openxmlformats-officedocument.theme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52.xml" ContentType="application/vnd.openxmlformats-officedocument.theme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53.xml" ContentType="application/vnd.openxmlformats-officedocument.theme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theme/theme54.xml" ContentType="application/vnd.openxmlformats-officedocument.theme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theme/theme55.xml" ContentType="application/vnd.openxmlformats-officedocument.theme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56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theme/theme57.xml" ContentType="application/vnd.openxmlformats-officedocument.theme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theme/theme58.xml" ContentType="application/vnd.openxmlformats-officedocument.theme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59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60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theme/theme61.xml" ContentType="application/vnd.openxmlformats-officedocument.theme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theme/theme62.xml" ContentType="application/vnd.openxmlformats-officedocument.theme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63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theme/theme64.xml" ContentType="application/vnd.openxmlformats-officedocument.theme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65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theme/theme66.xml" ContentType="application/vnd.openxmlformats-officedocument.theme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67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5" r:id="rId5"/>
    <p:sldMasterId id="2147483667" r:id="rId6"/>
    <p:sldMasterId id="2147483670" r:id="rId7"/>
    <p:sldMasterId id="2147483673" r:id="rId8"/>
    <p:sldMasterId id="2147483676" r:id="rId9"/>
    <p:sldMasterId id="2147483679" r:id="rId10"/>
    <p:sldMasterId id="2147483682" r:id="rId11"/>
    <p:sldMasterId id="2147483685" r:id="rId12"/>
    <p:sldMasterId id="2147483688" r:id="rId13"/>
    <p:sldMasterId id="2147483691" r:id="rId14"/>
    <p:sldMasterId id="2147483694" r:id="rId15"/>
    <p:sldMasterId id="2147483697" r:id="rId16"/>
    <p:sldMasterId id="2147483700" r:id="rId17"/>
    <p:sldMasterId id="2147483703" r:id="rId18"/>
    <p:sldMasterId id="2147483706" r:id="rId19"/>
    <p:sldMasterId id="2147483709" r:id="rId20"/>
    <p:sldMasterId id="2147483712" r:id="rId21"/>
    <p:sldMasterId id="2147483715" r:id="rId22"/>
    <p:sldMasterId id="2147483718" r:id="rId23"/>
    <p:sldMasterId id="2147483726" r:id="rId24"/>
    <p:sldMasterId id="2147483729" r:id="rId25"/>
    <p:sldMasterId id="2147483732" r:id="rId26"/>
    <p:sldMasterId id="2147483735" r:id="rId27"/>
    <p:sldMasterId id="2147483738" r:id="rId28"/>
    <p:sldMasterId id="2147483741" r:id="rId29"/>
    <p:sldMasterId id="2147483744" r:id="rId30"/>
    <p:sldMasterId id="2147483750" r:id="rId31"/>
    <p:sldMasterId id="2147483753" r:id="rId32"/>
    <p:sldMasterId id="2147483756" r:id="rId33"/>
    <p:sldMasterId id="2147483759" r:id="rId34"/>
    <p:sldMasterId id="2147483762" r:id="rId35"/>
    <p:sldMasterId id="2147483776" r:id="rId36"/>
    <p:sldMasterId id="2147483779" r:id="rId37"/>
    <p:sldMasterId id="2147483782" r:id="rId38"/>
    <p:sldMasterId id="2147483788" r:id="rId39"/>
    <p:sldMasterId id="2147483791" r:id="rId40"/>
    <p:sldMasterId id="2147483794" r:id="rId41"/>
    <p:sldMasterId id="2147483797" r:id="rId42"/>
    <p:sldMasterId id="2147483800" r:id="rId43"/>
    <p:sldMasterId id="2147483803" r:id="rId44"/>
    <p:sldMasterId id="2147483806" r:id="rId45"/>
    <p:sldMasterId id="2147483809" r:id="rId46"/>
    <p:sldMasterId id="2147483812" r:id="rId47"/>
    <p:sldMasterId id="2147483815" r:id="rId48"/>
    <p:sldMasterId id="2147483818" r:id="rId49"/>
    <p:sldMasterId id="2147483821" r:id="rId50"/>
    <p:sldMasterId id="2147483824" r:id="rId51"/>
    <p:sldMasterId id="2147483827" r:id="rId52"/>
    <p:sldMasterId id="2147483887" r:id="rId53"/>
    <p:sldMasterId id="2147483890" r:id="rId54"/>
    <p:sldMasterId id="2147483893" r:id="rId55"/>
    <p:sldMasterId id="2147483898" r:id="rId56"/>
    <p:sldMasterId id="2147483901" r:id="rId57"/>
    <p:sldMasterId id="2147483904" r:id="rId58"/>
    <p:sldMasterId id="2147483907" r:id="rId59"/>
    <p:sldMasterId id="2147483910" r:id="rId60"/>
    <p:sldMasterId id="2147483913" r:id="rId61"/>
    <p:sldMasterId id="2147483916" r:id="rId62"/>
    <p:sldMasterId id="2147483919" r:id="rId63"/>
    <p:sldMasterId id="2147483922" r:id="rId64"/>
    <p:sldMasterId id="2147483925" r:id="rId65"/>
    <p:sldMasterId id="2147483928" r:id="rId66"/>
    <p:sldMasterId id="2147483931" r:id="rId67"/>
    <p:sldMasterId id="2147483934" r:id="rId68"/>
    <p:sldMasterId id="2147483937" r:id="rId69"/>
    <p:sldMasterId id="2147483943" r:id="rId70"/>
  </p:sldMasterIdLst>
  <p:sldIdLst>
    <p:sldId id="256" r:id="rId71"/>
    <p:sldId id="315" r:id="rId72"/>
    <p:sldId id="316" r:id="rId73"/>
    <p:sldId id="259" r:id="rId74"/>
    <p:sldId id="314" r:id="rId75"/>
    <p:sldId id="317" r:id="rId76"/>
    <p:sldId id="305" r:id="rId77"/>
    <p:sldId id="306" r:id="rId78"/>
    <p:sldId id="310" r:id="rId79"/>
    <p:sldId id="307" r:id="rId80"/>
    <p:sldId id="311" r:id="rId81"/>
  </p:sldIdLst>
  <p:sldSz cx="9144000" cy="5715000" type="screen16x1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0"/>
    <p:restoredTop sz="94663"/>
  </p:normalViewPr>
  <p:slideViewPr>
    <p:cSldViewPr>
      <p:cViewPr>
        <p:scale>
          <a:sx n="100" d="100"/>
          <a:sy n="100" d="100"/>
        </p:scale>
        <p:origin x="144" y="896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3.xml"/><Relationship Id="rId21" Type="http://schemas.openxmlformats.org/officeDocument/2006/relationships/slideMaster" Target="slideMasters/slideMaster18.xml"/><Relationship Id="rId42" Type="http://schemas.openxmlformats.org/officeDocument/2006/relationships/slideMaster" Target="slideMasters/slideMaster39.xml"/><Relationship Id="rId47" Type="http://schemas.openxmlformats.org/officeDocument/2006/relationships/slideMaster" Target="slideMasters/slideMaster44.xml"/><Relationship Id="rId63" Type="http://schemas.openxmlformats.org/officeDocument/2006/relationships/slideMaster" Target="slideMasters/slideMaster60.xml"/><Relationship Id="rId68" Type="http://schemas.openxmlformats.org/officeDocument/2006/relationships/slideMaster" Target="slideMasters/slideMaster65.xml"/><Relationship Id="rId84" Type="http://schemas.openxmlformats.org/officeDocument/2006/relationships/theme" Target="theme/theme1.xml"/><Relationship Id="rId16" Type="http://schemas.openxmlformats.org/officeDocument/2006/relationships/slideMaster" Target="slideMasters/slideMaster13.xml"/><Relationship Id="rId11" Type="http://schemas.openxmlformats.org/officeDocument/2006/relationships/slideMaster" Target="slideMasters/slideMaster8.xml"/><Relationship Id="rId32" Type="http://schemas.openxmlformats.org/officeDocument/2006/relationships/slideMaster" Target="slideMasters/slideMaster29.xml"/><Relationship Id="rId37" Type="http://schemas.openxmlformats.org/officeDocument/2006/relationships/slideMaster" Target="slideMasters/slideMaster34.xml"/><Relationship Id="rId53" Type="http://schemas.openxmlformats.org/officeDocument/2006/relationships/slideMaster" Target="slideMasters/slideMaster50.xml"/><Relationship Id="rId58" Type="http://schemas.openxmlformats.org/officeDocument/2006/relationships/slideMaster" Target="slideMasters/slideMaster55.xml"/><Relationship Id="rId74" Type="http://schemas.openxmlformats.org/officeDocument/2006/relationships/slide" Target="slides/slide4.xml"/><Relationship Id="rId79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Master" Target="slideMasters/slideMaster16.xml"/><Relationship Id="rId14" Type="http://schemas.openxmlformats.org/officeDocument/2006/relationships/slideMaster" Target="slideMasters/slideMaster11.xml"/><Relationship Id="rId22" Type="http://schemas.openxmlformats.org/officeDocument/2006/relationships/slideMaster" Target="slideMasters/slideMaster19.xml"/><Relationship Id="rId27" Type="http://schemas.openxmlformats.org/officeDocument/2006/relationships/slideMaster" Target="slideMasters/slideMaster24.xml"/><Relationship Id="rId30" Type="http://schemas.openxmlformats.org/officeDocument/2006/relationships/slideMaster" Target="slideMasters/slideMaster27.xml"/><Relationship Id="rId35" Type="http://schemas.openxmlformats.org/officeDocument/2006/relationships/slideMaster" Target="slideMasters/slideMaster32.xml"/><Relationship Id="rId43" Type="http://schemas.openxmlformats.org/officeDocument/2006/relationships/slideMaster" Target="slideMasters/slideMaster40.xml"/><Relationship Id="rId48" Type="http://schemas.openxmlformats.org/officeDocument/2006/relationships/slideMaster" Target="slideMasters/slideMaster45.xml"/><Relationship Id="rId56" Type="http://schemas.openxmlformats.org/officeDocument/2006/relationships/slideMaster" Target="slideMasters/slideMaster53.xml"/><Relationship Id="rId64" Type="http://schemas.openxmlformats.org/officeDocument/2006/relationships/slideMaster" Target="slideMasters/slideMaster61.xml"/><Relationship Id="rId69" Type="http://schemas.openxmlformats.org/officeDocument/2006/relationships/slideMaster" Target="slideMasters/slideMaster66.xml"/><Relationship Id="rId77" Type="http://schemas.openxmlformats.org/officeDocument/2006/relationships/slide" Target="slides/slide7.xml"/><Relationship Id="rId8" Type="http://schemas.openxmlformats.org/officeDocument/2006/relationships/slideMaster" Target="slideMasters/slideMaster5.xml"/><Relationship Id="rId51" Type="http://schemas.openxmlformats.org/officeDocument/2006/relationships/slideMaster" Target="slideMasters/slideMaster48.xml"/><Relationship Id="rId72" Type="http://schemas.openxmlformats.org/officeDocument/2006/relationships/slide" Target="slides/slide2.xml"/><Relationship Id="rId80" Type="http://schemas.openxmlformats.org/officeDocument/2006/relationships/slide" Target="slides/slide10.xml"/><Relationship Id="rId85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Master" Target="slideMasters/slideMaster22.xml"/><Relationship Id="rId33" Type="http://schemas.openxmlformats.org/officeDocument/2006/relationships/slideMaster" Target="slideMasters/slideMaster30.xml"/><Relationship Id="rId38" Type="http://schemas.openxmlformats.org/officeDocument/2006/relationships/slideMaster" Target="slideMasters/slideMaster35.xml"/><Relationship Id="rId46" Type="http://schemas.openxmlformats.org/officeDocument/2006/relationships/slideMaster" Target="slideMasters/slideMaster43.xml"/><Relationship Id="rId59" Type="http://schemas.openxmlformats.org/officeDocument/2006/relationships/slideMaster" Target="slideMasters/slideMaster56.xml"/><Relationship Id="rId67" Type="http://schemas.openxmlformats.org/officeDocument/2006/relationships/slideMaster" Target="slideMasters/slideMaster64.xml"/><Relationship Id="rId20" Type="http://schemas.openxmlformats.org/officeDocument/2006/relationships/slideMaster" Target="slideMasters/slideMaster17.xml"/><Relationship Id="rId41" Type="http://schemas.openxmlformats.org/officeDocument/2006/relationships/slideMaster" Target="slideMasters/slideMaster38.xml"/><Relationship Id="rId54" Type="http://schemas.openxmlformats.org/officeDocument/2006/relationships/slideMaster" Target="slideMasters/slideMaster51.xml"/><Relationship Id="rId62" Type="http://schemas.openxmlformats.org/officeDocument/2006/relationships/slideMaster" Target="slideMasters/slideMaster59.xml"/><Relationship Id="rId70" Type="http://schemas.openxmlformats.org/officeDocument/2006/relationships/slideMaster" Target="slideMasters/slideMaster67.xml"/><Relationship Id="rId75" Type="http://schemas.openxmlformats.org/officeDocument/2006/relationships/slide" Target="slides/slide5.xml"/><Relationship Id="rId83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Master" Target="slideMasters/slideMaster12.xml"/><Relationship Id="rId23" Type="http://schemas.openxmlformats.org/officeDocument/2006/relationships/slideMaster" Target="slideMasters/slideMaster20.xml"/><Relationship Id="rId28" Type="http://schemas.openxmlformats.org/officeDocument/2006/relationships/slideMaster" Target="slideMasters/slideMaster25.xml"/><Relationship Id="rId36" Type="http://schemas.openxmlformats.org/officeDocument/2006/relationships/slideMaster" Target="slideMasters/slideMaster33.xml"/><Relationship Id="rId49" Type="http://schemas.openxmlformats.org/officeDocument/2006/relationships/slideMaster" Target="slideMasters/slideMaster46.xml"/><Relationship Id="rId57" Type="http://schemas.openxmlformats.org/officeDocument/2006/relationships/slideMaster" Target="slideMasters/slideMaster54.xml"/><Relationship Id="rId10" Type="http://schemas.openxmlformats.org/officeDocument/2006/relationships/slideMaster" Target="slideMasters/slideMaster7.xml"/><Relationship Id="rId31" Type="http://schemas.openxmlformats.org/officeDocument/2006/relationships/slideMaster" Target="slideMasters/slideMaster28.xml"/><Relationship Id="rId44" Type="http://schemas.openxmlformats.org/officeDocument/2006/relationships/slideMaster" Target="slideMasters/slideMaster41.xml"/><Relationship Id="rId52" Type="http://schemas.openxmlformats.org/officeDocument/2006/relationships/slideMaster" Target="slideMasters/slideMaster49.xml"/><Relationship Id="rId60" Type="http://schemas.openxmlformats.org/officeDocument/2006/relationships/slideMaster" Target="slideMasters/slideMaster57.xml"/><Relationship Id="rId65" Type="http://schemas.openxmlformats.org/officeDocument/2006/relationships/slideMaster" Target="slideMasters/slideMaster62.xml"/><Relationship Id="rId73" Type="http://schemas.openxmlformats.org/officeDocument/2006/relationships/slide" Target="slides/slide3.xml"/><Relationship Id="rId78" Type="http://schemas.openxmlformats.org/officeDocument/2006/relationships/slide" Target="slides/slide8.xml"/><Relationship Id="rId81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39" Type="http://schemas.openxmlformats.org/officeDocument/2006/relationships/slideMaster" Target="slideMasters/slideMaster36.xml"/><Relationship Id="rId34" Type="http://schemas.openxmlformats.org/officeDocument/2006/relationships/slideMaster" Target="slideMasters/slideMaster31.xml"/><Relationship Id="rId50" Type="http://schemas.openxmlformats.org/officeDocument/2006/relationships/slideMaster" Target="slideMasters/slideMaster47.xml"/><Relationship Id="rId55" Type="http://schemas.openxmlformats.org/officeDocument/2006/relationships/slideMaster" Target="slideMasters/slideMaster52.xml"/><Relationship Id="rId76" Type="http://schemas.openxmlformats.org/officeDocument/2006/relationships/slide" Target="slides/slide6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1.xml"/><Relationship Id="rId2" Type="http://schemas.openxmlformats.org/officeDocument/2006/relationships/customXml" Target="../customXml/item2.xml"/><Relationship Id="rId29" Type="http://schemas.openxmlformats.org/officeDocument/2006/relationships/slideMaster" Target="slideMasters/slideMaster26.xml"/><Relationship Id="rId24" Type="http://schemas.openxmlformats.org/officeDocument/2006/relationships/slideMaster" Target="slideMasters/slideMaster21.xml"/><Relationship Id="rId40" Type="http://schemas.openxmlformats.org/officeDocument/2006/relationships/slideMaster" Target="slideMasters/slideMaster37.xml"/><Relationship Id="rId45" Type="http://schemas.openxmlformats.org/officeDocument/2006/relationships/slideMaster" Target="slideMasters/slideMaster42.xml"/><Relationship Id="rId66" Type="http://schemas.openxmlformats.org/officeDocument/2006/relationships/slideMaster" Target="slideMasters/slideMaster63.xml"/><Relationship Id="rId61" Type="http://schemas.openxmlformats.org/officeDocument/2006/relationships/slideMaster" Target="slideMasters/slideMaster58.xml"/><Relationship Id="rId8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seasta/Library/Containers/com.microsoft.Excel/Data/Library/Application%20Support/Microsoft/pdststudentareajcpiechart%20(version%201).xlsb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42"/>
    </mc:Choice>
    <mc:Fallback>
      <c:style val="4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lang="en-IE" sz="2800"/>
            </a:pPr>
            <a:r>
              <a:rPr lang="en-IE" sz="2800" dirty="0"/>
              <a:t>Total COVID Cases</a:t>
            </a:r>
          </a:p>
        </c:rich>
      </c:tx>
      <c:layout>
        <c:manualLayout>
          <c:xMode val="edge"/>
          <c:yMode val="edge"/>
          <c:x val="0.26406974253719806"/>
          <c:y val="3.2804514796687348E-2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lang="en-IE" sz="2800">
                      <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0-C4DC-F244-B9BA-A48F61838082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lang="en-IE" sz="1400">
                      <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C4DC-F244-B9BA-A48F61838082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lang="en-IE" sz="1400">
                      <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C4DC-F244-B9BA-A48F61838082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lang="en-IE" sz="1800">
                      <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C4DC-F244-B9BA-A48F61838082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lang="en-IE" sz="2000">
                      <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4-C4DC-F244-B9BA-A48F6183808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en-IE"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Sheet1!$B$5:$F$5</c:f>
              <c:strCache>
                <c:ptCount val="5"/>
                <c:pt idx="0">
                  <c:v>Dublin</c:v>
                </c:pt>
                <c:pt idx="1">
                  <c:v>Kildare</c:v>
                </c:pt>
                <c:pt idx="2">
                  <c:v>Cork</c:v>
                </c:pt>
                <c:pt idx="3">
                  <c:v>Galway</c:v>
                </c:pt>
                <c:pt idx="4">
                  <c:v>Other</c:v>
                </c:pt>
              </c:strCache>
            </c:strRef>
          </c:cat>
          <c:val>
            <c:numRef>
              <c:f>Sheet1!$B$6:$F$6</c:f>
              <c:numCache>
                <c:formatCode>General</c:formatCode>
                <c:ptCount val="5"/>
                <c:pt idx="0" formatCode="#,##0">
                  <c:v>16815</c:v>
                </c:pt>
                <c:pt idx="1">
                  <c:v>2558</c:v>
                </c:pt>
                <c:pt idx="2">
                  <c:v>2045</c:v>
                </c:pt>
                <c:pt idx="3">
                  <c:v>723</c:v>
                </c:pt>
                <c:pt idx="4">
                  <c:v>13958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4DC-F244-B9BA-A48F61838082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spPr>
    <a:solidFill>
      <a:schemeClr val="accent1">
        <a:lumMod val="75000"/>
      </a:schemeClr>
    </a:solidFill>
  </c:spPr>
  <c:externalData r:id="rId2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50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</p:cNvPr>
          <p:cNvSpPr/>
          <p:nvPr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7914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29789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52666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61" y="52330"/>
            <a:ext cx="892968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3" name="Picture 2" descr="wide 14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8"/>
            <a:ext cx="9144000" cy="4585567"/>
          </a:xfrm>
          <a:prstGeom prst="rect">
            <a:avLst/>
          </a:prstGeom>
        </p:spPr>
      </p:pic>
      <p:sp>
        <p:nvSpPr>
          <p:cNvPr id="4" name="Oval 3">
            <a:hlinkClick r:id="" action="ppaction://hlinkshowjump?jump=lastslide"/>
          </p:cNvPr>
          <p:cNvSpPr/>
          <p:nvPr/>
        </p:nvSpPr>
        <p:spPr>
          <a:xfrm>
            <a:off x="8878774" y="544986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8199" y="52329"/>
            <a:ext cx="2222608" cy="1032463"/>
          </a:xfrm>
          <a:prstGeom prst="roundRect">
            <a:avLst>
              <a:gd name="adj" fmla="val 5362"/>
            </a:avLst>
          </a:prstGeom>
          <a:solidFill>
            <a:srgbClr val="518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6829" y="299860"/>
            <a:ext cx="173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halkboard"/>
                <a:cs typeface="Chalkboard"/>
              </a:rPr>
              <a:t>Notes</a:t>
            </a:r>
            <a:r>
              <a:rPr lang="mr-IN" sz="2800" b="1" dirty="0">
                <a:solidFill>
                  <a:schemeClr val="bg1"/>
                </a:solidFill>
                <a:latin typeface="Chalkboard"/>
                <a:cs typeface="Chalkboard"/>
              </a:rPr>
              <a:t>…</a:t>
            </a:r>
            <a:endParaRPr lang="en-US" sz="2800" b="1" dirty="0">
              <a:solidFill>
                <a:schemeClr val="bg1"/>
              </a:solidFill>
              <a:latin typeface="Chalkboard"/>
              <a:cs typeface="Chalkbo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58409" y="53150"/>
            <a:ext cx="687582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 userDrawn="1"/>
        </p:nvSpPr>
        <p:spPr>
          <a:xfrm>
            <a:off x="96841" y="89571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048425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178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 userDrawn="1"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69753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403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128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3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60624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477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104544" y="52326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816490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834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3216551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41592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 userDrawn="1"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20835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429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695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890809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9396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05303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 userDrawn="1"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5018053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0284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0059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54248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2457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4458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127036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3913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3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744422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50553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 userDrawn="1"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8805694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98205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6283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15943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0960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5962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 userDrawn="1"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4090819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9401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992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21463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7358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0922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8988452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1" y="89571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8756079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10800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54758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95680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4142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5264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</p:cNvPr>
          <p:cNvSpPr/>
          <p:nvPr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595350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350937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8831902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5391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44" y="52326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01829298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2238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1483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11037015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1115770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2075532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75148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14665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84681368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46574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05446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094371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41968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04540751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12184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32770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34850900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9266757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16144460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35291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28851110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26628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45104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2210039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71830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18184307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7137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4964842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39" y="89570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90003824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48765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82960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149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17302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40961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5107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0470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8014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61" y="52330"/>
            <a:ext cx="892968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3" name="Picture 2" descr="wide 14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8"/>
            <a:ext cx="9144000" cy="4585567"/>
          </a:xfrm>
          <a:prstGeom prst="rect">
            <a:avLst/>
          </a:prstGeom>
        </p:spPr>
      </p:pic>
      <p:sp>
        <p:nvSpPr>
          <p:cNvPr id="4" name="Oval 3">
            <a:hlinkClick r:id="" action="ppaction://hlinkshowjump?jump=lastslide"/>
          </p:cNvPr>
          <p:cNvSpPr/>
          <p:nvPr/>
        </p:nvSpPr>
        <p:spPr>
          <a:xfrm>
            <a:off x="8878774" y="544986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8199" y="52329"/>
            <a:ext cx="2222608" cy="1032463"/>
          </a:xfrm>
          <a:prstGeom prst="roundRect">
            <a:avLst>
              <a:gd name="adj" fmla="val 5362"/>
            </a:avLst>
          </a:prstGeom>
          <a:solidFill>
            <a:srgbClr val="518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6829" y="299860"/>
            <a:ext cx="173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halkboard"/>
                <a:cs typeface="Chalkboard"/>
              </a:rPr>
              <a:t>Notes</a:t>
            </a:r>
            <a:r>
              <a:rPr lang="mr-IN" sz="2800" b="1" dirty="0">
                <a:solidFill>
                  <a:schemeClr val="bg1"/>
                </a:solidFill>
                <a:latin typeface="Chalkboard"/>
                <a:cs typeface="Chalkboard"/>
              </a:rPr>
              <a:t>…</a:t>
            </a:r>
            <a:endParaRPr lang="en-US" sz="2800" b="1" dirty="0">
              <a:solidFill>
                <a:schemeClr val="bg1"/>
              </a:solidFill>
              <a:latin typeface="Chalkboard"/>
              <a:cs typeface="Chalkbo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58409" y="53150"/>
            <a:ext cx="687582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6966211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08217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6488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99550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42" y="52325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2719248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73890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618552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0914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3823116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08839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9728369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34880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2485949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941074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7617425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4237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5286265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61213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741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2164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5709805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995750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4282087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65161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1130990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18782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25362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17975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327695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39" y="89570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2684803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96614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08984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626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40961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16206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07077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6213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346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245800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2969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22456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42" y="52325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70041710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7940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51928020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5718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7713529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549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3346296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73125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6659085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33385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3355383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14294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80374329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20567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4713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7991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3629657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383565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25324038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65948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792673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94177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90189440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920707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807632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ga-I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1C319-FC96-4539-9928-B20066B18945}" type="datetimeFigureOut">
              <a:rPr lang="en-US"/>
              <a:pPr>
                <a:defRPr/>
              </a:pPr>
              <a:t>10/5/20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F2CAB8-611F-42B3-9BC4-35FD652F1E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47404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CEB11-07D7-4CF1-AD57-9678D29A25E5}" type="datetimeFigureOut">
              <a:rPr lang="en-US"/>
              <a:pPr>
                <a:defRPr/>
              </a:pPr>
              <a:t>10/5/20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8E173-96A5-434E-839F-84C3322CEA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2703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FCDE4-1F40-46AA-8BE4-3CAABE6EC1A8}" type="datetimeFigureOut">
              <a:rPr lang="en-US"/>
              <a:pPr>
                <a:defRPr/>
              </a:pPr>
              <a:t>10/5/20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7A0D3-9284-4C0C-AB2A-664BE54546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4986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BEB1FD-7647-4491-84E9-257F9D3006D1}" type="datetimeFigureOut">
              <a:rPr lang="en-US"/>
              <a:pPr>
                <a:defRPr/>
              </a:pPr>
              <a:t>10/5/20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57A07-4F7D-4DE4-BA14-6F84DB58FE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4278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  <a:p>
            <a:pPr lvl="2"/>
            <a:r>
              <a:rPr lang="ga-IE" dirty="0"/>
              <a:t>Third level</a:t>
            </a:r>
          </a:p>
          <a:p>
            <a:pPr lvl="3"/>
            <a:r>
              <a:rPr lang="ga-IE" dirty="0"/>
              <a:t>Fourth level</a:t>
            </a:r>
          </a:p>
          <a:p>
            <a:pPr lvl="4"/>
            <a:r>
              <a:rPr lang="ga-IE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9DB4A-FAA0-4306-8B24-0F502641674D}" type="datetimeFigureOut">
              <a:rPr lang="en-US"/>
              <a:pPr>
                <a:defRPr/>
              </a:pPr>
              <a:t>10/5/20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E75A9-651B-4962-A855-398879E32E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5139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D3BE5-25E9-47D3-B42A-30611BD5F195}" type="datetimeFigureOut">
              <a:rPr lang="en-US"/>
              <a:pPr>
                <a:defRPr/>
              </a:pPr>
              <a:t>10/5/20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1A283-5FB3-4FD5-B346-520358D0D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85413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ide 13b copy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20625-0EE3-4298-A4C5-43F541CB24C0}" type="datetimeFigureOut">
              <a:rPr lang="en-US"/>
              <a:pPr>
                <a:defRPr/>
              </a:pPr>
              <a:t>10/5/20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36CA04-33F2-4201-A374-06D860041F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Oval 10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C377DD9F-98A1-DC46-8694-62DB5D7DCCF5}"/>
              </a:ext>
            </a:extLst>
          </p:cNvPr>
          <p:cNvSpPr/>
          <p:nvPr userDrawn="1"/>
        </p:nvSpPr>
        <p:spPr>
          <a:xfrm>
            <a:off x="8867344" y="5436497"/>
            <a:ext cx="219576" cy="216089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68534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1C6A-3C7E-184C-AEE9-034F5B4C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F5564-576F-9441-B509-AC85E8433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EABDC4-2DE8-4C6D-9A8D-81C34F0FDC98}" type="datetimeFigureOut">
              <a:rPr lang="en-US"/>
              <a:pPr>
                <a:defRPr/>
              </a:pPr>
              <a:t>10/5/20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3A4327-6A92-8143-B874-836ACC47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02D8D-4390-EF4C-9A29-EBF6989A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F84440-D503-451D-BDC6-B258A3B08A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6165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96B63-E88D-4C2D-B795-BB77B691043A}" type="datetimeFigureOut">
              <a:rPr lang="en-US"/>
              <a:pPr>
                <a:defRPr/>
              </a:pPr>
              <a:t>10/5/20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9FB6C-91E3-4E6D-8230-082066F847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47200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49451C-6C01-4BE6-8A8F-AEFAFC8BD57B}" type="datetimeFigureOut">
              <a:rPr lang="en-US"/>
              <a:pPr>
                <a:defRPr/>
              </a:pPr>
              <a:t>10/5/20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83296-8074-499F-A319-EFB6DEF419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29614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9BFA2-2116-46F4-9A62-55196029375E}" type="datetimeFigureOut">
              <a:rPr lang="en-US"/>
              <a:pPr>
                <a:defRPr/>
              </a:pPr>
              <a:t>10/5/20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FB20C-D25A-4BEC-A4CB-57BA67B356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1567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E11EE-C621-4E9B-83DD-F984F16046F4}" type="datetimeFigureOut">
              <a:rPr lang="en-US"/>
              <a:pPr>
                <a:defRPr/>
              </a:pPr>
              <a:t>10/5/20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DF8CC-208A-4C01-9EE0-4689DE98D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82803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61" y="52330"/>
            <a:ext cx="892968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  <p:pic>
        <p:nvPicPr>
          <p:cNvPr id="3" name="Picture 2" descr="wide 14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8"/>
            <a:ext cx="9144000" cy="4585567"/>
          </a:xfrm>
          <a:prstGeom prst="rect">
            <a:avLst/>
          </a:prstGeom>
        </p:spPr>
      </p:pic>
      <p:sp>
        <p:nvSpPr>
          <p:cNvPr id="4" name="Oval 3">
            <a:hlinkClick r:id="" action="ppaction://hlinkshowjump?jump=lastslide"/>
          </p:cNvPr>
          <p:cNvSpPr/>
          <p:nvPr/>
        </p:nvSpPr>
        <p:spPr>
          <a:xfrm>
            <a:off x="8878774" y="544986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199" y="52329"/>
            <a:ext cx="2222608" cy="1032463"/>
          </a:xfrm>
          <a:prstGeom prst="roundRect">
            <a:avLst>
              <a:gd name="adj" fmla="val 5362"/>
            </a:avLst>
          </a:prstGeom>
          <a:solidFill>
            <a:srgbClr val="518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6829" y="299860"/>
            <a:ext cx="173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Chalkboard"/>
                <a:ea typeface="MS PGothic" pitchFamily="34" charset="-128"/>
                <a:cs typeface="Chalkboard"/>
              </a:rPr>
              <a:t>Notes</a:t>
            </a:r>
            <a:r>
              <a:rPr lang="mr-IN" sz="2800" b="1" dirty="0">
                <a:solidFill>
                  <a:prstClr val="white"/>
                </a:solidFill>
                <a:latin typeface="Chalkboard"/>
                <a:ea typeface="MS PGothic" pitchFamily="34" charset="-128"/>
                <a:cs typeface="Chalkboard"/>
              </a:rPr>
              <a:t>…</a:t>
            </a:r>
            <a:endParaRPr lang="en-US" sz="2800" b="1" dirty="0">
              <a:solidFill>
                <a:prstClr val="white"/>
              </a:solidFill>
              <a:latin typeface="Chalkboard"/>
              <a:ea typeface="MS PGothic" pitchFamily="34" charset="-128"/>
              <a:cs typeface="Chalkbo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58409" y="53150"/>
            <a:ext cx="687582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16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.pn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2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png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6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7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5.png"/><Relationship Id="rId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5.png"/><Relationship Id="rId4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2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6.png"/><Relationship Id="rId4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7.pn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theme" Target="../theme/theme18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4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5" Type="http://schemas.openxmlformats.org/officeDocument/2006/relationships/theme" Target="../theme/theme20.xml"/><Relationship Id="rId4" Type="http://schemas.openxmlformats.org/officeDocument/2006/relationships/slideLayout" Target="../slideLayouts/slideLayout59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5" Type="http://schemas.openxmlformats.org/officeDocument/2006/relationships/image" Target="../media/image1.png"/><Relationship Id="rId4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2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4.png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5" Type="http://schemas.openxmlformats.org/officeDocument/2006/relationships/image" Target="../media/image5.png"/><Relationship Id="rId4" Type="http://schemas.openxmlformats.org/officeDocument/2006/relationships/theme" Target="../theme/theme23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5.png"/><Relationship Id="rId4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theme" Target="../theme/theme25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6.png"/><Relationship Id="rId4" Type="http://schemas.openxmlformats.org/officeDocument/2006/relationships/theme" Target="../theme/theme26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theme" Target="../theme/theme2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7.png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theme" Target="../theme/theme2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4" Type="http://schemas.openxmlformats.org/officeDocument/2006/relationships/image" Target="../media/image5.png"/></Relationships>
</file>

<file path=ppt/slideMasters/_rels/slideMaster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5" Type="http://schemas.openxmlformats.org/officeDocument/2006/relationships/image" Target="../media/image5.png"/><Relationship Id="rId4" Type="http://schemas.openxmlformats.org/officeDocument/2006/relationships/theme" Target="../theme/theme29.xml"/></Relationships>
</file>

<file path=ppt/slideMasters/_rels/slideMaster30.xml.rels><?xml version="1.0" encoding="UTF-8" standalone="yes"?>
<Relationships xmlns="http://schemas.openxmlformats.org/package/2006/relationships"><Relationship Id="rId3" Type="http://schemas.openxmlformats.org/officeDocument/2006/relationships/theme" Target="../theme/theme30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4" Type="http://schemas.openxmlformats.org/officeDocument/2006/relationships/image" Target="../media/image2.png"/></Relationships>
</file>

<file path=ppt/slideMasters/_rels/slideMaster31.xml.rels><?xml version="1.0" encoding="UTF-8" standalone="yes"?>
<Relationships xmlns="http://schemas.openxmlformats.org/package/2006/relationships"><Relationship Id="rId3" Type="http://schemas.openxmlformats.org/officeDocument/2006/relationships/theme" Target="../theme/theme31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4" Type="http://schemas.openxmlformats.org/officeDocument/2006/relationships/image" Target="../media/image6.png"/></Relationships>
</file>

<file path=ppt/slideMasters/_rels/slideMaster32.xml.rels><?xml version="1.0" encoding="UTF-8" standalone="yes"?>
<Relationships xmlns="http://schemas.openxmlformats.org/package/2006/relationships"><Relationship Id="rId3" Type="http://schemas.openxmlformats.org/officeDocument/2006/relationships/theme" Target="../theme/theme32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4" Type="http://schemas.openxmlformats.org/officeDocument/2006/relationships/image" Target="../media/image7.png"/></Relationships>
</file>

<file path=ppt/slideMasters/_rels/slideMaster3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3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4" Type="http://schemas.openxmlformats.org/officeDocument/2006/relationships/image" Target="../media/image2.png"/></Relationships>
</file>

<file path=ppt/slideMasters/_rels/slideMaster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4" Type="http://schemas.openxmlformats.org/officeDocument/2006/relationships/theme" Target="../theme/theme34.xml"/></Relationships>
</file>

<file path=ppt/slideMasters/_rels/slideMaster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Relationship Id="rId6" Type="http://schemas.openxmlformats.org/officeDocument/2006/relationships/theme" Target="../theme/theme35.xml"/><Relationship Id="rId5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7.xml"/></Relationships>
</file>

<file path=ppt/slideMasters/_rels/slideMaster36.xml.rels><?xml version="1.0" encoding="UTF-8" standalone="yes"?>
<Relationships xmlns="http://schemas.openxmlformats.org/package/2006/relationships"><Relationship Id="rId3" Type="http://schemas.openxmlformats.org/officeDocument/2006/relationships/theme" Target="../theme/theme36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4" Type="http://schemas.openxmlformats.org/officeDocument/2006/relationships/image" Target="../media/image3.png"/></Relationships>
</file>

<file path=ppt/slideMasters/_rels/slideMaster37.xml.rels><?xml version="1.0" encoding="UTF-8" standalone="yes"?>
<Relationships xmlns="http://schemas.openxmlformats.org/package/2006/relationships"><Relationship Id="rId3" Type="http://schemas.openxmlformats.org/officeDocument/2006/relationships/theme" Target="../theme/theme37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4" Type="http://schemas.openxmlformats.org/officeDocument/2006/relationships/image" Target="../media/image1.png"/></Relationships>
</file>

<file path=ppt/slideMasters/_rels/slideMaster38.xml.rels><?xml version="1.0" encoding="UTF-8" standalone="yes"?>
<Relationships xmlns="http://schemas.openxmlformats.org/package/2006/relationships"><Relationship Id="rId3" Type="http://schemas.openxmlformats.org/officeDocument/2006/relationships/theme" Target="../theme/theme38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4" Type="http://schemas.openxmlformats.org/officeDocument/2006/relationships/image" Target="../media/image4.png"/></Relationships>
</file>

<file path=ppt/slideMasters/_rels/slideMaster39.xml.rels><?xml version="1.0" encoding="UTF-8" standalone="yes"?>
<Relationships xmlns="http://schemas.openxmlformats.org/package/2006/relationships"><Relationship Id="rId3" Type="http://schemas.openxmlformats.org/officeDocument/2006/relationships/theme" Target="../theme/theme39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4" Type="http://schemas.openxmlformats.org/officeDocument/2006/relationships/image" Target="../media/image5.png"/></Relationships>
</file>

<file path=ppt/slideMasters/_rels/slideMaster40.xml.rels><?xml version="1.0" encoding="UTF-8" standalone="yes"?>
<Relationships xmlns="http://schemas.openxmlformats.org/package/2006/relationships"><Relationship Id="rId3" Type="http://schemas.openxmlformats.org/officeDocument/2006/relationships/theme" Target="../theme/theme40.xml"/><Relationship Id="rId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107.xml"/><Relationship Id="rId4" Type="http://schemas.openxmlformats.org/officeDocument/2006/relationships/image" Target="../media/image5.png"/></Relationships>
</file>

<file path=ppt/slideMasters/_rels/slideMaster41.xml.rels><?xml version="1.0" encoding="UTF-8" standalone="yes"?>
<Relationships xmlns="http://schemas.openxmlformats.org/package/2006/relationships"><Relationship Id="rId3" Type="http://schemas.openxmlformats.org/officeDocument/2006/relationships/theme" Target="../theme/theme41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4" Type="http://schemas.openxmlformats.org/officeDocument/2006/relationships/image" Target="../media/image2.png"/></Relationships>
</file>

<file path=ppt/slideMasters/_rels/slideMaster42.xml.rels><?xml version="1.0" encoding="UTF-8" standalone="yes"?>
<Relationships xmlns="http://schemas.openxmlformats.org/package/2006/relationships"><Relationship Id="rId3" Type="http://schemas.openxmlformats.org/officeDocument/2006/relationships/theme" Target="../theme/theme42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4" Type="http://schemas.openxmlformats.org/officeDocument/2006/relationships/image" Target="../media/image6.png"/></Relationships>
</file>

<file path=ppt/slideMasters/_rels/slideMaster43.xml.rels><?xml version="1.0" encoding="UTF-8" standalone="yes"?>
<Relationships xmlns="http://schemas.openxmlformats.org/package/2006/relationships"><Relationship Id="rId3" Type="http://schemas.openxmlformats.org/officeDocument/2006/relationships/theme" Target="../theme/theme43.xml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4" Type="http://schemas.openxmlformats.org/officeDocument/2006/relationships/image" Target="../media/image7.png"/></Relationships>
</file>

<file path=ppt/slideMasters/_rels/slideMaster4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4.xml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4" Type="http://schemas.openxmlformats.org/officeDocument/2006/relationships/image" Target="../media/image3.png"/></Relationships>
</file>

<file path=ppt/slideMasters/_rels/slideMaster45.xml.rels><?xml version="1.0" encoding="UTF-8" standalone="yes"?>
<Relationships xmlns="http://schemas.openxmlformats.org/package/2006/relationships"><Relationship Id="rId3" Type="http://schemas.openxmlformats.org/officeDocument/2006/relationships/theme" Target="../theme/theme45.xml"/><Relationship Id="rId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17.xml"/><Relationship Id="rId4" Type="http://schemas.openxmlformats.org/officeDocument/2006/relationships/image" Target="../media/image5.png"/></Relationships>
</file>

<file path=ppt/slideMasters/_rels/slideMaster46.xml.rels><?xml version="1.0" encoding="UTF-8" standalone="yes"?>
<Relationships xmlns="http://schemas.openxmlformats.org/package/2006/relationships"><Relationship Id="rId3" Type="http://schemas.openxmlformats.org/officeDocument/2006/relationships/theme" Target="../theme/theme46.xml"/><Relationship Id="rId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9.xml"/><Relationship Id="rId4" Type="http://schemas.openxmlformats.org/officeDocument/2006/relationships/image" Target="../media/image5.png"/></Relationships>
</file>

<file path=ppt/slideMasters/_rels/slideMaster47.xml.rels><?xml version="1.0" encoding="UTF-8" standalone="yes"?>
<Relationships xmlns="http://schemas.openxmlformats.org/package/2006/relationships"><Relationship Id="rId3" Type="http://schemas.openxmlformats.org/officeDocument/2006/relationships/theme" Target="../theme/theme47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4" Type="http://schemas.openxmlformats.org/officeDocument/2006/relationships/image" Target="../media/image2.png"/></Relationships>
</file>

<file path=ppt/slideMasters/_rels/slideMaster48.xml.rels><?xml version="1.0" encoding="UTF-8" standalone="yes"?>
<Relationships xmlns="http://schemas.openxmlformats.org/package/2006/relationships"><Relationship Id="rId3" Type="http://schemas.openxmlformats.org/officeDocument/2006/relationships/theme" Target="../theme/theme48.xml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4" Type="http://schemas.openxmlformats.org/officeDocument/2006/relationships/image" Target="../media/image6.png"/></Relationships>
</file>

<file path=ppt/slideMasters/_rels/slideMaster49.xml.rels><?xml version="1.0" encoding="UTF-8" standalone="yes"?>
<Relationships xmlns="http://schemas.openxmlformats.org/package/2006/relationships"><Relationship Id="rId3" Type="http://schemas.openxmlformats.org/officeDocument/2006/relationships/theme" Target="../theme/theme49.xml"/><Relationship Id="rId2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25.xml"/><Relationship Id="rId4" Type="http://schemas.openxmlformats.org/officeDocument/2006/relationships/image" Target="../media/image7.png"/></Relationships>
</file>

<file path=ppt/slideMasters/_rels/slideMaster50.xml.rels><?xml version="1.0" encoding="UTF-8" standalone="yes"?>
<Relationships xmlns="http://schemas.openxmlformats.org/package/2006/relationships"><Relationship Id="rId3" Type="http://schemas.openxmlformats.org/officeDocument/2006/relationships/theme" Target="../theme/theme50.xml"/><Relationship Id="rId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27.xml"/><Relationship Id="rId4" Type="http://schemas.openxmlformats.org/officeDocument/2006/relationships/image" Target="../media/image2.png"/></Relationships>
</file>

<file path=ppt/slideMasters/_rels/slideMaster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1.xml"/><Relationship Id="rId2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9.xml"/><Relationship Id="rId4" Type="http://schemas.openxmlformats.org/officeDocument/2006/relationships/theme" Target="../theme/theme51.xml"/></Relationships>
</file>

<file path=ppt/slideMasters/_rels/slideMaster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32.xml"/><Relationship Id="rId5" Type="http://schemas.openxmlformats.org/officeDocument/2006/relationships/theme" Target="../theme/theme52.xml"/><Relationship Id="rId4" Type="http://schemas.openxmlformats.org/officeDocument/2006/relationships/slideLayout" Target="../slideLayouts/slideLayout135.xml"/></Relationships>
</file>

<file path=ppt/slideMasters/_rels/slideMaster53.xml.rels><?xml version="1.0" encoding="UTF-8" standalone="yes"?>
<Relationships xmlns="http://schemas.openxmlformats.org/package/2006/relationships"><Relationship Id="rId3" Type="http://schemas.openxmlformats.org/officeDocument/2006/relationships/theme" Target="../theme/theme53.xml"/><Relationship Id="rId2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136.xml"/><Relationship Id="rId4" Type="http://schemas.openxmlformats.org/officeDocument/2006/relationships/image" Target="../media/image3.png"/></Relationships>
</file>

<file path=ppt/slideMasters/_rels/slideMaster54.xml.rels><?xml version="1.0" encoding="UTF-8" standalone="yes"?>
<Relationships xmlns="http://schemas.openxmlformats.org/package/2006/relationships"><Relationship Id="rId3" Type="http://schemas.openxmlformats.org/officeDocument/2006/relationships/theme" Target="../theme/theme54.xml"/><Relationship Id="rId2" Type="http://schemas.openxmlformats.org/officeDocument/2006/relationships/slideLayout" Target="../slideLayouts/slideLayout139.xml"/><Relationship Id="rId1" Type="http://schemas.openxmlformats.org/officeDocument/2006/relationships/slideLayout" Target="../slideLayouts/slideLayout138.xml"/><Relationship Id="rId4" Type="http://schemas.openxmlformats.org/officeDocument/2006/relationships/image" Target="../media/image1.png"/></Relationships>
</file>

<file path=ppt/slideMasters/_rels/slideMaster5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5.xml"/><Relationship Id="rId2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140.xml"/><Relationship Id="rId4" Type="http://schemas.openxmlformats.org/officeDocument/2006/relationships/image" Target="../media/image4.png"/></Relationships>
</file>

<file path=ppt/slideMasters/_rels/slideMaster56.xml.rels><?xml version="1.0" encoding="UTF-8" standalone="yes"?>
<Relationships xmlns="http://schemas.openxmlformats.org/package/2006/relationships"><Relationship Id="rId3" Type="http://schemas.openxmlformats.org/officeDocument/2006/relationships/theme" Target="../theme/theme56.xml"/><Relationship Id="rId2" Type="http://schemas.openxmlformats.org/officeDocument/2006/relationships/slideLayout" Target="../slideLayouts/slideLayout143.xml"/><Relationship Id="rId1" Type="http://schemas.openxmlformats.org/officeDocument/2006/relationships/slideLayout" Target="../slideLayouts/slideLayout142.xml"/><Relationship Id="rId4" Type="http://schemas.openxmlformats.org/officeDocument/2006/relationships/image" Target="../media/image5.png"/></Relationships>
</file>

<file path=ppt/slideMasters/_rels/slideMaster57.xml.rels><?xml version="1.0" encoding="UTF-8" standalone="yes"?>
<Relationships xmlns="http://schemas.openxmlformats.org/package/2006/relationships"><Relationship Id="rId3" Type="http://schemas.openxmlformats.org/officeDocument/2006/relationships/theme" Target="../theme/theme57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4" Type="http://schemas.openxmlformats.org/officeDocument/2006/relationships/image" Target="../media/image5.png"/></Relationships>
</file>

<file path=ppt/slideMasters/_rels/slideMaster58.xml.rels><?xml version="1.0" encoding="UTF-8" standalone="yes"?>
<Relationships xmlns="http://schemas.openxmlformats.org/package/2006/relationships"><Relationship Id="rId3" Type="http://schemas.openxmlformats.org/officeDocument/2006/relationships/theme" Target="../theme/theme58.xml"/><Relationship Id="rId2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46.xml"/><Relationship Id="rId4" Type="http://schemas.openxmlformats.org/officeDocument/2006/relationships/image" Target="../media/image2.png"/></Relationships>
</file>

<file path=ppt/slideMasters/_rels/slideMaster59.xml.rels><?xml version="1.0" encoding="UTF-8" standalone="yes"?>
<Relationships xmlns="http://schemas.openxmlformats.org/package/2006/relationships"><Relationship Id="rId3" Type="http://schemas.openxmlformats.org/officeDocument/2006/relationships/theme" Target="../theme/theme59.xml"/><Relationship Id="rId2" Type="http://schemas.openxmlformats.org/officeDocument/2006/relationships/slideLayout" Target="../slideLayouts/slideLayout149.xml"/><Relationship Id="rId1" Type="http://schemas.openxmlformats.org/officeDocument/2006/relationships/slideLayout" Target="../slideLayouts/slideLayout148.xml"/><Relationship Id="rId4" Type="http://schemas.openxmlformats.org/officeDocument/2006/relationships/image" Target="../media/image6.png"/></Relationships>
</file>

<file path=ppt/slideMasters/_rels/slideMaster60.xml.rels><?xml version="1.0" encoding="UTF-8" standalone="yes"?>
<Relationships xmlns="http://schemas.openxmlformats.org/package/2006/relationships"><Relationship Id="rId3" Type="http://schemas.openxmlformats.org/officeDocument/2006/relationships/theme" Target="../theme/theme60.xml"/><Relationship Id="rId2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50.xml"/><Relationship Id="rId4" Type="http://schemas.openxmlformats.org/officeDocument/2006/relationships/image" Target="../media/image7.png"/></Relationships>
</file>

<file path=ppt/slideMasters/_rels/slideMaster61.xml.rels><?xml version="1.0" encoding="UTF-8" standalone="yes"?>
<Relationships xmlns="http://schemas.openxmlformats.org/package/2006/relationships"><Relationship Id="rId3" Type="http://schemas.openxmlformats.org/officeDocument/2006/relationships/theme" Target="../theme/theme61.xml"/><Relationship Id="rId2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52.xml"/><Relationship Id="rId4" Type="http://schemas.openxmlformats.org/officeDocument/2006/relationships/image" Target="../media/image3.png"/></Relationships>
</file>

<file path=ppt/slideMasters/_rels/slideMaster62.xml.rels><?xml version="1.0" encoding="UTF-8" standalone="yes"?>
<Relationships xmlns="http://schemas.openxmlformats.org/package/2006/relationships"><Relationship Id="rId3" Type="http://schemas.openxmlformats.org/officeDocument/2006/relationships/theme" Target="../theme/theme62.xml"/><Relationship Id="rId2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54.xml"/><Relationship Id="rId4" Type="http://schemas.openxmlformats.org/officeDocument/2006/relationships/image" Target="../media/image5.png"/></Relationships>
</file>

<file path=ppt/slideMasters/_rels/slideMaster63.xml.rels><?xml version="1.0" encoding="UTF-8" standalone="yes"?>
<Relationships xmlns="http://schemas.openxmlformats.org/package/2006/relationships"><Relationship Id="rId3" Type="http://schemas.openxmlformats.org/officeDocument/2006/relationships/theme" Target="../theme/theme63.xml"/><Relationship Id="rId2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56.xml"/><Relationship Id="rId4" Type="http://schemas.openxmlformats.org/officeDocument/2006/relationships/image" Target="../media/image5.png"/></Relationships>
</file>

<file path=ppt/slideMasters/_rels/slideMaster64.xml.rels><?xml version="1.0" encoding="UTF-8" standalone="yes"?>
<Relationships xmlns="http://schemas.openxmlformats.org/package/2006/relationships"><Relationship Id="rId3" Type="http://schemas.openxmlformats.org/officeDocument/2006/relationships/theme" Target="../theme/theme64.xml"/><Relationship Id="rId2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58.xml"/><Relationship Id="rId4" Type="http://schemas.openxmlformats.org/officeDocument/2006/relationships/image" Target="../media/image2.png"/></Relationships>
</file>

<file path=ppt/slideMasters/_rels/slideMaster65.xml.rels><?xml version="1.0" encoding="UTF-8" standalone="yes"?>
<Relationships xmlns="http://schemas.openxmlformats.org/package/2006/relationships"><Relationship Id="rId3" Type="http://schemas.openxmlformats.org/officeDocument/2006/relationships/theme" Target="../theme/theme65.xml"/><Relationship Id="rId2" Type="http://schemas.openxmlformats.org/officeDocument/2006/relationships/slideLayout" Target="../slideLayouts/slideLayout161.xml"/><Relationship Id="rId1" Type="http://schemas.openxmlformats.org/officeDocument/2006/relationships/slideLayout" Target="../slideLayouts/slideLayout160.xml"/><Relationship Id="rId4" Type="http://schemas.openxmlformats.org/officeDocument/2006/relationships/image" Target="../media/image6.png"/></Relationships>
</file>

<file path=ppt/slideMasters/_rels/slideMaster6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6.xml"/><Relationship Id="rId2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62.xml"/><Relationship Id="rId4" Type="http://schemas.openxmlformats.org/officeDocument/2006/relationships/image" Target="../media/image7.png"/></Relationships>
</file>

<file path=ppt/slideMasters/_rels/slideMaster6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1.xml"/><Relationship Id="rId13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70.xml"/><Relationship Id="rId12" Type="http://schemas.openxmlformats.org/officeDocument/2006/relationships/slideLayout" Target="../slideLayouts/slideLayout175.xml"/><Relationship Id="rId2" Type="http://schemas.openxmlformats.org/officeDocument/2006/relationships/slideLayout" Target="../slideLayouts/slideLayout165.xml"/><Relationship Id="rId1" Type="http://schemas.openxmlformats.org/officeDocument/2006/relationships/slideLayout" Target="../slideLayouts/slideLayout164.xml"/><Relationship Id="rId6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68.xml"/><Relationship Id="rId10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67.xml"/><Relationship Id="rId9" Type="http://schemas.openxmlformats.org/officeDocument/2006/relationships/slideLayout" Target="../slideLayouts/slideLayout172.xml"/><Relationship Id="rId14" Type="http://schemas.openxmlformats.org/officeDocument/2006/relationships/theme" Target="../theme/theme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09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941" r:id="rId5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1928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31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775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10/5/20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1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167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958" r:id="rId3"/>
  </p:sldLayoutIdLst>
  <p:txStyles>
    <p:titleStyle>
      <a:lvl1pPr algn="ctr" defTabSz="380985" rtl="0" eaLnBrk="1" fontAlgn="base" hangingPunct="1">
        <a:spcBef>
          <a:spcPct val="0"/>
        </a:spcBef>
        <a:spcAft>
          <a:spcPct val="0"/>
        </a:spcAft>
        <a:defRPr sz="36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80985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761970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142954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523939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85739" indent="-285739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19100" indent="-238115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3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952462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333447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714431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0074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959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01309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962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2548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769" r:id="rId3"/>
    <p:sldLayoutId id="2147483961" r:id="rId4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2503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770" r:id="rId3"/>
    <p:sldLayoutId id="2147483960" r:id="rId4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3023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771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5475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772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5551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10/5/20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1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9474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996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txStyles>
    <p:titleStyle>
      <a:lvl1pPr algn="ctr" defTabSz="380985" rtl="0" eaLnBrk="1" fontAlgn="base" hangingPunct="1">
        <a:spcBef>
          <a:spcPct val="0"/>
        </a:spcBef>
        <a:spcAft>
          <a:spcPct val="0"/>
        </a:spcAft>
        <a:defRPr sz="36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80985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761970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142954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523939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85739" indent="-285739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19100" indent="-238115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3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952462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333447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714431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8754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67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3438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65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6149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66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0122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68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2549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8482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31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73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156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5530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74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7247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788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831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7282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833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5574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4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832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65163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8159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48001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834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4402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34362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670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5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45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830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320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10/5/20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55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4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6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7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17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5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10/5/20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9474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9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7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2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9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2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14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7ACC0AA8-EFB7-4543-8B43-2E542C8D62E3}"/>
              </a:ext>
            </a:extLst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7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940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292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10/5/20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1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3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8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7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7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2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8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10/5/20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9474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84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3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73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0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3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28866"/>
            <a:ext cx="82296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33501"/>
            <a:ext cx="8229600" cy="37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9EABDC4-2DE8-4C6D-9A8D-81C34F0FDC98}" type="datetimeFigureOut">
              <a:rPr lang="en-US">
                <a:latin typeface="Calibri" pitchFamily="34" charset="0"/>
                <a:ea typeface="MS PGothic" pitchFamily="34" charset="-128"/>
                <a:cs typeface="+mn-cs"/>
              </a:rPr>
              <a:pPr>
                <a:defRPr/>
              </a:pPr>
              <a:t>10/5/20</a:t>
            </a:fld>
            <a:endParaRPr lang="en-US"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3F84440-D503-451D-BDC6-B258A3B08A04}" type="slidenum">
              <a:rPr lang="en-US">
                <a:latin typeface="Calibri" pitchFamily="34" charset="0"/>
                <a:ea typeface="MS PGothic" pitchFamily="34" charset="-128"/>
                <a:cs typeface="+mn-cs"/>
              </a:rPr>
              <a:pPr>
                <a:defRPr/>
              </a:pPr>
              <a:t>‹#›</a:t>
            </a:fld>
            <a:endParaRPr lang="en-US"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19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7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3BAC88A-F123-CF4D-8A70-30EDB9A2A58A}"/>
              </a:ext>
            </a:extLst>
          </p:cNvPr>
          <p:cNvSpPr/>
          <p:nvPr/>
        </p:nvSpPr>
        <p:spPr>
          <a:xfrm>
            <a:off x="8036810" y="5033422"/>
            <a:ext cx="711654" cy="369747"/>
          </a:xfrm>
          <a:prstGeom prst="roundRect">
            <a:avLst/>
          </a:prstGeom>
          <a:solidFill>
            <a:srgbClr val="EF8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276</a:t>
            </a:r>
            <a:endParaRPr lang="en-US" sz="1600" dirty="0"/>
          </a:p>
        </p:txBody>
      </p:sp>
      <p:pic>
        <p:nvPicPr>
          <p:cNvPr id="4" name="Picture 3" descr="T&amp;T FL.pdf - Adobe Reader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16" t="13772" r="27252" b="1975"/>
          <a:stretch/>
        </p:blipFill>
        <p:spPr>
          <a:xfrm>
            <a:off x="683568" y="2254396"/>
            <a:ext cx="1674953" cy="2136132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0" t="30784" r="3925" b="45722"/>
          <a:stretch/>
        </p:blipFill>
        <p:spPr>
          <a:xfrm>
            <a:off x="0" y="2448"/>
            <a:ext cx="9144000" cy="1702574"/>
          </a:xfrm>
          <a:prstGeom prst="rect">
            <a:avLst/>
          </a:prstGeom>
        </p:spPr>
      </p:pic>
      <p:pic>
        <p:nvPicPr>
          <p:cNvPr id="6" name="Picture 5" descr="T&amp;T FL.pdf - Adobe Reader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9" t="48000" r="50000" b="45114"/>
          <a:stretch/>
        </p:blipFill>
        <p:spPr>
          <a:xfrm>
            <a:off x="3131290" y="2236104"/>
            <a:ext cx="5246515" cy="58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2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map, light, hanging&#10;&#10;Description automatically generated">
            <a:extLst>
              <a:ext uri="{FF2B5EF4-FFF2-40B4-BE49-F238E27FC236}">
                <a16:creationId xmlns:a16="http://schemas.microsoft.com/office/drawing/2014/main" id="{E170DB41-51D9-0141-B37C-3ED0BC7F4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432"/>
            <a:ext cx="9064114" cy="5112568"/>
          </a:xfrm>
          <a:prstGeom prst="rect">
            <a:avLst/>
          </a:prstGeom>
        </p:spPr>
      </p:pic>
      <p:pic>
        <p:nvPicPr>
          <p:cNvPr id="5" name="Picture 4" descr="A picture containing graphical user interface, text&#10;&#10;Description automatically generated">
            <a:extLst>
              <a:ext uri="{FF2B5EF4-FFF2-40B4-BE49-F238E27FC236}">
                <a16:creationId xmlns:a16="http://schemas.microsoft.com/office/drawing/2014/main" id="{83E24C6E-A7CD-5149-8022-51A3ED83E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0"/>
            <a:ext cx="44577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32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histogram&#10;&#10;Description automatically generated">
            <a:extLst>
              <a:ext uri="{FF2B5EF4-FFF2-40B4-BE49-F238E27FC236}">
                <a16:creationId xmlns:a16="http://schemas.microsoft.com/office/drawing/2014/main" id="{77303636-572B-054F-94B0-9DBB55B77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853"/>
            <a:ext cx="9144000" cy="436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7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4402" y="193204"/>
            <a:ext cx="24721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C81724"/>
                </a:solidFill>
                <a:latin typeface="Calibri" pitchFamily="34" charset="0"/>
                <a:ea typeface="MS PGothic" pitchFamily="34" charset="-128"/>
                <a:cs typeface="+mn-cs"/>
              </a:rPr>
              <a:t>Pie charts</a:t>
            </a:r>
            <a:endParaRPr lang="en-US" sz="4400" b="1" i="1" dirty="0">
              <a:solidFill>
                <a:srgbClr val="C81724"/>
              </a:solidFill>
              <a:latin typeface="Mistral"/>
              <a:ea typeface="MS PGothic" pitchFamily="34" charset="-128"/>
              <a:cs typeface="Mistr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660C08F-D663-CD4E-BC37-521A70310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007868"/>
              </p:ext>
            </p:extLst>
          </p:nvPr>
        </p:nvGraphicFramePr>
        <p:xfrm>
          <a:off x="0" y="-14801"/>
          <a:ext cx="9144000" cy="10944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12840470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2400228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9439634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1995989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0718301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47314415"/>
                    </a:ext>
                  </a:extLst>
                </a:gridCol>
              </a:tblGrid>
              <a:tr h="54722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77"/>
                        </a:rPr>
                        <a:t>Dublin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E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77"/>
                        </a:rPr>
                        <a:t>Kildare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E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77"/>
                        </a:rPr>
                        <a:t>Cork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E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77"/>
                        </a:rPr>
                        <a:t>Galway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E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77"/>
                        </a:rPr>
                        <a:t>Other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E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77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E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596547"/>
                  </a:ext>
                </a:extLst>
              </a:tr>
              <a:tr h="54722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77"/>
                        </a:rPr>
                        <a:t>16,815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E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77"/>
                        </a:rPr>
                        <a:t>2,558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E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77"/>
                        </a:rPr>
                        <a:t>2,045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E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77"/>
                        </a:rPr>
                        <a:t>723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E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77"/>
                        </a:rPr>
                        <a:t>13,958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E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77"/>
                        </a:rPr>
                        <a:t>36,099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E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025045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3952789"/>
              </p:ext>
            </p:extLst>
          </p:nvPr>
        </p:nvGraphicFramePr>
        <p:xfrm>
          <a:off x="1079612" y="1170650"/>
          <a:ext cx="7020780" cy="4571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5235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534C606-82BD-0A47-A296-1DD2959AF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50" y="0"/>
            <a:ext cx="58039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585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9C8D8427-B29B-B241-BF46-55C80FF1F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74" y="15364"/>
            <a:ext cx="8882051" cy="127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BCD8F4-BA80-7045-A933-A2788C5E3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1" y="1285364"/>
            <a:ext cx="8915400" cy="673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6235D7-E607-944A-9BEF-9A5D57AC0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1" y="1958464"/>
            <a:ext cx="8928100" cy="673100"/>
          </a:xfrm>
          <a:prstGeom prst="rect">
            <a:avLst/>
          </a:prstGeom>
        </p:spPr>
      </p:pic>
      <p:pic>
        <p:nvPicPr>
          <p:cNvPr id="9" name="Picture 8" descr="Chart, pie chart&#10;&#10;Description automatically generated">
            <a:extLst>
              <a:ext uri="{FF2B5EF4-FFF2-40B4-BE49-F238E27FC236}">
                <a16:creationId xmlns:a16="http://schemas.microsoft.com/office/drawing/2014/main" id="{EED62B89-BF0D-4A4E-A26C-74CFDB8849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813436"/>
            <a:ext cx="62611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7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4" t="15392" r="2477" b="67418"/>
          <a:stretch/>
        </p:blipFill>
        <p:spPr>
          <a:xfrm>
            <a:off x="-12358" y="0"/>
            <a:ext cx="9048854" cy="1273323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8" t="32582" r="5991" b="61167"/>
          <a:stretch/>
        </p:blipFill>
        <p:spPr>
          <a:xfrm>
            <a:off x="17849" y="3361556"/>
            <a:ext cx="9126151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874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9" t="24101" r="6814" b="63599"/>
          <a:stretch/>
        </p:blipFill>
        <p:spPr>
          <a:xfrm>
            <a:off x="24816" y="10459"/>
            <a:ext cx="9011680" cy="1118849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10" t="36402" r="5809" b="55443"/>
          <a:stretch/>
        </p:blipFill>
        <p:spPr>
          <a:xfrm>
            <a:off x="31712" y="3433564"/>
            <a:ext cx="9112288" cy="75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67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9" t="44557" r="9808" b="34988"/>
          <a:stretch/>
        </p:blipFill>
        <p:spPr>
          <a:xfrm>
            <a:off x="24816" y="121196"/>
            <a:ext cx="8507624" cy="1380559"/>
          </a:xfrm>
          <a:prstGeom prst="rect">
            <a:avLst/>
          </a:prstGeom>
        </p:spPr>
      </p:pic>
      <p:pic>
        <p:nvPicPr>
          <p:cNvPr id="3" name="Picture 2" descr="blank circle - Google Search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92" t="23459" r="7722" b="19874"/>
          <a:stretch/>
        </p:blipFill>
        <p:spPr>
          <a:xfrm>
            <a:off x="6197973" y="1489348"/>
            <a:ext cx="2925979" cy="2890004"/>
          </a:xfrm>
          <a:prstGeom prst="rect">
            <a:avLst/>
          </a:prstGeom>
        </p:spPr>
      </p:pic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E303B273-C522-8340-B038-9CA77F9F43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512" y="1501755"/>
            <a:ext cx="4432522" cy="413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72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22278" r="17256" b="39172"/>
          <a:stretch/>
        </p:blipFill>
        <p:spPr>
          <a:xfrm>
            <a:off x="0" y="-16917"/>
            <a:ext cx="7452320" cy="2726436"/>
          </a:xfrm>
          <a:prstGeom prst="rect">
            <a:avLst/>
          </a:prstGeom>
        </p:spPr>
      </p:pic>
      <p:pic>
        <p:nvPicPr>
          <p:cNvPr id="3" name="Picture 2" descr="blank circle - Google Search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92" t="23459" r="7722" b="19874"/>
          <a:stretch/>
        </p:blipFill>
        <p:spPr>
          <a:xfrm>
            <a:off x="6218021" y="2487776"/>
            <a:ext cx="2925979" cy="2890004"/>
          </a:xfrm>
          <a:prstGeom prst="rect">
            <a:avLst/>
          </a:prstGeom>
        </p:spPr>
      </p:pic>
      <p:pic>
        <p:nvPicPr>
          <p:cNvPr id="5" name="Picture 4" descr="A picture containing electronics, device&#10;&#10;Description automatically generated">
            <a:extLst>
              <a:ext uri="{FF2B5EF4-FFF2-40B4-BE49-F238E27FC236}">
                <a16:creationId xmlns:a16="http://schemas.microsoft.com/office/drawing/2014/main" id="{FA481241-1FB4-8A41-A8D3-C333A4DEBC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178" y="2022769"/>
            <a:ext cx="4328822" cy="369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4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62020" r="10445" b="7848"/>
          <a:stretch/>
        </p:blipFill>
        <p:spPr>
          <a:xfrm>
            <a:off x="-108520" y="121349"/>
            <a:ext cx="9503052" cy="2701060"/>
          </a:xfrm>
          <a:prstGeom prst="rect">
            <a:avLst/>
          </a:prstGeom>
        </p:spPr>
      </p:pic>
      <p:pic>
        <p:nvPicPr>
          <p:cNvPr id="3" name="Picture 2" descr="T&amp;T FL.pdf - Adobe Reader">
            <a:extLst>
              <a:ext uri="{FF2B5EF4-FFF2-40B4-BE49-F238E27FC236}">
                <a16:creationId xmlns:a16="http://schemas.microsoft.com/office/drawing/2014/main" id="{7CA5AD59-A678-B04B-A1D1-74D9013B2B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5" t="54279" r="12329" b="10541"/>
          <a:stretch/>
        </p:blipFill>
        <p:spPr>
          <a:xfrm>
            <a:off x="-52086" y="2880691"/>
            <a:ext cx="9445526" cy="268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709066"/>
      </p:ext>
    </p:extLst>
  </p:cSld>
  <p:clrMapOvr>
    <a:masterClrMapping/>
  </p:clrMapOvr>
</p:sld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jpeg"/></Relationships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F3A177DB-5E60-D341-ACC8-B08E03F74F50}"/>
    </a:ext>
  </a:extLst>
</a:theme>
</file>

<file path=ppt/theme/theme2.xml><?xml version="1.0" encoding="utf-8"?>
<a:theme xmlns:a="http://schemas.openxmlformats.org/drawingml/2006/main" name="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86A9B0EC-DC5B-E040-A97A-8062753D94DE}"/>
    </a:ext>
  </a:extLst>
</a:theme>
</file>

<file path=ppt/theme/theme3.xml><?xml version="1.0" encoding="utf-8"?>
<a:theme xmlns:a="http://schemas.openxmlformats.org/drawingml/2006/main" name="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FF14B647-9200-E743-8514-0119DB8C26C2}"/>
    </a:ext>
  </a:extLst>
</a:theme>
</file>

<file path=ppt/theme/theme4.xml><?xml version="1.0" encoding="utf-8"?>
<a:theme xmlns:a="http://schemas.openxmlformats.org/drawingml/2006/main" name="1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56AAF3CB-BACF-4343-9242-C61494DD0B4D}"/>
    </a:ext>
  </a:extLst>
</a:theme>
</file>

<file path=ppt/theme/theme5.xml><?xml version="1.0" encoding="utf-8"?>
<a:theme xmlns:a="http://schemas.openxmlformats.org/drawingml/2006/main" name="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0D50F711-E167-7344-978F-CE7F7E6D8743}"/>
    </a:ext>
  </a:extLst>
</a:theme>
</file>

<file path=ppt/theme/theme6.xml><?xml version="1.0" encoding="utf-8"?>
<a:theme xmlns:a="http://schemas.openxmlformats.org/drawingml/2006/main" name="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768D0BED-B8AC-9945-B1CB-5E0F093BB6C7}"/>
    </a:ext>
  </a:extLst>
</a:theme>
</file>

<file path=ppt/theme/theme7.xml><?xml version="1.0" encoding="utf-8"?>
<a:theme xmlns:a="http://schemas.openxmlformats.org/drawingml/2006/main" name="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3445F093-7EA2-E448-BF78-39385DC2204C}"/>
    </a:ext>
  </a:extLst>
</a:theme>
</file>

<file path=ppt/theme/theme8.xml><?xml version="1.0" encoding="utf-8"?>
<a:theme xmlns:a="http://schemas.openxmlformats.org/drawingml/2006/main" name="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EA3A0343-186A-0643-852C-DE95857480A3}"/>
    </a:ext>
  </a:extLst>
</a:theme>
</file>

<file path=ppt/theme/theme9.xml><?xml version="1.0" encoding="utf-8"?>
<a:theme xmlns:a="http://schemas.openxmlformats.org/drawingml/2006/main" name="1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B69D916B-E61A-E44F-955D-41D4C57312C9}"/>
    </a:ext>
  </a:extLst>
</a:theme>
</file>

<file path=ppt/theme/theme10.xml><?xml version="1.0" encoding="utf-8"?>
<a:theme xmlns:a="http://schemas.openxmlformats.org/drawingml/2006/main" name="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7BC7F020-F1A8-AA47-A313-3B7F4BBA60A8}"/>
    </a:ext>
  </a:extLst>
</a:theme>
</file>

<file path=ppt/theme/theme11.xml><?xml version="1.0" encoding="utf-8"?>
<a:theme xmlns:a="http://schemas.openxmlformats.org/drawingml/2006/main" name="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58566480-BE1C-B14C-A6BC-28831BC95F75}"/>
    </a:ext>
  </a:extLst>
</a:theme>
</file>

<file path=ppt/theme/theme12.xml><?xml version="1.0" encoding="utf-8"?>
<a:theme xmlns:a="http://schemas.openxmlformats.org/drawingml/2006/main" name="2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4BFCB6AC-18DF-BF4D-B70B-62062B2617CB}"/>
    </a:ext>
  </a:extLst>
</a:theme>
</file>

<file path=ppt/theme/theme13.xml><?xml version="1.0" encoding="utf-8"?>
<a:theme xmlns:a="http://schemas.openxmlformats.org/drawingml/2006/main" name="1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3AF8490F-A427-E640-A06C-BEF6ECA14A3C}"/>
    </a:ext>
  </a:extLst>
</a:theme>
</file>

<file path=ppt/theme/theme14.xml><?xml version="1.0" encoding="utf-8"?>
<a:theme xmlns:a="http://schemas.openxmlformats.org/drawingml/2006/main" name="1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7064135E-78C3-6740-B0D2-8AA9D87D2714}"/>
    </a:ext>
  </a:extLst>
</a:theme>
</file>

<file path=ppt/theme/theme15.xml><?xml version="1.0" encoding="utf-8"?>
<a:theme xmlns:a="http://schemas.openxmlformats.org/drawingml/2006/main" name="2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62C40A79-3956-B544-8A3F-5FF11940B1DE}"/>
    </a:ext>
  </a:extLst>
</a:theme>
</file>

<file path=ppt/theme/theme16.xml><?xml version="1.0" encoding="utf-8"?>
<a:theme xmlns:a="http://schemas.openxmlformats.org/drawingml/2006/main" name="1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9C3421C0-F962-3941-8411-79A248EF40D2}"/>
    </a:ext>
  </a:extLst>
</a:theme>
</file>

<file path=ppt/theme/theme17.xml><?xml version="1.0" encoding="utf-8"?>
<a:theme xmlns:a="http://schemas.openxmlformats.org/drawingml/2006/main" name="1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FEC13603-633F-2A48-8FAE-55E2050B6AA4}"/>
    </a:ext>
  </a:extLst>
</a:theme>
</file>

<file path=ppt/theme/theme18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B90AB84F-00A8-A941-823F-74B366003272}" vid="{937BCBCF-9B1E-D648-92BB-54168AB108C5}"/>
    </a:ext>
  </a:extLst>
</a:theme>
</file>

<file path=ppt/theme/theme19.xml><?xml version="1.0" encoding="utf-8"?>
<a:theme xmlns:a="http://schemas.openxmlformats.org/drawingml/2006/main" name="1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FF14B647-9200-E743-8514-0119DB8C26C2}"/>
    </a:ext>
  </a:extLst>
</a:theme>
</file>

<file path=ppt/theme/theme20.xml><?xml version="1.0" encoding="utf-8"?>
<a:theme xmlns:a="http://schemas.openxmlformats.org/drawingml/2006/main" name="3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F3A177DB-5E60-D341-ACC8-B08E03F74F50}"/>
    </a:ext>
  </a:extLst>
</a:theme>
</file>

<file path=ppt/theme/theme21.xml><?xml version="1.0" encoding="utf-8"?>
<a:theme xmlns:a="http://schemas.openxmlformats.org/drawingml/2006/main" name="1_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0D50F711-E167-7344-978F-CE7F7E6D8743}"/>
    </a:ext>
  </a:extLst>
</a:theme>
</file>

<file path=ppt/theme/theme22.xml><?xml version="1.0" encoding="utf-8"?>
<a:theme xmlns:a="http://schemas.openxmlformats.org/drawingml/2006/main" name="1_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768D0BED-B8AC-9945-B1CB-5E0F093BB6C7}"/>
    </a:ext>
  </a:extLst>
</a:theme>
</file>

<file path=ppt/theme/theme23.xml><?xml version="1.0" encoding="utf-8"?>
<a:theme xmlns:a="http://schemas.openxmlformats.org/drawingml/2006/main" name="2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3445F093-7EA2-E448-BF78-39385DC2204C}"/>
    </a:ext>
  </a:extLst>
</a:theme>
</file>

<file path=ppt/theme/theme24.xml><?xml version="1.0" encoding="utf-8"?>
<a:theme xmlns:a="http://schemas.openxmlformats.org/drawingml/2006/main" name="2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EA3A0343-186A-0643-852C-DE95857480A3}"/>
    </a:ext>
  </a:extLst>
</a:theme>
</file>

<file path=ppt/theme/theme25.xml><?xml version="1.0" encoding="utf-8"?>
<a:theme xmlns:a="http://schemas.openxmlformats.org/drawingml/2006/main" name="3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B69D916B-E61A-E44F-955D-41D4C57312C9}"/>
    </a:ext>
  </a:extLst>
</a:theme>
</file>

<file path=ppt/theme/theme26.xml><?xml version="1.0" encoding="utf-8"?>
<a:theme xmlns:a="http://schemas.openxmlformats.org/drawingml/2006/main" name="2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7BC7F020-F1A8-AA47-A313-3B7F4BBA60A8}"/>
    </a:ext>
  </a:extLst>
</a:theme>
</file>

<file path=ppt/theme/theme27.xml><?xml version="1.0" encoding="utf-8"?>
<a:theme xmlns:a="http://schemas.openxmlformats.org/drawingml/2006/main" name="2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58566480-BE1C-B14C-A6BC-28831BC95F75}"/>
    </a:ext>
  </a:extLst>
</a:theme>
</file>

<file path=ppt/theme/theme28.xml><?xml version="1.0" encoding="utf-8"?>
<a:theme xmlns:a="http://schemas.openxmlformats.org/drawingml/2006/main" name="3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3AF8490F-A427-E640-A06C-BEF6ECA14A3C}"/>
    </a:ext>
  </a:extLst>
</a:theme>
</file>

<file path=ppt/theme/theme29.xml><?xml version="1.0" encoding="utf-8"?>
<a:theme xmlns:a="http://schemas.openxmlformats.org/drawingml/2006/main" name="3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7064135E-78C3-6740-B0D2-8AA9D87D2714}"/>
    </a:ext>
  </a:extLst>
</a:theme>
</file>

<file path=ppt/theme/theme30.xml><?xml version="1.0" encoding="utf-8"?>
<a:theme xmlns:a="http://schemas.openxmlformats.org/drawingml/2006/main" name="4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62C40A79-3956-B544-8A3F-5FF11940B1DE}"/>
    </a:ext>
  </a:extLst>
</a:theme>
</file>

<file path=ppt/theme/theme31.xml><?xml version="1.0" encoding="utf-8"?>
<a:theme xmlns:a="http://schemas.openxmlformats.org/drawingml/2006/main" name="3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9C3421C0-F962-3941-8411-79A248EF40D2}"/>
    </a:ext>
  </a:extLst>
</a:theme>
</file>

<file path=ppt/theme/theme32.xml><?xml version="1.0" encoding="utf-8"?>
<a:theme xmlns:a="http://schemas.openxmlformats.org/drawingml/2006/main" name="3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&amp;T Template Master" id="{B85E9895-09BB-4F4C-980C-A90A64CF795A}" vid="{FEC13603-633F-2A48-8FAE-55E2050B6AA4}"/>
    </a:ext>
  </a:extLst>
</a:theme>
</file>

<file path=ppt/theme/theme33.xml><?xml version="1.0" encoding="utf-8"?>
<a:theme xmlns:a="http://schemas.openxmlformats.org/drawingml/2006/main" name="TT Theme N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heme NEW" id="{43FB837B-5F46-9F41-9DD4-0B3C8B34D297}" vid="{34FB06B7-3044-544A-B49A-C4D025A77850}"/>
    </a:ext>
  </a:extLst>
</a:theme>
</file>

<file path=ppt/theme/theme34.xml><?xml version="1.0" encoding="utf-8"?>
<a:theme xmlns:a="http://schemas.openxmlformats.org/drawingml/2006/main" name="2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C1A29F62-9888-BA47-81A9-15D915207070}"/>
    </a:ext>
  </a:extLst>
</a:theme>
</file>

<file path=ppt/theme/theme35.xml><?xml version="1.0" encoding="utf-8"?>
<a:theme xmlns:a="http://schemas.openxmlformats.org/drawingml/2006/main" name="6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2361BD67-33F6-3742-8EDF-9A30A7569B49}"/>
    </a:ext>
  </a:extLst>
</a:theme>
</file>

<file path=ppt/theme/theme36.xml><?xml version="1.0" encoding="utf-8"?>
<a:theme xmlns:a="http://schemas.openxmlformats.org/drawingml/2006/main" name="7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8F0BB52A-0A63-7F4A-AAB4-01E541CFF193}"/>
    </a:ext>
  </a:extLst>
</a:theme>
</file>

<file path=ppt/theme/theme37.xml><?xml version="1.0" encoding="utf-8"?>
<a:theme xmlns:a="http://schemas.openxmlformats.org/drawingml/2006/main" name="2_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752EFB74-1DDF-F64C-8FEF-822B1D3DB81B}"/>
    </a:ext>
  </a:extLst>
</a:theme>
</file>

<file path=ppt/theme/theme38.xml><?xml version="1.0" encoding="utf-8"?>
<a:theme xmlns:a="http://schemas.openxmlformats.org/drawingml/2006/main" name="2_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3A458FB4-83BE-1F49-90F5-8437A094273E}"/>
    </a:ext>
  </a:extLst>
</a:theme>
</file>

<file path=ppt/theme/theme39.xml><?xml version="1.0" encoding="utf-8"?>
<a:theme xmlns:a="http://schemas.openxmlformats.org/drawingml/2006/main" name="4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6EC52235-31FB-3547-8E79-7CF5E8F4C250}"/>
    </a:ext>
  </a:extLst>
</a:theme>
</file>

<file path=ppt/theme/theme40.xml><?xml version="1.0" encoding="utf-8"?>
<a:theme xmlns:a="http://schemas.openxmlformats.org/drawingml/2006/main" name="4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371D7BD1-A94F-4946-8D63-6AF53DB18FC4}"/>
    </a:ext>
  </a:extLst>
</a:theme>
</file>

<file path=ppt/theme/theme41.xml><?xml version="1.0" encoding="utf-8"?>
<a:theme xmlns:a="http://schemas.openxmlformats.org/drawingml/2006/main" name="5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7D8729D2-2006-404A-AE16-22119D249A3F}"/>
    </a:ext>
  </a:extLst>
</a:theme>
</file>

<file path=ppt/theme/theme42.xml><?xml version="1.0" encoding="utf-8"?>
<a:theme xmlns:a="http://schemas.openxmlformats.org/drawingml/2006/main" name="4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010E77C9-2434-F644-B9AF-6A707890C6A5}"/>
    </a:ext>
  </a:extLst>
</a:theme>
</file>

<file path=ppt/theme/theme43.xml><?xml version="1.0" encoding="utf-8"?>
<a:theme xmlns:a="http://schemas.openxmlformats.org/drawingml/2006/main" name="4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B9A15C93-3734-4D41-8D92-82DF70FA443A}"/>
    </a:ext>
  </a:extLst>
</a:theme>
</file>

<file path=ppt/theme/theme44.xml><?xml version="1.0" encoding="utf-8"?>
<a:theme xmlns:a="http://schemas.openxmlformats.org/drawingml/2006/main" name="8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831E50DA-BAC6-5549-BE31-194592260B44}"/>
    </a:ext>
  </a:extLst>
</a:theme>
</file>

<file path=ppt/theme/theme45.xml><?xml version="1.0" encoding="utf-8"?>
<a:theme xmlns:a="http://schemas.openxmlformats.org/drawingml/2006/main" name="5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051FDB1D-B9A5-2148-AC0A-BEDF6C68DBB7}"/>
    </a:ext>
  </a:extLst>
</a:theme>
</file>

<file path=ppt/theme/theme46.xml><?xml version="1.0" encoding="utf-8"?>
<a:theme xmlns:a="http://schemas.openxmlformats.org/drawingml/2006/main" name="5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1E3E6EF6-7C1D-0C4C-8BE1-A8DEFF7548E0}"/>
    </a:ext>
  </a:extLst>
</a:theme>
</file>

<file path=ppt/theme/theme47.xml><?xml version="1.0" encoding="utf-8"?>
<a:theme xmlns:a="http://schemas.openxmlformats.org/drawingml/2006/main" name="6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1EA18637-9567-3045-81E1-95394377DEEF}"/>
    </a:ext>
  </a:extLst>
</a:theme>
</file>

<file path=ppt/theme/theme48.xml><?xml version="1.0" encoding="utf-8"?>
<a:theme xmlns:a="http://schemas.openxmlformats.org/drawingml/2006/main" name="5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E0E525BD-09AC-9643-B266-7CE9D7C7D945}"/>
    </a:ext>
  </a:extLst>
</a:theme>
</file>

<file path=ppt/theme/theme49.xml><?xml version="1.0" encoding="utf-8"?>
<a:theme xmlns:a="http://schemas.openxmlformats.org/drawingml/2006/main" name="5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T Template NEW" id="{1B2CD1A6-8043-B34F-9205-DA3A8AF9F513}" vid="{F555C250-0BA0-124A-9B3B-2875CDCA913E}"/>
    </a:ext>
  </a:extLst>
</a:theme>
</file>

<file path=ppt/theme/theme50.xml><?xml version="1.0" encoding="utf-8"?>
<a:theme xmlns:a="http://schemas.openxmlformats.org/drawingml/2006/main" name="Tand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dT Theme" id="{584C61BA-24FF-5043-891A-4CC5E1300647}" vid="{DE690859-FB9A-1644-9A0B-5ADE48EC9938}"/>
    </a:ext>
  </a:extLst>
</a:theme>
</file>

<file path=ppt/theme/theme51.xml><?xml version="1.0" encoding="utf-8"?>
<a:theme xmlns:a="http://schemas.openxmlformats.org/drawingml/2006/main" name="4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A1054420-36DA-814F-8686-AE33C10D222C}"/>
    </a:ext>
  </a:extLst>
</a:theme>
</file>

<file path=ppt/theme/theme52.xml><?xml version="1.0" encoding="utf-8"?>
<a:theme xmlns:a="http://schemas.openxmlformats.org/drawingml/2006/main" name="12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FFBED6AE-9CD3-614A-B8E5-122872C389B4}"/>
    </a:ext>
  </a:extLst>
</a:theme>
</file>

<file path=ppt/theme/theme53.xml><?xml version="1.0" encoding="utf-8"?>
<a:theme xmlns:a="http://schemas.openxmlformats.org/drawingml/2006/main" name="13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FB5A5B58-4550-9E4F-8E87-B5941958007D}"/>
    </a:ext>
  </a:extLst>
</a:theme>
</file>

<file path=ppt/theme/theme54.xml><?xml version="1.0" encoding="utf-8"?>
<a:theme xmlns:a="http://schemas.openxmlformats.org/drawingml/2006/main" name="4_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2EAF339B-A8AC-1944-8C9D-2C350041CE2B}"/>
    </a:ext>
  </a:extLst>
</a:theme>
</file>

<file path=ppt/theme/theme55.xml><?xml version="1.0" encoding="utf-8"?>
<a:theme xmlns:a="http://schemas.openxmlformats.org/drawingml/2006/main" name="4_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3629D20D-4A73-0641-9324-28CC7D465F11}"/>
    </a:ext>
  </a:extLst>
</a:theme>
</file>

<file path=ppt/theme/theme56.xml><?xml version="1.0" encoding="utf-8"?>
<a:theme xmlns:a="http://schemas.openxmlformats.org/drawingml/2006/main" name="8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0418BF5A-3017-0743-9425-A6442429A14A}"/>
    </a:ext>
  </a:extLst>
</a:theme>
</file>

<file path=ppt/theme/theme57.xml><?xml version="1.0" encoding="utf-8"?>
<a:theme xmlns:a="http://schemas.openxmlformats.org/drawingml/2006/main" name="8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20D36924-D906-5243-964A-18C63C1088E6}"/>
    </a:ext>
  </a:extLst>
</a:theme>
</file>

<file path=ppt/theme/theme58.xml><?xml version="1.0" encoding="utf-8"?>
<a:theme xmlns:a="http://schemas.openxmlformats.org/drawingml/2006/main" name="9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B9D91157-0661-DF4B-97F1-0F70B298AAA5}"/>
    </a:ext>
  </a:extLst>
</a:theme>
</file>

<file path=ppt/theme/theme59.xml><?xml version="1.0" encoding="utf-8"?>
<a:theme xmlns:a="http://schemas.openxmlformats.org/drawingml/2006/main" name="8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2DBDC926-5C37-A440-8D82-ADA4AD9FBA24}"/>
    </a:ext>
  </a:extLst>
</a:theme>
</file>

<file path=ppt/theme/theme60.xml><?xml version="1.0" encoding="utf-8"?>
<a:theme xmlns:a="http://schemas.openxmlformats.org/drawingml/2006/main" name="8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159D0566-7E75-7E49-8079-3455EE11382B}"/>
    </a:ext>
  </a:extLst>
</a:theme>
</file>

<file path=ppt/theme/theme61.xml><?xml version="1.0" encoding="utf-8"?>
<a:theme xmlns:a="http://schemas.openxmlformats.org/drawingml/2006/main" name="14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C6762A50-A9F9-1E4D-8206-E574DEB6B0D8}"/>
    </a:ext>
  </a:extLst>
</a:theme>
</file>

<file path=ppt/theme/theme62.xml><?xml version="1.0" encoding="utf-8"?>
<a:theme xmlns:a="http://schemas.openxmlformats.org/drawingml/2006/main" name="9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24A86A07-5738-FA4A-BB7D-6B483E99FE06}"/>
    </a:ext>
  </a:extLst>
</a:theme>
</file>

<file path=ppt/theme/theme63.xml><?xml version="1.0" encoding="utf-8"?>
<a:theme xmlns:a="http://schemas.openxmlformats.org/drawingml/2006/main" name="9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275FDCE5-449A-354E-92FC-07FD587BA80B}"/>
    </a:ext>
  </a:extLst>
</a:theme>
</file>

<file path=ppt/theme/theme64.xml><?xml version="1.0" encoding="utf-8"?>
<a:theme xmlns:a="http://schemas.openxmlformats.org/drawingml/2006/main" name="10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5F0E9230-236A-1E4B-A772-67D2F0E71708}"/>
    </a:ext>
  </a:extLst>
</a:theme>
</file>

<file path=ppt/theme/theme65.xml><?xml version="1.0" encoding="utf-8"?>
<a:theme xmlns:a="http://schemas.openxmlformats.org/drawingml/2006/main" name="9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F0CA25DE-2369-F849-ADAA-0680B0C0DD98}"/>
    </a:ext>
  </a:extLst>
</a:theme>
</file>

<file path=ppt/theme/theme66.xml><?xml version="1.0" encoding="utf-8"?>
<a:theme xmlns:a="http://schemas.openxmlformats.org/drawingml/2006/main" name="9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0AC0FA1-A7ED-244C-BF96-87069D5C6EDB}" vid="{D4A43A2F-9C78-8D45-A2CA-2817ECC6B819}"/>
    </a:ext>
  </a:extLst>
</a:theme>
</file>

<file path=ppt/theme/theme6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Solstice">
    <a:dk1>
      <a:sysClr val="windowText" lastClr="000000"/>
    </a:dk1>
    <a:lt1>
      <a:sysClr val="window" lastClr="FFFFFF"/>
    </a:lt1>
    <a:dk2>
      <a:srgbClr val="4F271C"/>
    </a:dk2>
    <a:lt2>
      <a:srgbClr val="E7DEC9"/>
    </a:lt2>
    <a:accent1>
      <a:srgbClr val="3891A7"/>
    </a:accent1>
    <a:accent2>
      <a:srgbClr val="FEB80A"/>
    </a:accent2>
    <a:accent3>
      <a:srgbClr val="C32D2E"/>
    </a:accent3>
    <a:accent4>
      <a:srgbClr val="84AA33"/>
    </a:accent4>
    <a:accent5>
      <a:srgbClr val="964305"/>
    </a:accent5>
    <a:accent6>
      <a:srgbClr val="475A8D"/>
    </a:accent6>
    <a:hlink>
      <a:srgbClr val="8DC765"/>
    </a:hlink>
    <a:folHlink>
      <a:srgbClr val="AA8A14"/>
    </a:folHlink>
  </a:clrScheme>
  <a:fontScheme name="Solstice">
    <a:majorFont>
      <a:latin typeface="Gill Sans MT"/>
      <a:ea typeface=""/>
      <a:cs typeface=""/>
      <a:font script="Grek" typeface="Corbel"/>
      <a:font script="Cyrl" typeface="Corbel"/>
      <a:font script="Jpan" typeface="HGｺﾞｼｯｸE"/>
      <a:font script="Hang" typeface="휴먼매직체"/>
      <a:font script="Hans" typeface="华文中宋"/>
      <a:font script="Hant" typeface="微軟正黑體"/>
      <a:font script="Arab" typeface="Majalla UI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ajorFont>
    <a:minorFont>
      <a:latin typeface="Gill Sans MT"/>
      <a:ea typeface=""/>
      <a:cs typeface=""/>
      <a:font script="Grek" typeface="Corbel"/>
      <a:font script="Cyrl" typeface="Corbel"/>
      <a:font script="Jpan" typeface="HGｺﾞｼｯｸE"/>
      <a:font script="Hang" typeface="HY엽서L"/>
      <a:font script="Hans" typeface="华文中宋"/>
      <a:font script="Hant" typeface="微軟正黑體"/>
      <a:font script="Arab" typeface="Majalla UI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inorFont>
  </a:fontScheme>
  <a:fmtScheme name="Solstice">
    <a:fillStyleLst>
      <a:solidFill>
        <a:schemeClr val="phClr"/>
      </a:solidFill>
      <a:gradFill rotWithShape="1">
        <a:gsLst>
          <a:gs pos="0">
            <a:schemeClr val="phClr">
              <a:tint val="35000"/>
              <a:satMod val="253000"/>
            </a:schemeClr>
          </a:gs>
          <a:gs pos="50000">
            <a:schemeClr val="phClr">
              <a:tint val="42000"/>
              <a:satMod val="255000"/>
            </a:schemeClr>
          </a:gs>
          <a:gs pos="97000">
            <a:schemeClr val="phClr">
              <a:tint val="53000"/>
              <a:satMod val="260000"/>
            </a:schemeClr>
          </a:gs>
          <a:gs pos="100000">
            <a:schemeClr val="phClr">
              <a:tint val="56000"/>
              <a:satMod val="275000"/>
            </a:schemeClr>
          </a:gs>
        </a:gsLst>
        <a:path path="circle">
          <a:fillToRect l="50000" t="50000" r="50000" b="50000"/>
        </a:path>
      </a:gradFill>
      <a:gradFill rotWithShape="1">
        <a:gsLst>
          <a:gs pos="0">
            <a:schemeClr val="phClr">
              <a:tint val="92000"/>
              <a:satMod val="170000"/>
            </a:schemeClr>
          </a:gs>
          <a:gs pos="15000">
            <a:schemeClr val="phClr">
              <a:tint val="92000"/>
              <a:shade val="99000"/>
              <a:satMod val="170000"/>
            </a:schemeClr>
          </a:gs>
          <a:gs pos="62000">
            <a:schemeClr val="phClr">
              <a:tint val="96000"/>
              <a:shade val="80000"/>
              <a:satMod val="170000"/>
            </a:schemeClr>
          </a:gs>
          <a:gs pos="97000">
            <a:schemeClr val="phClr">
              <a:tint val="98000"/>
              <a:shade val="63000"/>
              <a:satMod val="170000"/>
            </a:schemeClr>
          </a:gs>
          <a:gs pos="100000">
            <a:schemeClr val="phClr">
              <a:shade val="62000"/>
              <a:satMod val="170000"/>
            </a:schemeClr>
          </a:gs>
        </a:gsLst>
        <a:path path="circle">
          <a:fillToRect l="50000" t="50000" r="50000" b="50000"/>
        </a:path>
      </a:gradFill>
    </a:fillStyleLst>
    <a:lnStyleLst>
      <a:ln w="9525" cap="flat" cmpd="sng" algn="ctr">
        <a:solidFill>
          <a:schemeClr val="phClr"/>
        </a:solidFill>
        <a:prstDash val="solid"/>
      </a:ln>
      <a:ln w="25400" cap="flat" cmpd="sng" algn="ctr">
        <a:solidFill>
          <a:schemeClr val="phClr"/>
        </a:solidFill>
        <a:prstDash val="solid"/>
      </a:ln>
      <a:ln w="254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63500" dist="25400" dir="5400000" rotWithShape="0">
            <a:srgbClr val="000000">
              <a:alpha val="43137"/>
            </a:srgbClr>
          </a:outerShdw>
        </a:effectLst>
      </a:effectStyle>
      <a:effectStyle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contourW="12700">
          <a:bevelT w="0" h="0"/>
          <a:contourClr>
            <a:schemeClr val="phClr">
              <a:shade val="80000"/>
            </a:schemeClr>
          </a:contourClr>
        </a:sp3d>
      </a:effectStyle>
      <a:effectStyle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brightRoom" dir="tl">
            <a:rot lat="0" lon="0" rev="5400000"/>
          </a:lightRig>
        </a:scene3d>
        <a:sp3d contourW="12700">
          <a:bevelT w="25400" h="50800" prst="angle"/>
          <a:contourClr>
            <a:schemeClr val="phClr"/>
          </a:contourClr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60000"/>
              <a:satMod val="355000"/>
            </a:schemeClr>
          </a:gs>
          <a:gs pos="40000">
            <a:schemeClr val="phClr">
              <a:tint val="85000"/>
              <a:satMod val="320000"/>
            </a:schemeClr>
          </a:gs>
          <a:gs pos="100000">
            <a:schemeClr val="phClr">
              <a:shade val="55000"/>
              <a:satMod val="300000"/>
            </a:schemeClr>
          </a:gs>
        </a:gsLst>
        <a:path path="circle">
          <a:fillToRect l="-24500" t="-20000" r="124500" b="120000"/>
        </a:path>
      </a:gradFill>
      <a:blipFill>
        <a:blip xmlns:r="http://schemas.openxmlformats.org/officeDocument/2006/relationships" r:embed="rId1">
          <a:duotone>
            <a:schemeClr val="phClr">
              <a:shade val="9000"/>
              <a:satMod val="300000"/>
            </a:schemeClr>
            <a:schemeClr val="phClr">
              <a:tint val="90000"/>
              <a:satMod val="225000"/>
            </a:schemeClr>
          </a:duotone>
        </a:blip>
        <a:tile tx="0" ty="0" sx="90000" sy="90000" flip="xy" algn="tl"/>
      </a:blip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7F23F89201224EB1020CE6E5A330E6" ma:contentTypeVersion="5" ma:contentTypeDescription="Create a new document." ma:contentTypeScope="" ma:versionID="54a6d1fd04daac6d0c9ca2b665899f4f">
  <xsd:schema xmlns:xsd="http://www.w3.org/2001/XMLSchema" xmlns:xs="http://www.w3.org/2001/XMLSchema" xmlns:p="http://schemas.microsoft.com/office/2006/metadata/properties" xmlns:ns2="8b9b7f38-fbc6-4b25-b0c8-dfce91a9184d" xmlns:ns3="6feadbec-3525-450c-9a2c-4b7827180f7c" targetNamespace="http://schemas.microsoft.com/office/2006/metadata/properties" ma:root="true" ma:fieldsID="014e6c4c53daba6334ae6336cf0edb2a" ns2:_="" ns3:_="">
    <xsd:import namespace="8b9b7f38-fbc6-4b25-b0c8-dfce91a9184d"/>
    <xsd:import namespace="6feadbec-3525-450c-9a2c-4b7827180f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9b7f38-fbc6-4b25-b0c8-dfce91a918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adbec-3525-450c-9a2c-4b7827180f7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B70F67-9BEB-4DE6-A6CC-88068AEF8B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9b7f38-fbc6-4b25-b0c8-dfce91a9184d"/>
    <ds:schemaRef ds:uri="6feadbec-3525-450c-9a2c-4b7827180f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B494A4-DC1A-4D1B-BC81-5916F55B30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C96A2F-7302-42CE-B4B4-321A41D5560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3602</TotalTime>
  <Words>33</Words>
  <Application>Microsoft Macintosh PowerPoint</Application>
  <PresentationFormat>On-screen Show (16:10)</PresentationFormat>
  <Paragraphs>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67</vt:i4>
      </vt:variant>
      <vt:variant>
        <vt:lpstr>Slide Titles</vt:lpstr>
      </vt:variant>
      <vt:variant>
        <vt:i4>11</vt:i4>
      </vt:variant>
    </vt:vector>
  </HeadingPairs>
  <TitlesOfParts>
    <vt:vector size="83" baseType="lpstr">
      <vt:lpstr>Arial</vt:lpstr>
      <vt:lpstr>Calibri</vt:lpstr>
      <vt:lpstr>Chalkboard</vt:lpstr>
      <vt:lpstr>Gill Sans MT</vt:lpstr>
      <vt:lpstr>Mistral</vt:lpstr>
      <vt:lpstr>Default Theme</vt:lpstr>
      <vt:lpstr>T&amp;T 12</vt:lpstr>
      <vt:lpstr>White</vt:lpstr>
      <vt:lpstr>1_T&amp;T3</vt:lpstr>
      <vt:lpstr>14 grid</vt:lpstr>
      <vt:lpstr>11 grids</vt:lpstr>
      <vt:lpstr>9 grids</vt:lpstr>
      <vt:lpstr>8 grids</vt:lpstr>
      <vt:lpstr>1_T&amp;T 12</vt:lpstr>
      <vt:lpstr>10 wide master</vt:lpstr>
      <vt:lpstr>13</vt:lpstr>
      <vt:lpstr>2_T&amp;T3</vt:lpstr>
      <vt:lpstr>1_9 grids</vt:lpstr>
      <vt:lpstr>1_8 grids</vt:lpstr>
      <vt:lpstr>2_T&amp;T 12</vt:lpstr>
      <vt:lpstr>1_10 wide master</vt:lpstr>
      <vt:lpstr>1_13</vt:lpstr>
      <vt:lpstr>Theme1</vt:lpstr>
      <vt:lpstr>1_White</vt:lpstr>
      <vt:lpstr>3_T&amp;T3</vt:lpstr>
      <vt:lpstr>1_14 grid</vt:lpstr>
      <vt:lpstr>1_11 grids</vt:lpstr>
      <vt:lpstr>2_9 grids</vt:lpstr>
      <vt:lpstr>2_8 grids</vt:lpstr>
      <vt:lpstr>3_T&amp;T 12</vt:lpstr>
      <vt:lpstr>2_10 wide master</vt:lpstr>
      <vt:lpstr>2_13</vt:lpstr>
      <vt:lpstr>3_9 grids</vt:lpstr>
      <vt:lpstr>3_8 grids</vt:lpstr>
      <vt:lpstr>4_T&amp;T 12</vt:lpstr>
      <vt:lpstr>3_10 wide master</vt:lpstr>
      <vt:lpstr>3_13</vt:lpstr>
      <vt:lpstr>TT Theme NEW</vt:lpstr>
      <vt:lpstr>2_White</vt:lpstr>
      <vt:lpstr>6_T&amp;T3</vt:lpstr>
      <vt:lpstr>7_T&amp;T3</vt:lpstr>
      <vt:lpstr>2_14 grid</vt:lpstr>
      <vt:lpstr>2_11 grids</vt:lpstr>
      <vt:lpstr>4_9 grids</vt:lpstr>
      <vt:lpstr>4_8 grids</vt:lpstr>
      <vt:lpstr>5_T&amp;T 12</vt:lpstr>
      <vt:lpstr>4_10 wide master</vt:lpstr>
      <vt:lpstr>4_13</vt:lpstr>
      <vt:lpstr>8_T&amp;T3</vt:lpstr>
      <vt:lpstr>5_9 grids</vt:lpstr>
      <vt:lpstr>5_8 grids</vt:lpstr>
      <vt:lpstr>6_T&amp;T 12</vt:lpstr>
      <vt:lpstr>5_10 wide master</vt:lpstr>
      <vt:lpstr>5_13</vt:lpstr>
      <vt:lpstr>TandT Theme</vt:lpstr>
      <vt:lpstr>4_White</vt:lpstr>
      <vt:lpstr>12_T&amp;T3</vt:lpstr>
      <vt:lpstr>13_T&amp;T3</vt:lpstr>
      <vt:lpstr>4_14 grid</vt:lpstr>
      <vt:lpstr>4_11 grids</vt:lpstr>
      <vt:lpstr>8_9 grids</vt:lpstr>
      <vt:lpstr>8_8 grids</vt:lpstr>
      <vt:lpstr>9_T&amp;T 12</vt:lpstr>
      <vt:lpstr>8_10 wide master</vt:lpstr>
      <vt:lpstr>8_13</vt:lpstr>
      <vt:lpstr>14_T&amp;T3</vt:lpstr>
      <vt:lpstr>9_9 grids</vt:lpstr>
      <vt:lpstr>9_8 grids</vt:lpstr>
      <vt:lpstr>10_T&amp;T 12</vt:lpstr>
      <vt:lpstr>9_10 wide master</vt:lpstr>
      <vt:lpstr>9_13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Nadia</dc:creator>
  <cp:lastModifiedBy>MAC LIATHAIN, CIAN</cp:lastModifiedBy>
  <cp:revision>101</cp:revision>
  <dcterms:created xsi:type="dcterms:W3CDTF">2020-07-07T15:06:26Z</dcterms:created>
  <dcterms:modified xsi:type="dcterms:W3CDTF">2020-10-06T21:38:43Z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0x010100087F23F89201224EB1020CE6E5A330E6</vt:lpwstr>
  </property>
</Properties>
</file>