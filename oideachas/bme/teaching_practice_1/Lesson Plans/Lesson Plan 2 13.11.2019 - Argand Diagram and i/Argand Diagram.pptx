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webextensions/webextension1.xml" ContentType="application/vnd.ms-office.webextensio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85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43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74423" y="802298"/>
            <a:ext cx="8637073" cy="2920713"/>
          </a:xfrm>
        </p:spPr>
        <p:txBody>
          <a:bodyPr bIns="0" anchor="b">
            <a:normAutofit/>
          </a:bodyPr>
          <a:lstStyle>
            <a:lvl1pPr algn="ctr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74424" y="3724074"/>
            <a:ext cx="8637072" cy="977621"/>
          </a:xfrm>
        </p:spPr>
        <p:txBody>
          <a:bodyPr tIns="91440" bIns="91440">
            <a:normAutofit/>
          </a:bodyPr>
          <a:lstStyle>
            <a:lvl1pPr marL="0" indent="0" algn="ctr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35816-6642-4B62-974A-438D133D8A03}" type="datetimeFigureOut">
              <a:rPr lang="ga-IE" smtClean="0"/>
              <a:t>21/04/2020</a:t>
            </a:fld>
            <a:endParaRPr lang="ga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1579" y="329307"/>
            <a:ext cx="5626774" cy="309201"/>
          </a:xfrm>
        </p:spPr>
        <p:txBody>
          <a:bodyPr/>
          <a:lstStyle/>
          <a:p>
            <a:endParaRPr lang="ga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76834" y="798973"/>
            <a:ext cx="811019" cy="503578"/>
          </a:xfrm>
        </p:spPr>
        <p:txBody>
          <a:bodyPr/>
          <a:lstStyle/>
          <a:p>
            <a:fld id="{23D8A3B2-E805-4CC5-8115-791DA9E1A421}" type="slidenum">
              <a:rPr lang="ga-IE" smtClean="0"/>
              <a:t>‹#›</a:t>
            </a:fld>
            <a:endParaRPr lang="ga-IE"/>
          </a:p>
        </p:txBody>
      </p:sp>
    </p:spTree>
    <p:extLst>
      <p:ext uri="{BB962C8B-B14F-4D97-AF65-F5344CB8AC3E}">
        <p14:creationId xmlns:p14="http://schemas.microsoft.com/office/powerpoint/2010/main" val="601532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35816-6642-4B62-974A-438D133D8A03}" type="datetimeFigureOut">
              <a:rPr lang="ga-IE" smtClean="0"/>
              <a:t>21/04/2020</a:t>
            </a:fld>
            <a:endParaRPr lang="ga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ga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A3B2-E805-4CC5-8115-791DA9E1A421}" type="slidenum">
              <a:rPr lang="ga-IE" smtClean="0"/>
              <a:t>‹#›</a:t>
            </a:fld>
            <a:endParaRPr lang="ga-IE"/>
          </a:p>
        </p:txBody>
      </p:sp>
    </p:spTree>
    <p:extLst>
      <p:ext uri="{BB962C8B-B14F-4D97-AF65-F5344CB8AC3E}">
        <p14:creationId xmlns:p14="http://schemas.microsoft.com/office/powerpoint/2010/main" val="2164932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4423" y="1756130"/>
            <a:ext cx="8643154" cy="1969007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4423" y="3725137"/>
            <a:ext cx="8643154" cy="1093987"/>
          </a:xfrm>
        </p:spPr>
        <p:txBody>
          <a:bodyPr tIns="91440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35816-6642-4B62-974A-438D133D8A03}" type="datetimeFigureOut">
              <a:rPr lang="ga-IE" smtClean="0"/>
              <a:t>21/04/2020</a:t>
            </a:fld>
            <a:endParaRPr lang="ga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ga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A3B2-E805-4CC5-8115-791DA9E1A421}" type="slidenum">
              <a:rPr lang="ga-IE" smtClean="0"/>
              <a:t>‹#›</a:t>
            </a:fld>
            <a:endParaRPr lang="ga-IE"/>
          </a:p>
        </p:txBody>
      </p:sp>
    </p:spTree>
    <p:extLst>
      <p:ext uri="{BB962C8B-B14F-4D97-AF65-F5344CB8AC3E}">
        <p14:creationId xmlns:p14="http://schemas.microsoft.com/office/powerpoint/2010/main" val="56297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293577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488654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54140" y="2017343"/>
            <a:ext cx="4488654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35816-6642-4B62-974A-438D133D8A03}" type="datetimeFigureOut">
              <a:rPr lang="ga-IE" smtClean="0"/>
              <a:t>21/04/2020</a:t>
            </a:fld>
            <a:endParaRPr lang="ga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ga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A3B2-E805-4CC5-8115-791DA9E1A421}" type="slidenum">
              <a:rPr lang="ga-IE" smtClean="0"/>
              <a:t>‹#›</a:t>
            </a:fld>
            <a:endParaRPr lang="ga-IE"/>
          </a:p>
        </p:txBody>
      </p:sp>
    </p:spTree>
    <p:extLst>
      <p:ext uri="{BB962C8B-B14F-4D97-AF65-F5344CB8AC3E}">
        <p14:creationId xmlns:p14="http://schemas.microsoft.com/office/powerpoint/2010/main" val="77323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295603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488794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488794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56025" y="2023003"/>
            <a:ext cx="4488794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56025" y="2821491"/>
            <a:ext cx="4488794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35816-6642-4B62-974A-438D133D8A03}" type="datetimeFigureOut">
              <a:rPr lang="ga-IE" smtClean="0"/>
              <a:t>21/04/2020</a:t>
            </a:fld>
            <a:endParaRPr lang="ga-I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ga-I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A3B2-E805-4CC5-8115-791DA9E1A421}" type="slidenum">
              <a:rPr lang="ga-IE" smtClean="0"/>
              <a:t>‹#›</a:t>
            </a:fld>
            <a:endParaRPr lang="ga-IE"/>
          </a:p>
        </p:txBody>
      </p:sp>
    </p:spTree>
    <p:extLst>
      <p:ext uri="{BB962C8B-B14F-4D97-AF65-F5344CB8AC3E}">
        <p14:creationId xmlns:p14="http://schemas.microsoft.com/office/powerpoint/2010/main" val="13982010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35816-6642-4B62-974A-438D133D8A03}" type="datetimeFigureOut">
              <a:rPr lang="ga-IE" smtClean="0"/>
              <a:t>21/04/2020</a:t>
            </a:fld>
            <a:endParaRPr lang="ga-I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ga-I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A3B2-E805-4CC5-8115-791DA9E1A421}" type="slidenum">
              <a:rPr lang="ga-IE" smtClean="0"/>
              <a:t>‹#›</a:t>
            </a:fld>
            <a:endParaRPr lang="ga-IE"/>
          </a:p>
        </p:txBody>
      </p:sp>
    </p:spTree>
    <p:extLst>
      <p:ext uri="{BB962C8B-B14F-4D97-AF65-F5344CB8AC3E}">
        <p14:creationId xmlns:p14="http://schemas.microsoft.com/office/powerpoint/2010/main" val="27128384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35816-6642-4B62-974A-438D133D8A03}" type="datetimeFigureOut">
              <a:rPr lang="ga-IE" smtClean="0"/>
              <a:t>21/04/2020</a:t>
            </a:fld>
            <a:endParaRPr lang="ga-I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ga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A3B2-E805-4CC5-8115-791DA9E1A421}" type="slidenum">
              <a:rPr lang="ga-IE" smtClean="0"/>
              <a:t>‹#›</a:t>
            </a:fld>
            <a:endParaRPr lang="ga-IE"/>
          </a:p>
        </p:txBody>
      </p:sp>
    </p:spTree>
    <p:extLst>
      <p:ext uri="{BB962C8B-B14F-4D97-AF65-F5344CB8AC3E}">
        <p14:creationId xmlns:p14="http://schemas.microsoft.com/office/powerpoint/2010/main" val="25464541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2961967" cy="2406518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3032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2961967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35816-6642-4B62-974A-438D133D8A03}" type="datetimeFigureOut">
              <a:rPr lang="ga-IE" smtClean="0"/>
              <a:t>21/04/2020</a:t>
            </a:fld>
            <a:endParaRPr lang="ga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ga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A3B2-E805-4CC5-8115-791DA9E1A421}" type="slidenum">
              <a:rPr lang="ga-IE" smtClean="0"/>
              <a:t>‹#›</a:t>
            </a:fld>
            <a:endParaRPr lang="ga-IE"/>
          </a:p>
        </p:txBody>
      </p:sp>
    </p:spTree>
    <p:extLst>
      <p:ext uri="{BB962C8B-B14F-4D97-AF65-F5344CB8AC3E}">
        <p14:creationId xmlns:p14="http://schemas.microsoft.com/office/powerpoint/2010/main" val="39757271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>
            <a:xfrm>
              <a:off x="7477387" y="482170"/>
              <a:ext cx="4074533" cy="5149101"/>
            </a:xfrm>
            <a:prstGeom prst="rect">
              <a:avLst/>
            </a:prstGeom>
            <a:blipFill dpi="0" rotWithShape="1">
              <a:blip r:embed="rId2">
                <a:alphaModFix amt="30000"/>
              </a:blip>
              <a:srcRect/>
              <a:tile tx="0" ty="0" sx="100000" sy="100000" flip="none" algn="ctr"/>
            </a:blip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 extrusionH="76200" contourW="12700" prstMaterial="matte">
              <a:bevelT w="152400" h="50800" prst="softRound"/>
              <a:extrusionClr>
                <a:schemeClr val="tx2"/>
              </a:extrusionClr>
              <a:contourClr>
                <a:schemeClr val="bg2"/>
              </a:contourClr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38100" cmpd="sng">
              <a:solidFill>
                <a:schemeClr val="tx2">
                  <a:lumMod val="25000"/>
                </a:schemeClr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2"/>
            <a:ext cx="5532328" cy="1922299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50000"/>
              <a:lumOff val="50000"/>
              <a:alpha val="80000"/>
            </a:schemeClr>
          </a:solidFill>
          <a:ln w="9525" cap="sq">
            <a:noFill/>
            <a:miter lim="800000"/>
          </a:ln>
          <a:effectLst/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 dirty="0"/>
            </a:lvl1pPr>
          </a:lstStyle>
          <a:p>
            <a:pPr lvl="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059600"/>
            <a:ext cx="5524404" cy="2090134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1D435816-6642-4B62-974A-438D133D8A03}" type="datetimeFigureOut">
              <a:rPr lang="ga-IE" smtClean="0"/>
              <a:t>21/04/2020</a:t>
            </a:fld>
            <a:endParaRPr lang="ga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ga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A3B2-E805-4CC5-8115-791DA9E1A421}" type="slidenum">
              <a:rPr lang="ga-IE" smtClean="0"/>
              <a:t>‹#›</a:t>
            </a:fld>
            <a:endParaRPr lang="ga-IE"/>
          </a:p>
        </p:txBody>
      </p:sp>
    </p:spTree>
    <p:extLst>
      <p:ext uri="{BB962C8B-B14F-4D97-AF65-F5344CB8AC3E}">
        <p14:creationId xmlns:p14="http://schemas.microsoft.com/office/powerpoint/2010/main" val="3757909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35816-6642-4B62-974A-438D133D8A03}" type="datetimeFigureOut">
              <a:rPr lang="ga-IE" smtClean="0"/>
              <a:t>21/04/2020</a:t>
            </a:fld>
            <a:endParaRPr lang="ga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ga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A3B2-E805-4CC5-8115-791DA9E1A421}" type="slidenum">
              <a:rPr lang="ga-IE" smtClean="0"/>
              <a:t>‹#›</a:t>
            </a:fld>
            <a:endParaRPr lang="ga-IE"/>
          </a:p>
        </p:txBody>
      </p:sp>
    </p:spTree>
    <p:extLst>
      <p:ext uri="{BB962C8B-B14F-4D97-AF65-F5344CB8AC3E}">
        <p14:creationId xmlns:p14="http://schemas.microsoft.com/office/powerpoint/2010/main" val="874421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27052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518654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35816-6642-4B62-974A-438D133D8A03}" type="datetimeFigureOut">
              <a:rPr lang="ga-IE" smtClean="0"/>
              <a:t>21/04/2020</a:t>
            </a:fld>
            <a:endParaRPr lang="ga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ga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A3B2-E805-4CC5-8115-791DA9E1A421}" type="slidenum">
              <a:rPr lang="ga-IE" smtClean="0"/>
              <a:t>‹#›</a:t>
            </a:fld>
            <a:endParaRPr lang="ga-IE"/>
          </a:p>
        </p:txBody>
      </p:sp>
    </p:spTree>
    <p:extLst>
      <p:ext uri="{BB962C8B-B14F-4D97-AF65-F5344CB8AC3E}">
        <p14:creationId xmlns:p14="http://schemas.microsoft.com/office/powerpoint/2010/main" val="10765143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291215" cy="10492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29121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42079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435816-6642-4B62-974A-438D133D8A03}" type="datetimeFigureOut">
              <a:rPr lang="ga-IE" smtClean="0"/>
              <a:t>21/04/2020</a:t>
            </a:fld>
            <a:endParaRPr lang="ga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62677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ga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23D8A3B2-E805-4CC5-8115-791DA9E1A421}" type="slidenum">
              <a:rPr lang="ga-IE" smtClean="0"/>
              <a:t>‹#›</a:t>
            </a:fld>
            <a:endParaRPr lang="ga-IE"/>
          </a:p>
        </p:txBody>
      </p:sp>
      <p:sp>
        <p:nvSpPr>
          <p:cNvPr id="9" name="Rectangle 8"/>
          <p:cNvSpPr/>
          <p:nvPr/>
        </p:nvSpPr>
        <p:spPr>
          <a:xfrm>
            <a:off x="0" y="3622291"/>
            <a:ext cx="12192000" cy="250598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>
                  <a:alpha val="80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>
          <a:xfrm>
            <a:off x="0" y="6129338"/>
            <a:ext cx="12192000" cy="742950"/>
          </a:xfrm>
          <a:prstGeom prst="rect">
            <a:avLst/>
          </a:prstGeom>
        </p:spPr>
      </p:pic>
      <p:cxnSp>
        <p:nvCxnSpPr>
          <p:cNvPr id="12" name="Straight Connector 11"/>
          <p:cNvCxnSpPr/>
          <p:nvPr/>
        </p:nvCxnSpPr>
        <p:spPr>
          <a:xfrm>
            <a:off x="0" y="6138142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175846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microsoft.com/office/2011/relationships/webextension" Target="../webextensions/webextension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A6B51-8F5B-4688-A984-2ED1823B6A4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Complex Numbers</a:t>
            </a:r>
            <a:endParaRPr lang="ga-I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40E4F3-CB4B-4892-88FF-E4919351040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sz="4000" dirty="0">
                <a:solidFill>
                  <a:srgbClr val="FF0000"/>
                </a:solidFill>
              </a:rPr>
              <a:t>Argand Diagram</a:t>
            </a:r>
          </a:p>
          <a:p>
            <a:endParaRPr lang="ga-IE" dirty="0"/>
          </a:p>
        </p:txBody>
      </p:sp>
    </p:spTree>
    <p:extLst>
      <p:ext uri="{BB962C8B-B14F-4D97-AF65-F5344CB8AC3E}">
        <p14:creationId xmlns:p14="http://schemas.microsoft.com/office/powerpoint/2010/main" val="39017848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EA79675-FCFF-4915-A373-090DE5CDAECF}"/>
              </a:ext>
            </a:extLst>
          </p:cNvPr>
          <p:cNvSpPr txBox="1"/>
          <p:nvPr/>
        </p:nvSpPr>
        <p:spPr>
          <a:xfrm>
            <a:off x="3965510" y="0"/>
            <a:ext cx="52438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chemeClr val="accent1"/>
                </a:solidFill>
              </a:rPr>
              <a:t>How do games move?</a:t>
            </a:r>
            <a:endParaRPr lang="ga-IE" sz="3200" b="1" dirty="0">
              <a:solidFill>
                <a:schemeClr val="accent1"/>
              </a:solidFill>
            </a:endParaRPr>
          </a:p>
        </p:txBody>
      </p:sp>
      <p:pic>
        <p:nvPicPr>
          <p:cNvPr id="3" name="Content Placeholder 2" descr="A picture containing drawing&#10;&#10;Description automatically generated">
            <a:extLst>
              <a:ext uri="{FF2B5EF4-FFF2-40B4-BE49-F238E27FC236}">
                <a16:creationId xmlns:a16="http://schemas.microsoft.com/office/drawing/2014/main" id="{41404CB3-06FD-4431-B8A4-0E970E68B8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1418" y="918821"/>
            <a:ext cx="3259003" cy="4250873"/>
          </a:xfrm>
        </p:spPr>
      </p:pic>
    </p:spTree>
    <p:extLst>
      <p:ext uri="{BB962C8B-B14F-4D97-AF65-F5344CB8AC3E}">
        <p14:creationId xmlns:p14="http://schemas.microsoft.com/office/powerpoint/2010/main" val="4020932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033B6-C8C1-4B94-AD33-6C268480D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Number Line – Real Numbers</a:t>
            </a:r>
            <a:endParaRPr lang="ga-IE" dirty="0"/>
          </a:p>
        </p:txBody>
      </p:sp>
      <p:pic>
        <p:nvPicPr>
          <p:cNvPr id="5" name="Content Placeholder 4" descr="A picture containing clock&#10;&#10;Description automatically generated">
            <a:extLst>
              <a:ext uri="{FF2B5EF4-FFF2-40B4-BE49-F238E27FC236}">
                <a16:creationId xmlns:a16="http://schemas.microsoft.com/office/drawing/2014/main" id="{56D45549-BDCD-4D22-B4F3-3282741197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0183" y="2016125"/>
            <a:ext cx="7873222" cy="3449638"/>
          </a:xfrm>
        </p:spPr>
      </p:pic>
    </p:spTree>
    <p:extLst>
      <p:ext uri="{BB962C8B-B14F-4D97-AF65-F5344CB8AC3E}">
        <p14:creationId xmlns:p14="http://schemas.microsoft.com/office/powerpoint/2010/main" val="12287031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4AD73-2B39-4104-A79D-E250238DE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Complex Number – Real and Imaginary</a:t>
            </a:r>
            <a:endParaRPr lang="ga-IE" dirty="0"/>
          </a:p>
        </p:txBody>
      </p:sp>
      <p:pic>
        <p:nvPicPr>
          <p:cNvPr id="5" name="Content Placeholder 4" descr="A screenshot of a cell phone&#10;&#10;Description automatically generated">
            <a:extLst>
              <a:ext uri="{FF2B5EF4-FFF2-40B4-BE49-F238E27FC236}">
                <a16:creationId xmlns:a16="http://schemas.microsoft.com/office/drawing/2014/main" id="{E4A7C546-804B-4B5A-B6CB-0A4BFF3112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1445" y="1878541"/>
            <a:ext cx="8109110" cy="4232699"/>
          </a:xfrm>
        </p:spPr>
      </p:pic>
    </p:spTree>
    <p:extLst>
      <p:ext uri="{BB962C8B-B14F-4D97-AF65-F5344CB8AC3E}">
        <p14:creationId xmlns:p14="http://schemas.microsoft.com/office/powerpoint/2010/main" val="30323036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197DB-0CE1-460E-AE05-521556ECB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Do imaginary numbers fit on the line?</a:t>
            </a:r>
            <a:endParaRPr lang="ga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BBBD7E-BA21-4152-B54C-D9BA1AC344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ga-IE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0749E2-1C07-4FD1-83B1-2DFC5202D2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448" y="2352992"/>
            <a:ext cx="11886111" cy="1786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5100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82D7B-E79E-4242-ADAE-B81B18FC7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8273" y="0"/>
            <a:ext cx="9291215" cy="1049235"/>
          </a:xfrm>
        </p:spPr>
        <p:txBody>
          <a:bodyPr/>
          <a:lstStyle/>
          <a:p>
            <a:r>
              <a:rPr lang="en-GB" dirty="0"/>
              <a:t>Argand Diagram</a:t>
            </a:r>
            <a:endParaRPr lang="ga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70BCD-F017-49CD-B43B-93E81F6393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sz="3200" dirty="0"/>
              <a:t>To show a Complex Number geometrically:</a:t>
            </a:r>
          </a:p>
          <a:p>
            <a:pPr marL="0" indent="0">
              <a:buNone/>
            </a:pPr>
            <a:endParaRPr lang="en-GB" sz="2800" dirty="0"/>
          </a:p>
          <a:p>
            <a:r>
              <a:rPr lang="en-GB" sz="2800" dirty="0">
                <a:solidFill>
                  <a:srgbClr val="00B0F0"/>
                </a:solidFill>
              </a:rPr>
              <a:t>We will keep the Real part on the horizontal Number Line as usual.</a:t>
            </a:r>
          </a:p>
          <a:p>
            <a:endParaRPr lang="en-GB" sz="2800" dirty="0"/>
          </a:p>
          <a:p>
            <a:r>
              <a:rPr lang="en-GB" sz="2800" dirty="0">
                <a:solidFill>
                  <a:srgbClr val="FF0000"/>
                </a:solidFill>
              </a:rPr>
              <a:t>We will add a new vertical axis for the Imaginary part.</a:t>
            </a:r>
            <a:endParaRPr lang="ga-IE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83536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5E039-8668-40DB-A679-9EA7045B9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0392" y="0"/>
            <a:ext cx="9291215" cy="1049235"/>
          </a:xfrm>
        </p:spPr>
        <p:txBody>
          <a:bodyPr/>
          <a:lstStyle/>
          <a:p>
            <a:r>
              <a:rPr lang="en-GB" dirty="0"/>
              <a:t>Argand Diagram</a:t>
            </a:r>
            <a:endParaRPr lang="ga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D33EB0-0ED8-4EEB-8ED5-4C1E4EAD4D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6894" y="938582"/>
            <a:ext cx="9291215" cy="345061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3600" dirty="0"/>
              <a:t>For the complex number 3 + 4i:</a:t>
            </a:r>
          </a:p>
          <a:p>
            <a:pPr lvl="1"/>
            <a:r>
              <a:rPr lang="en-GB" sz="3200" dirty="0">
                <a:solidFill>
                  <a:srgbClr val="00B0F0"/>
                </a:solidFill>
              </a:rPr>
              <a:t>Real part on the horizontal axis.</a:t>
            </a:r>
          </a:p>
          <a:p>
            <a:pPr lvl="1"/>
            <a:r>
              <a:rPr lang="en-GB" sz="3200" dirty="0">
                <a:solidFill>
                  <a:srgbClr val="00B0F0"/>
                </a:solidFill>
              </a:rPr>
              <a:t>Real Part = 3</a:t>
            </a:r>
          </a:p>
          <a:p>
            <a:pPr lvl="1"/>
            <a:r>
              <a:rPr lang="en-GB" sz="3200" dirty="0">
                <a:solidFill>
                  <a:srgbClr val="00B0F0"/>
                </a:solidFill>
              </a:rPr>
              <a:t>Positive or Negative? Left or Right side?</a:t>
            </a:r>
          </a:p>
          <a:p>
            <a:pPr lvl="1"/>
            <a:endParaRPr lang="en-GB" sz="3200" dirty="0">
              <a:solidFill>
                <a:srgbClr val="FF0000"/>
              </a:solidFill>
            </a:endParaRPr>
          </a:p>
          <a:p>
            <a:pPr lvl="1"/>
            <a:r>
              <a:rPr lang="en-GB" sz="3200" dirty="0">
                <a:solidFill>
                  <a:srgbClr val="FF0000"/>
                </a:solidFill>
              </a:rPr>
              <a:t>Imaginary part on the vertical axis</a:t>
            </a:r>
          </a:p>
          <a:p>
            <a:pPr lvl="1"/>
            <a:r>
              <a:rPr lang="en-GB" sz="3200" dirty="0">
                <a:solidFill>
                  <a:srgbClr val="FF0000"/>
                </a:solidFill>
              </a:rPr>
              <a:t>Imaginary part = 4</a:t>
            </a:r>
          </a:p>
          <a:p>
            <a:pPr lvl="1"/>
            <a:r>
              <a:rPr lang="en-GB" sz="3200" dirty="0">
                <a:solidFill>
                  <a:srgbClr val="FF0000"/>
                </a:solidFill>
              </a:rPr>
              <a:t>Positive or Negative? Left or Right side?</a:t>
            </a:r>
            <a:endParaRPr lang="ga-IE" sz="3200" dirty="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D18FED-1F23-4CA3-9421-AF29D6B926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0720" y="7132320"/>
            <a:ext cx="7633336" cy="3234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4188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67CC5-9E30-4327-8F90-6A480EDF2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ga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0B60B2-BB4A-4D07-93BA-0DE61E5EB5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ga-IE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0350AA-4C25-4FB3-9ABF-7E32D704C7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4442" y="24411"/>
            <a:ext cx="7029597" cy="6691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0344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E516A-BFBB-404B-9B7B-D5BE4693C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Argand Diagram</a:t>
            </a:r>
            <a:endParaRPr lang="ga-IE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E5228E6-DBA3-4B4B-A6FC-DB5E620E50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1815" y="1678053"/>
            <a:ext cx="7655726" cy="5076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45945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6D787-C622-44A6-9459-7A3C06F25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ga-IE"/>
          </a:p>
        </p:txBody>
      </p:sp>
      <mc:AlternateContent xmlns:mc="http://schemas.openxmlformats.org/markup-compatibility/2006" xmlns:we="http://schemas.microsoft.com/office/webextensions/webextension/2010/11" xmlns:pca="http://schemas.microsoft.com/office/powerpoint/2013/contentapp">
        <mc:Choice Requires="we pca">
          <p:graphicFrame>
            <p:nvGraphicFramePr>
              <p:cNvPr id="4" name="Content Placeholder 3" title="GeoGebra for PowerPoint">
                <a:extLst>
                  <a:ext uri="{FF2B5EF4-FFF2-40B4-BE49-F238E27FC236}">
                    <a16:creationId xmlns:a16="http://schemas.microsoft.com/office/drawing/2014/main" id="{8EC6080B-E06D-4568-892F-58C60C24B1E3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127884943"/>
                  </p:ext>
                </p:extLst>
              </p:nvPr>
            </p:nvGraphicFramePr>
            <p:xfrm>
              <a:off x="838200" y="267413"/>
              <a:ext cx="10515600" cy="6152048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4" name="Content Placeholder 3" title="GeoGebra for PowerPoint">
                <a:extLst>
                  <a:ext uri="{FF2B5EF4-FFF2-40B4-BE49-F238E27FC236}">
                    <a16:creationId xmlns:a16="http://schemas.microsoft.com/office/drawing/2014/main" id="{8EC6080B-E06D-4568-892F-58C60C24B1E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38200" y="267413"/>
                <a:ext cx="10515600" cy="6152048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822299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8DA97-148E-45A5-9233-3D1816655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ga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A52D4-99C5-447F-98CA-04951F7234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ga-IE" dirty="0"/>
          </a:p>
        </p:txBody>
      </p:sp>
    </p:spTree>
    <p:extLst>
      <p:ext uri="{BB962C8B-B14F-4D97-AF65-F5344CB8AC3E}">
        <p14:creationId xmlns:p14="http://schemas.microsoft.com/office/powerpoint/2010/main" val="3568498781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9D5"/>
      </a:lt2>
      <a:accent1>
        <a:srgbClr val="FB8C29"/>
      </a:accent1>
      <a:accent2>
        <a:srgbClr val="F2C351"/>
      </a:accent2>
      <a:accent3>
        <a:srgbClr val="D0CBA5"/>
      </a:accent3>
      <a:accent4>
        <a:srgbClr val="A2C476"/>
      </a:accent4>
      <a:accent5>
        <a:srgbClr val="57C293"/>
      </a:accent5>
      <a:accent6>
        <a:srgbClr val="06BFDE"/>
      </a:accent6>
      <a:hlink>
        <a:srgbClr val="FBAE29"/>
      </a:hlink>
      <a:folHlink>
        <a:srgbClr val="EDC47E"/>
      </a:folHlink>
    </a:clrScheme>
    <a:fontScheme name="Gallery">
      <a:majorFont>
        <a:latin typeface="Rockwell" panose="020606030202050204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BB5F5D82-B5E9-469E-A815-C655ED4AF243}"/>
    </a:ext>
  </a:extLst>
</a:theme>
</file>

<file path=ppt/webextensions/_rels/webextension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0.png"/></Relationships>
</file>

<file path=ppt/webextensions/webextension1.xml><?xml version="1.0" encoding="utf-8"?>
<we:webextension xmlns:we="http://schemas.microsoft.com/office/webextensions/webextension/2010/11" id="{8072FB12-9D33-4F85-8490-CC0195561051}">
  <we:reference id="wa104363477" version="1.0.0.3" store="en-001" storeType="OMEX"/>
  <we:alternateReferences>
    <we:reference id="wa104363477" version="1.0.0.3" store="wa104363477" storeType="OMEX"/>
  </we:alternateReferences>
  <we:properties>
    <we:property name="__labs__" value="{&quot;configuration&quot;:null,&quot;hostVersion&quot;:{&quot;major&quot;:0,&quot;minor&quot;:1}}"/>
  </we:properties>
  <we:bindings/>
  <we:snapshot xmlns:r="http://schemas.openxmlformats.org/officeDocument/2006/relationships" r:embed="rId1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84</TotalTime>
  <Words>115</Words>
  <Application>Microsoft Office PowerPoint</Application>
  <PresentationFormat>Widescreen</PresentationFormat>
  <Paragraphs>22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Rockwell</vt:lpstr>
      <vt:lpstr>Gallery</vt:lpstr>
      <vt:lpstr>Complex Numbers</vt:lpstr>
      <vt:lpstr>PowerPoint Presentation</vt:lpstr>
      <vt:lpstr>The Number Line – Real Numbers</vt:lpstr>
      <vt:lpstr>Complex Number – Real and Imaginary</vt:lpstr>
      <vt:lpstr>Do imaginary numbers fit on the line?</vt:lpstr>
      <vt:lpstr>Argand Diagram</vt:lpstr>
      <vt:lpstr>Argand Diagram</vt:lpstr>
      <vt:lpstr>PowerPoint Presentation</vt:lpstr>
      <vt:lpstr>Argand Diagram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Complex Numbers</dc:title>
  <dc:creator>MAC LIATHAIN, CIAN</dc:creator>
  <cp:lastModifiedBy>MAC LIATHAIN, CIAN</cp:lastModifiedBy>
  <cp:revision>7</cp:revision>
  <dcterms:created xsi:type="dcterms:W3CDTF">2020-04-21T14:42:49Z</dcterms:created>
  <dcterms:modified xsi:type="dcterms:W3CDTF">2020-04-21T16:07:58Z</dcterms:modified>
</cp:coreProperties>
</file>