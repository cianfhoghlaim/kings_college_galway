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60153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2164932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56297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7732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1398201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271283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2546454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3975727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ga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375790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87442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1076514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35816-6642-4B62-974A-438D133D8A03}" type="datetimeFigureOut">
              <a:rPr lang="ga-IE" smtClean="0"/>
              <a:t>21/04/2020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3D8A3B2-E805-4CC5-8115-791DA9E1A421}" type="slidenum">
              <a:rPr lang="ga-IE" smtClean="0"/>
              <a:t>‹#›</a:t>
            </a:fld>
            <a:endParaRPr lang="ga-IE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7584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A6B51-8F5B-4688-A984-2ED1823B6A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Complex Numbers</a:t>
            </a:r>
            <a:endParaRPr lang="ga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0E4F3-CB4B-4892-88FF-E491935104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sz="4000" dirty="0">
                <a:solidFill>
                  <a:srgbClr val="FF0000"/>
                </a:solidFill>
              </a:rPr>
              <a:t>Argand Diagram</a:t>
            </a:r>
          </a:p>
          <a:p>
            <a:endParaRPr lang="ga-IE" dirty="0"/>
          </a:p>
        </p:txBody>
      </p:sp>
    </p:spTree>
    <p:extLst>
      <p:ext uri="{BB962C8B-B14F-4D97-AF65-F5344CB8AC3E}">
        <p14:creationId xmlns:p14="http://schemas.microsoft.com/office/powerpoint/2010/main" val="3901784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EA79675-FCFF-4915-A373-090DE5CDAECF}"/>
              </a:ext>
            </a:extLst>
          </p:cNvPr>
          <p:cNvSpPr txBox="1"/>
          <p:nvPr/>
        </p:nvSpPr>
        <p:spPr>
          <a:xfrm>
            <a:off x="3965510" y="0"/>
            <a:ext cx="52438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accent1"/>
                </a:solidFill>
              </a:rPr>
              <a:t>How do games move?</a:t>
            </a:r>
            <a:endParaRPr lang="ga-IE" sz="3200" b="1" dirty="0">
              <a:solidFill>
                <a:schemeClr val="accent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457D768-6554-4CB5-953E-1E12F9CB4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402093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033B6-C8C1-4B94-AD33-6C268480D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Number Line – Real Numbers</a:t>
            </a:r>
            <a:endParaRPr lang="ga-IE" dirty="0"/>
          </a:p>
        </p:txBody>
      </p:sp>
      <p:pic>
        <p:nvPicPr>
          <p:cNvPr id="5" name="Content Placeholder 4" descr="A picture containing clock&#10;&#10;Description automatically generated">
            <a:extLst>
              <a:ext uri="{FF2B5EF4-FFF2-40B4-BE49-F238E27FC236}">
                <a16:creationId xmlns:a16="http://schemas.microsoft.com/office/drawing/2014/main" id="{56D45549-BDCD-4D22-B4F3-3282741197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83" y="2016125"/>
            <a:ext cx="7873222" cy="3449638"/>
          </a:xfrm>
        </p:spPr>
      </p:pic>
    </p:spTree>
    <p:extLst>
      <p:ext uri="{BB962C8B-B14F-4D97-AF65-F5344CB8AC3E}">
        <p14:creationId xmlns:p14="http://schemas.microsoft.com/office/powerpoint/2010/main" val="1228703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4AD73-2B39-4104-A79D-E250238DE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 Number – Real and Imaginary</a:t>
            </a:r>
            <a:endParaRPr lang="ga-IE" dirty="0"/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E4A7C546-804B-4B5A-B6CB-0A4BFF3112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445" y="1878541"/>
            <a:ext cx="8109110" cy="4232699"/>
          </a:xfrm>
        </p:spPr>
      </p:pic>
    </p:spTree>
    <p:extLst>
      <p:ext uri="{BB962C8B-B14F-4D97-AF65-F5344CB8AC3E}">
        <p14:creationId xmlns:p14="http://schemas.microsoft.com/office/powerpoint/2010/main" val="3032303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197DB-0CE1-460E-AE05-521556ECB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 imaginary numbers fit on the line?</a:t>
            </a:r>
            <a:endParaRPr lang="ga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BBD7E-BA21-4152-B54C-D9BA1AC34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ga-I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0749E2-1C07-4FD1-83B1-2DFC5202D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48" y="2352992"/>
            <a:ext cx="11886111" cy="178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510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82D7B-E79E-4242-ADAE-B81B18FC7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273" y="0"/>
            <a:ext cx="9291215" cy="1049235"/>
          </a:xfrm>
        </p:spPr>
        <p:txBody>
          <a:bodyPr/>
          <a:lstStyle/>
          <a:p>
            <a:r>
              <a:rPr lang="en-GB" dirty="0"/>
              <a:t>Argand Diagram</a:t>
            </a:r>
            <a:endParaRPr lang="ga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70BCD-F017-49CD-B43B-93E81F639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3200" dirty="0"/>
              <a:t>To show a Complex Number geometrically:</a:t>
            </a:r>
          </a:p>
          <a:p>
            <a:pPr marL="0" indent="0">
              <a:buNone/>
            </a:pPr>
            <a:endParaRPr lang="en-GB" sz="2800" dirty="0"/>
          </a:p>
          <a:p>
            <a:r>
              <a:rPr lang="en-GB" sz="2800" dirty="0">
                <a:solidFill>
                  <a:srgbClr val="00B0F0"/>
                </a:solidFill>
              </a:rPr>
              <a:t>We will keep the Real part on the horizontal Number Line as usual.</a:t>
            </a:r>
          </a:p>
          <a:p>
            <a:endParaRPr lang="en-GB" sz="2800" dirty="0"/>
          </a:p>
          <a:p>
            <a:r>
              <a:rPr lang="en-GB" sz="2800" dirty="0">
                <a:solidFill>
                  <a:srgbClr val="FF0000"/>
                </a:solidFill>
              </a:rPr>
              <a:t>We will add a new vertical axis for the Imaginary part.</a:t>
            </a:r>
            <a:endParaRPr lang="ga-IE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35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5E039-8668-40DB-A679-9EA7045B9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2" y="0"/>
            <a:ext cx="9291215" cy="1049235"/>
          </a:xfrm>
        </p:spPr>
        <p:txBody>
          <a:bodyPr/>
          <a:lstStyle/>
          <a:p>
            <a:r>
              <a:rPr lang="en-GB" dirty="0"/>
              <a:t>Argand Diagram</a:t>
            </a:r>
            <a:endParaRPr lang="ga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33EB0-0ED8-4EEB-8ED5-4C1E4EAD4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6894" y="938582"/>
            <a:ext cx="9291215" cy="34506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3600" dirty="0"/>
              <a:t>For the complex number 3 + 4i:</a:t>
            </a:r>
          </a:p>
          <a:p>
            <a:pPr lvl="1"/>
            <a:r>
              <a:rPr lang="en-GB" sz="3200" dirty="0">
                <a:solidFill>
                  <a:srgbClr val="00B0F0"/>
                </a:solidFill>
              </a:rPr>
              <a:t>Real part on the horizontal axis.</a:t>
            </a:r>
          </a:p>
          <a:p>
            <a:pPr lvl="1"/>
            <a:r>
              <a:rPr lang="en-GB" sz="3200" dirty="0">
                <a:solidFill>
                  <a:srgbClr val="00B0F0"/>
                </a:solidFill>
              </a:rPr>
              <a:t>Real Part = 3</a:t>
            </a:r>
          </a:p>
          <a:p>
            <a:pPr lvl="1"/>
            <a:r>
              <a:rPr lang="en-GB" sz="3200" dirty="0">
                <a:solidFill>
                  <a:srgbClr val="00B0F0"/>
                </a:solidFill>
              </a:rPr>
              <a:t>Positive or Negative? Left or Right side?</a:t>
            </a:r>
          </a:p>
          <a:p>
            <a:pPr lvl="1"/>
            <a:endParaRPr lang="en-GB" sz="3200" dirty="0">
              <a:solidFill>
                <a:srgbClr val="FF0000"/>
              </a:solidFill>
            </a:endParaRPr>
          </a:p>
          <a:p>
            <a:pPr lvl="1"/>
            <a:r>
              <a:rPr lang="en-GB" sz="3200" dirty="0">
                <a:solidFill>
                  <a:srgbClr val="FF0000"/>
                </a:solidFill>
              </a:rPr>
              <a:t>Imaginary part on the vertical axis</a:t>
            </a:r>
          </a:p>
          <a:p>
            <a:pPr lvl="1"/>
            <a:r>
              <a:rPr lang="en-GB" sz="3200" dirty="0">
                <a:solidFill>
                  <a:srgbClr val="FF0000"/>
                </a:solidFill>
              </a:rPr>
              <a:t>Imaginary part = 4</a:t>
            </a:r>
          </a:p>
          <a:p>
            <a:pPr lvl="1"/>
            <a:r>
              <a:rPr lang="en-GB" sz="3200" dirty="0">
                <a:solidFill>
                  <a:srgbClr val="FF0000"/>
                </a:solidFill>
              </a:rPr>
              <a:t>Positive or Negative? Left or Right side?</a:t>
            </a:r>
            <a:endParaRPr lang="ga-IE" sz="32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D18FED-1F23-4CA3-9421-AF29D6B92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20" y="7132320"/>
            <a:ext cx="7633336" cy="323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18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67CC5-9E30-4327-8F90-6A480EDF2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B60B2-BB4A-4D07-93BA-0DE61E5EB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ga-I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0350AA-4C25-4FB3-9ABF-7E32D704C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442" y="24411"/>
            <a:ext cx="7029597" cy="669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034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E516A-BFBB-404B-9B7B-D5BE4693C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Argand Diagram</a:t>
            </a:r>
            <a:endParaRPr lang="ga-IE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5228E6-DBA3-4B4B-A6FC-DB5E620E5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815" y="1678053"/>
            <a:ext cx="7655726" cy="507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594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6D787-C622-44A6-9459-7A3C06F25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ga-IE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ntent Placeholder 3" title="GeoGebra for PowerPoint">
                <a:extLst>
                  <a:ext uri="{FF2B5EF4-FFF2-40B4-BE49-F238E27FC236}">
                    <a16:creationId xmlns:a16="http://schemas.microsoft.com/office/drawing/2014/main" id="{8EC6080B-E06D-4568-892F-58C60C24B1E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27884943"/>
                  </p:ext>
                </p:extLst>
              </p:nvPr>
            </p:nvGraphicFramePr>
            <p:xfrm>
              <a:off x="838200" y="267413"/>
              <a:ext cx="10515600" cy="615204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ntent Placeholder 3" title="GeoGebra for PowerPoint">
                <a:extLst>
                  <a:ext uri="{FF2B5EF4-FFF2-40B4-BE49-F238E27FC236}">
                    <a16:creationId xmlns:a16="http://schemas.microsoft.com/office/drawing/2014/main" id="{8EC6080B-E06D-4568-892F-58C60C24B1E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267413"/>
                <a:ext cx="10515600" cy="615204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2229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8DA97-148E-45A5-9233-3D1816655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A52D4-99C5-447F-98CA-04951F723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ga-IE" dirty="0"/>
          </a:p>
        </p:txBody>
      </p:sp>
    </p:spTree>
    <p:extLst>
      <p:ext uri="{BB962C8B-B14F-4D97-AF65-F5344CB8AC3E}">
        <p14:creationId xmlns:p14="http://schemas.microsoft.com/office/powerpoint/2010/main" val="356849878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webextensions/webextension1.xml><?xml version="1.0" encoding="utf-8"?>
<we:webextension xmlns:we="http://schemas.microsoft.com/office/webextensions/webextension/2010/11" id="{8072FB12-9D33-4F85-8490-CC0195561051}">
  <we:reference id="wa104363477" version="1.0.0.3" store="en-001" storeType="OMEX"/>
  <we:alternateReferences>
    <we:reference id="wa104363477" version="1.0.0.3" store="wa104363477" storeType="OMEX"/>
  </we:alternateReferences>
  <we:properties>
    <we:property name="__labs__" value="{&quot;configuration&quot;:null,&quot;hostVersion&quot;:{&quot;major&quot;:0,&quot;minor&quot;:1}}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70</TotalTime>
  <Words>115</Words>
  <Application>Microsoft Office PowerPoint</Application>
  <PresentationFormat>Widescreen</PresentationFormat>
  <Paragraphs>22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Rockwell</vt:lpstr>
      <vt:lpstr>Gallery</vt:lpstr>
      <vt:lpstr>Complex Numbers</vt:lpstr>
      <vt:lpstr>PowerPoint Presentation</vt:lpstr>
      <vt:lpstr>The Number Line – Real Numbers</vt:lpstr>
      <vt:lpstr>Complex Number – Real and Imaginary</vt:lpstr>
      <vt:lpstr>Do imaginary numbers fit on the line?</vt:lpstr>
      <vt:lpstr>Argand Diagram</vt:lpstr>
      <vt:lpstr>Argand Diagram</vt:lpstr>
      <vt:lpstr>PowerPoint Presentation</vt:lpstr>
      <vt:lpstr>Argand Diagram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Complex Numbers</dc:title>
  <dc:creator>MAC LIATHAIN, CIAN</dc:creator>
  <cp:lastModifiedBy>MAC LIATHAIN, CIAN</cp:lastModifiedBy>
  <cp:revision>5</cp:revision>
  <dcterms:created xsi:type="dcterms:W3CDTF">2020-04-21T14:42:49Z</dcterms:created>
  <dcterms:modified xsi:type="dcterms:W3CDTF">2020-04-21T15:53:47Z</dcterms:modified>
</cp:coreProperties>
</file>