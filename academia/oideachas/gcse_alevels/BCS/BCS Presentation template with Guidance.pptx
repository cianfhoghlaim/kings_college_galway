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3.xml" ContentType="application/vnd.openxmlformats-officedocument.theme+xml"/>
  <Override PartName="/ppt/slideLayouts/slideLayout1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0" r:id="rId4"/>
    <p:sldMasterId id="2147483660" r:id="rId5"/>
    <p:sldMasterId id="2147483729" r:id="rId6"/>
    <p:sldMasterId id="2147483734" r:id="rId7"/>
  </p:sldMasterIdLst>
  <p:notesMasterIdLst>
    <p:notesMasterId r:id="rId20"/>
  </p:notesMasterIdLst>
  <p:handoutMasterIdLst>
    <p:handoutMasterId r:id="rId21"/>
  </p:handoutMasterIdLst>
  <p:sldIdLst>
    <p:sldId id="285" r:id="rId8"/>
    <p:sldId id="304" r:id="rId9"/>
    <p:sldId id="322" r:id="rId10"/>
    <p:sldId id="296" r:id="rId11"/>
    <p:sldId id="317" r:id="rId12"/>
    <p:sldId id="315" r:id="rId13"/>
    <p:sldId id="316" r:id="rId14"/>
    <p:sldId id="318" r:id="rId15"/>
    <p:sldId id="319" r:id="rId16"/>
    <p:sldId id="320" r:id="rId17"/>
    <p:sldId id="321" r:id="rId18"/>
    <p:sldId id="313"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ainey Helliwell" initials="LH" lastIdx="1" clrIdx="0">
    <p:extLst>
      <p:ext uri="{19B8F6BF-5375-455C-9EA6-DF929625EA0E}">
        <p15:presenceInfo xmlns:p15="http://schemas.microsoft.com/office/powerpoint/2012/main" userId="S::lainey.helliwell@bcs.uk::569e06bc-101d-402f-9b3b-5d40e10065c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51615"/>
    <a:srgbClr val="006941"/>
    <a:srgbClr val="006C43"/>
    <a:srgbClr val="ABCC3A"/>
    <a:srgbClr val="666766"/>
    <a:srgbClr val="F7F6F7"/>
    <a:srgbClr val="669A2F"/>
    <a:srgbClr val="CCCC00"/>
    <a:srgbClr val="BEF000"/>
    <a:srgbClr val="E5E4D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AF85F19-2587-F002-8BB4-C60E74FFCA7B}" v="12" dt="2024-10-25T09:23:38.65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4" d="100"/>
          <a:sy n="94" d="100"/>
        </p:scale>
        <p:origin x="384" y="96"/>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3.xml"/><Relationship Id="rId19" Type="http://schemas.openxmlformats.org/officeDocument/2006/relationships/slide" Target="slides/slide12.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commentAuthors" Target="commentAuthors.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cola Charlton" userId="S::nicola.charlton@bcs.uk::9880ea12-b54c-4ac0-ab7a-03338f8cfc40" providerId="AD" clId="Web-{7AF85F19-2587-F002-8BB4-C60E74FFCA7B}"/>
    <pc:docChg chg="modSld">
      <pc:chgData name="Nicola Charlton" userId="S::nicola.charlton@bcs.uk::9880ea12-b54c-4ac0-ab7a-03338f8cfc40" providerId="AD" clId="Web-{7AF85F19-2587-F002-8BB4-C60E74FFCA7B}" dt="2024-10-25T09:23:33.644" v="10" actId="20577"/>
      <pc:docMkLst>
        <pc:docMk/>
      </pc:docMkLst>
      <pc:sldChg chg="modSp">
        <pc:chgData name="Nicola Charlton" userId="S::nicola.charlton@bcs.uk::9880ea12-b54c-4ac0-ab7a-03338f8cfc40" providerId="AD" clId="Web-{7AF85F19-2587-F002-8BB4-C60E74FFCA7B}" dt="2024-10-25T09:23:33.644" v="10" actId="20577"/>
        <pc:sldMkLst>
          <pc:docMk/>
          <pc:sldMk cId="3483667295" sldId="319"/>
        </pc:sldMkLst>
        <pc:spChg chg="mod">
          <ac:chgData name="Nicola Charlton" userId="S::nicola.charlton@bcs.uk::9880ea12-b54c-4ac0-ab7a-03338f8cfc40" providerId="AD" clId="Web-{7AF85F19-2587-F002-8BB4-C60E74FFCA7B}" dt="2024-10-25T09:23:33.644" v="10" actId="20577"/>
          <ac:spMkLst>
            <pc:docMk/>
            <pc:sldMk cId="3483667295" sldId="319"/>
            <ac:spMk id="5" creationId="{488A001A-2443-44B0-8A02-7153A9D39ACD}"/>
          </ac:spMkLst>
        </pc:spChg>
      </pc:sldChg>
    </pc:docChg>
  </pc:docChgLst>
  <pc:docChgLst>
    <pc:chgData name="Lainey Helliwell" userId="569e06bc-101d-402f-9b3b-5d40e10065c4" providerId="ADAL" clId="{50A124C2-925A-48E2-9272-0B1C1DF5BF90}"/>
    <pc:docChg chg="modSld">
      <pc:chgData name="Lainey Helliwell" userId="569e06bc-101d-402f-9b3b-5d40e10065c4" providerId="ADAL" clId="{50A124C2-925A-48E2-9272-0B1C1DF5BF90}" dt="2022-03-25T15:08:52.689" v="5" actId="20577"/>
      <pc:docMkLst>
        <pc:docMk/>
      </pc:docMkLst>
      <pc:sldChg chg="modSp mod">
        <pc:chgData name="Lainey Helliwell" userId="569e06bc-101d-402f-9b3b-5d40e10065c4" providerId="ADAL" clId="{50A124C2-925A-48E2-9272-0B1C1DF5BF90}" dt="2022-03-25T15:08:52.689" v="5" actId="20577"/>
        <pc:sldMkLst>
          <pc:docMk/>
          <pc:sldMk cId="2179753299" sldId="304"/>
        </pc:sldMkLst>
        <pc:spChg chg="mod">
          <ac:chgData name="Lainey Helliwell" userId="569e06bc-101d-402f-9b3b-5d40e10065c4" providerId="ADAL" clId="{50A124C2-925A-48E2-9272-0B1C1DF5BF90}" dt="2022-03-25T15:08:52.689" v="5" actId="20577"/>
          <ac:spMkLst>
            <pc:docMk/>
            <pc:sldMk cId="2179753299" sldId="304"/>
            <ac:spMk id="4" creationId="{2CC0E02C-B2E8-4FE4-AD22-DE4315B18D97}"/>
          </ac:spMkLst>
        </pc:spChg>
      </pc:sldChg>
    </pc:docChg>
  </pc:docChgLst>
  <pc:docChgLst>
    <pc:chgData name="Nicola Charlton" userId="9880ea12-b54c-4ac0-ab7a-03338f8cfc40" providerId="ADAL" clId="{59BBAE53-C53E-4BDB-8690-6A82EBC27070}"/>
    <pc:docChg chg="undo custSel modSld">
      <pc:chgData name="Nicola Charlton" userId="9880ea12-b54c-4ac0-ab7a-03338f8cfc40" providerId="ADAL" clId="{59BBAE53-C53E-4BDB-8690-6A82EBC27070}" dt="2024-10-17T08:41:11.257" v="34" actId="20577"/>
      <pc:docMkLst>
        <pc:docMk/>
      </pc:docMkLst>
      <pc:sldChg chg="modSp mod">
        <pc:chgData name="Nicola Charlton" userId="9880ea12-b54c-4ac0-ab7a-03338f8cfc40" providerId="ADAL" clId="{59BBAE53-C53E-4BDB-8690-6A82EBC27070}" dt="2024-10-17T08:00:20.010" v="17" actId="20577"/>
        <pc:sldMkLst>
          <pc:docMk/>
          <pc:sldMk cId="3745099496" sldId="296"/>
        </pc:sldMkLst>
        <pc:spChg chg="mod">
          <ac:chgData name="Nicola Charlton" userId="9880ea12-b54c-4ac0-ab7a-03338f8cfc40" providerId="ADAL" clId="{59BBAE53-C53E-4BDB-8690-6A82EBC27070}" dt="2024-10-17T08:00:20.010" v="17" actId="20577"/>
          <ac:spMkLst>
            <pc:docMk/>
            <pc:sldMk cId="3745099496" sldId="296"/>
            <ac:spMk id="6" creationId="{60A86B43-7B86-4B53-8750-00B5416C8397}"/>
          </ac:spMkLst>
        </pc:spChg>
      </pc:sldChg>
      <pc:sldChg chg="modSp mod">
        <pc:chgData name="Nicola Charlton" userId="9880ea12-b54c-4ac0-ab7a-03338f8cfc40" providerId="ADAL" clId="{59BBAE53-C53E-4BDB-8690-6A82EBC27070}" dt="2024-10-17T08:41:11.257" v="34" actId="20577"/>
        <pc:sldMkLst>
          <pc:docMk/>
          <pc:sldMk cId="3483667295" sldId="319"/>
        </pc:sldMkLst>
        <pc:spChg chg="mod">
          <ac:chgData name="Nicola Charlton" userId="9880ea12-b54c-4ac0-ab7a-03338f8cfc40" providerId="ADAL" clId="{59BBAE53-C53E-4BDB-8690-6A82EBC27070}" dt="2024-10-17T08:41:11.257" v="34" actId="20577"/>
          <ac:spMkLst>
            <pc:docMk/>
            <pc:sldMk cId="3483667295" sldId="319"/>
            <ac:spMk id="2" creationId="{72EBDA51-D100-4E78-BF83-C8193B04380A}"/>
          </ac:spMkLst>
        </pc:spChg>
      </pc:sldChg>
    </pc:docChg>
  </pc:docChgLst>
  <pc:docChgLst>
    <pc:chgData name="Helen Allison" userId="b512a6fd-7fa0-46c8-8855-93b20a33464b" providerId="ADAL" clId="{D1F4D98A-A68C-4D21-AF4A-D8D8B71E1587}"/>
    <pc:docChg chg="undo custSel addSld delSld modSld">
      <pc:chgData name="Helen Allison" userId="b512a6fd-7fa0-46c8-8855-93b20a33464b" providerId="ADAL" clId="{D1F4D98A-A68C-4D21-AF4A-D8D8B71E1587}" dt="2024-10-25T10:13:39.269" v="15" actId="255"/>
      <pc:docMkLst>
        <pc:docMk/>
      </pc:docMkLst>
      <pc:sldChg chg="modSp new mod">
        <pc:chgData name="Helen Allison" userId="b512a6fd-7fa0-46c8-8855-93b20a33464b" providerId="ADAL" clId="{D1F4D98A-A68C-4D21-AF4A-D8D8B71E1587}" dt="2024-10-25T10:13:39.269" v="15" actId="255"/>
        <pc:sldMkLst>
          <pc:docMk/>
          <pc:sldMk cId="299030104" sldId="322"/>
        </pc:sldMkLst>
        <pc:spChg chg="mod">
          <ac:chgData name="Helen Allison" userId="b512a6fd-7fa0-46c8-8855-93b20a33464b" providerId="ADAL" clId="{D1F4D98A-A68C-4D21-AF4A-D8D8B71E1587}" dt="2024-10-25T10:13:39.269" v="15" actId="255"/>
          <ac:spMkLst>
            <pc:docMk/>
            <pc:sldMk cId="299030104" sldId="322"/>
            <ac:spMk id="2" creationId="{2A3BFBF1-6F0F-4EA3-5DAD-5386E68915C1}"/>
          </ac:spMkLst>
        </pc:spChg>
      </pc:sldChg>
      <pc:sldChg chg="new del">
        <pc:chgData name="Helen Allison" userId="b512a6fd-7fa0-46c8-8855-93b20a33464b" providerId="ADAL" clId="{D1F4D98A-A68C-4D21-AF4A-D8D8B71E1587}" dt="2024-10-25T10:08:22.044" v="1" actId="680"/>
        <pc:sldMkLst>
          <pc:docMk/>
          <pc:sldMk cId="3396922461" sldId="322"/>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8EE5882-6CAF-1848-BD78-2B0026783BD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A64B3B3-B1FB-8E49-9C8F-31B01085A7C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AA093B3-98CF-A747-AF16-F3BD93D81549}" type="datetimeFigureOut">
              <a:rPr lang="en-US" smtClean="0"/>
              <a:t>10/25/2024</a:t>
            </a:fld>
            <a:endParaRPr lang="en-US"/>
          </a:p>
        </p:txBody>
      </p:sp>
      <p:sp>
        <p:nvSpPr>
          <p:cNvPr id="4" name="Footer Placeholder 3">
            <a:extLst>
              <a:ext uri="{FF2B5EF4-FFF2-40B4-BE49-F238E27FC236}">
                <a16:creationId xmlns:a16="http://schemas.microsoft.com/office/drawing/2014/main" id="{EA800318-2311-4F42-BF1E-F6FF411536D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46190294-817A-AB4A-9A3D-DC8772158D3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63C98EC-2FCB-FA47-B963-90D6A1380CA5}" type="slidenum">
              <a:rPr lang="en-US" smtClean="0"/>
              <a:t>‹#›</a:t>
            </a:fld>
            <a:endParaRPr lang="en-US"/>
          </a:p>
        </p:txBody>
      </p:sp>
    </p:spTree>
    <p:extLst>
      <p:ext uri="{BB962C8B-B14F-4D97-AF65-F5344CB8AC3E}">
        <p14:creationId xmlns:p14="http://schemas.microsoft.com/office/powerpoint/2010/main" val="749885810"/>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0BCAF29-0837-4349-97CE-E08AB62FC814}" type="datetimeFigureOut">
              <a:rPr lang="en-US" smtClean="0"/>
              <a:t>10/25/2024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9FFA12-75F5-6549-B26F-192987D1977D}" type="slidenum">
              <a:rPr lang="en-US" smtClean="0"/>
              <a:t>‹#›</a:t>
            </a:fld>
            <a:endParaRPr lang="en-US"/>
          </a:p>
        </p:txBody>
      </p:sp>
      <p:sp>
        <p:nvSpPr>
          <p:cNvPr id="8" name="Notes Placeholder 7">
            <a:extLst>
              <a:ext uri="{FF2B5EF4-FFF2-40B4-BE49-F238E27FC236}">
                <a16:creationId xmlns:a16="http://schemas.microsoft.com/office/drawing/2014/main" id="{72901FCE-AF1B-A04D-9F47-3B65C8EDAC56}"/>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86849426"/>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good starter is:</a:t>
            </a:r>
          </a:p>
          <a:p>
            <a:r>
              <a:rPr lang="en-US"/>
              <a:t>Short</a:t>
            </a:r>
          </a:p>
          <a:p>
            <a:r>
              <a:rPr lang="en-US"/>
              <a:t>Focused</a:t>
            </a:r>
          </a:p>
          <a:p>
            <a:r>
              <a:rPr lang="en-US"/>
              <a:t>Age/Key Stage relevant. </a:t>
            </a:r>
          </a:p>
          <a:p>
            <a:r>
              <a:rPr lang="en-US"/>
              <a:t>Have you checked your sources? </a:t>
            </a:r>
          </a:p>
          <a:p>
            <a:endParaRPr lang="en-GB"/>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319FFA12-75F5-6549-B26F-192987D1977D}" type="slidenum">
              <a:rPr lang="en-US" smtClean="0"/>
              <a:t>4</a:t>
            </a:fld>
            <a:endParaRPr lang="en-US"/>
          </a:p>
        </p:txBody>
      </p:sp>
    </p:spTree>
    <p:extLst>
      <p:ext uri="{BB962C8B-B14F-4D97-AF65-F5344CB8AC3E}">
        <p14:creationId xmlns:p14="http://schemas.microsoft.com/office/powerpoint/2010/main" val="1205439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good starter will take account of prior learning.</a:t>
            </a:r>
          </a:p>
          <a:p>
            <a:r>
              <a:rPr lang="en-US"/>
              <a:t>Have you researched what students would normally have covered previously?</a:t>
            </a:r>
          </a:p>
          <a:p>
            <a:endParaRPr lang="en-GB"/>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319FFA12-75F5-6549-B26F-192987D1977D}" type="slidenum">
              <a:rPr lang="en-US" smtClean="0"/>
              <a:t>5</a:t>
            </a:fld>
            <a:endParaRPr lang="en-US"/>
          </a:p>
        </p:txBody>
      </p:sp>
    </p:spTree>
    <p:extLst>
      <p:ext uri="{BB962C8B-B14F-4D97-AF65-F5344CB8AC3E}">
        <p14:creationId xmlns:p14="http://schemas.microsoft.com/office/powerpoint/2010/main" val="32424577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a:t>Take account of learner needs</a:t>
            </a:r>
          </a:p>
          <a:p>
            <a:pPr marL="171450" indent="-171450">
              <a:buFont typeface="Arial" panose="020B0604020202020204" pitchFamily="34" charset="0"/>
              <a:buChar char="•"/>
            </a:pPr>
            <a:r>
              <a:rPr lang="en-US"/>
              <a:t>Slides work best when a posing a question or making a statement</a:t>
            </a:r>
          </a:p>
          <a:p>
            <a:pPr marL="171450" indent="-171450">
              <a:buFont typeface="Arial" panose="020B0604020202020204" pitchFamily="34" charset="0"/>
              <a:buChar char="•"/>
            </a:pPr>
            <a:r>
              <a:rPr lang="en-US"/>
              <a:t>Prepare a list of questions. Avoid making statements such as “I will ask students questions to check their progress’. What your assessors will want to know is what questions will be asked and how you will manage this </a:t>
            </a:r>
          </a:p>
          <a:p>
            <a:pPr marL="171450" indent="-171450">
              <a:buFont typeface="Arial" panose="020B0604020202020204" pitchFamily="34" charset="0"/>
              <a:buChar char="•"/>
            </a:pPr>
            <a:r>
              <a:rPr lang="en-US"/>
              <a:t>Where relevant, show how you know what prior knowledge and the next stages would be. Point at GCSE specifications and examination papers for GCSE.</a:t>
            </a:r>
          </a:p>
          <a:p>
            <a:pPr marL="171450" indent="-171450">
              <a:buFont typeface="Arial" panose="020B0604020202020204" pitchFamily="34" charset="0"/>
              <a:buChar char="•"/>
            </a:pPr>
            <a:r>
              <a:rPr lang="en-US"/>
              <a:t>Keep it focused</a:t>
            </a:r>
          </a:p>
          <a:p>
            <a:endParaRPr lang="en-GB"/>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319FFA12-75F5-6549-B26F-192987D1977D}" type="slidenum">
              <a:rPr lang="en-US" smtClean="0"/>
              <a:t>6</a:t>
            </a:fld>
            <a:endParaRPr lang="en-US"/>
          </a:p>
        </p:txBody>
      </p:sp>
    </p:spTree>
    <p:extLst>
      <p:ext uri="{BB962C8B-B14F-4D97-AF65-F5344CB8AC3E}">
        <p14:creationId xmlns:p14="http://schemas.microsoft.com/office/powerpoint/2010/main" val="5405165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a:t>Check that online references are age appropriate and bear in mind that school networks tend to be locked for many activities </a:t>
            </a:r>
            <a:r>
              <a:rPr lang="en-US" err="1"/>
              <a:t>eg</a:t>
            </a:r>
            <a:r>
              <a:rPr lang="en-US"/>
              <a:t> finding IP addresses, investigating hacking</a:t>
            </a:r>
          </a:p>
          <a:p>
            <a:pPr marL="171450" indent="-171450">
              <a:buFont typeface="Arial" panose="020B0604020202020204" pitchFamily="34" charset="0"/>
              <a:buChar char="•"/>
            </a:pPr>
            <a:r>
              <a:rPr lang="en-US"/>
              <a:t>Consider behavior management. </a:t>
            </a:r>
          </a:p>
          <a:p>
            <a:endParaRPr lang="en-GB"/>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319FFA12-75F5-6549-B26F-192987D1977D}" type="slidenum">
              <a:rPr lang="en-US" smtClean="0"/>
              <a:t>7</a:t>
            </a:fld>
            <a:endParaRPr lang="en-US"/>
          </a:p>
        </p:txBody>
      </p:sp>
    </p:spTree>
    <p:extLst>
      <p:ext uri="{BB962C8B-B14F-4D97-AF65-F5344CB8AC3E}">
        <p14:creationId xmlns:p14="http://schemas.microsoft.com/office/powerpoint/2010/main" val="2916433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a:t>If using worksheets, have copies ready for your assessors. </a:t>
            </a:r>
          </a:p>
          <a:p>
            <a:pPr marL="171450" indent="-171450">
              <a:buFont typeface="Arial" panose="020B0604020202020204" pitchFamily="34" charset="0"/>
              <a:buChar char="•"/>
            </a:pPr>
            <a:r>
              <a:rPr lang="en-US"/>
              <a:t>Use spell and grammar checks. </a:t>
            </a:r>
          </a:p>
          <a:p>
            <a:pPr marL="171450" indent="-171450">
              <a:buFont typeface="Arial" panose="020B0604020202020204" pitchFamily="34" charset="0"/>
              <a:buChar char="•"/>
            </a:pPr>
            <a:r>
              <a:rPr lang="en-US"/>
              <a:t>Ask a colleague/friend to proofread for you.</a:t>
            </a:r>
          </a:p>
          <a:p>
            <a:pPr marL="171450" indent="-171450">
              <a:buFont typeface="Arial" panose="020B0604020202020204" pitchFamily="34" charset="0"/>
              <a:buChar char="•"/>
            </a:pPr>
            <a:r>
              <a:rPr lang="en-US"/>
              <a:t>Do not simply state that you will ask students questions. Prepare the questions. These do not need to be exhaustive but must show that you are able to ask relevant, focused and timely questions.</a:t>
            </a:r>
          </a:p>
          <a:p>
            <a:pPr marL="171450" indent="-171450">
              <a:buFont typeface="Arial" panose="020B0604020202020204" pitchFamily="34" charset="0"/>
              <a:buChar char="•"/>
            </a:pPr>
            <a:r>
              <a:rPr lang="en-US"/>
              <a:t>If you are intending to ask questions of the class as you progress, plan your strategy </a:t>
            </a:r>
          </a:p>
          <a:p>
            <a:pPr marL="171450" indent="-171450">
              <a:buFont typeface="Arial" panose="020B0604020202020204" pitchFamily="34" charset="0"/>
              <a:buChar char="•"/>
            </a:pPr>
            <a:r>
              <a:rPr lang="en-US"/>
              <a:t>If using an online quiz, indicate the platform you plan to use</a:t>
            </a:r>
          </a:p>
          <a:p>
            <a:endParaRPr lang="en-GB"/>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319FFA12-75F5-6549-B26F-192987D1977D}" type="slidenum">
              <a:rPr lang="en-US" smtClean="0"/>
              <a:t>8</a:t>
            </a:fld>
            <a:endParaRPr lang="en-US"/>
          </a:p>
        </p:txBody>
      </p:sp>
    </p:spTree>
    <p:extLst>
      <p:ext uri="{BB962C8B-B14F-4D97-AF65-F5344CB8AC3E}">
        <p14:creationId xmlns:p14="http://schemas.microsoft.com/office/powerpoint/2010/main" val="1304393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a:t>At Key Stage 4, the examination boards give precise detail on how students are able to be graded between Level 1 and 9- research this </a:t>
            </a:r>
          </a:p>
          <a:p>
            <a:pPr marL="171450" indent="-171450">
              <a:buFont typeface="Arial" panose="020B0604020202020204" pitchFamily="34" charset="0"/>
              <a:buChar char="•"/>
            </a:pPr>
            <a:r>
              <a:rPr lang="en-US"/>
              <a:t>Activities should be student focused and led.</a:t>
            </a:r>
          </a:p>
          <a:p>
            <a:pPr marL="171450" indent="-171450">
              <a:buFont typeface="Arial" panose="020B0604020202020204" pitchFamily="34" charset="0"/>
              <a:buChar char="•"/>
            </a:pPr>
            <a:r>
              <a:rPr lang="en-US"/>
              <a:t>When looking at activities for the very able, consider command terms such as discuss, </a:t>
            </a:r>
            <a:r>
              <a:rPr lang="en-US" err="1"/>
              <a:t>analyse</a:t>
            </a:r>
            <a:r>
              <a:rPr lang="en-US"/>
              <a:t> and evaluate </a:t>
            </a:r>
          </a:p>
          <a:p>
            <a:endParaRPr lang="en-GB"/>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319FFA12-75F5-6549-B26F-192987D1977D}" type="slidenum">
              <a:rPr lang="en-US" smtClean="0"/>
              <a:t>9</a:t>
            </a:fld>
            <a:endParaRPr lang="en-US"/>
          </a:p>
        </p:txBody>
      </p:sp>
    </p:spTree>
    <p:extLst>
      <p:ext uri="{BB962C8B-B14F-4D97-AF65-F5344CB8AC3E}">
        <p14:creationId xmlns:p14="http://schemas.microsoft.com/office/powerpoint/2010/main" val="40758494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Plenary activities can be carried out throughout  the lesson – they are a means of showing formative assessment</a:t>
            </a:r>
          </a:p>
          <a:p>
            <a:r>
              <a:rPr lang="en-US"/>
              <a:t>Keep plenaries short</a:t>
            </a:r>
          </a:p>
          <a:p>
            <a:r>
              <a:rPr lang="en-US"/>
              <a:t>At then end of a lesson, consider a past examination question, short quiz or exit ticket approach</a:t>
            </a:r>
          </a:p>
          <a:p>
            <a:endParaRPr lang="en-GB"/>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319FFA12-75F5-6549-B26F-192987D1977D}" type="slidenum">
              <a:rPr lang="en-US" smtClean="0"/>
              <a:t>10</a:t>
            </a:fld>
            <a:endParaRPr lang="en-US"/>
          </a:p>
        </p:txBody>
      </p:sp>
    </p:spTree>
    <p:extLst>
      <p:ext uri="{BB962C8B-B14F-4D97-AF65-F5344CB8AC3E}">
        <p14:creationId xmlns:p14="http://schemas.microsoft.com/office/powerpoint/2010/main" val="35055313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Practice your presentation – do this to a mirror, record yourself delivering the presentation or share with a friend or colleague, this helps to gauge timings</a:t>
            </a:r>
          </a:p>
          <a:p>
            <a:r>
              <a:rPr lang="en-US"/>
              <a:t>Encourage your practice buddy to ask questions of your presentation</a:t>
            </a:r>
          </a:p>
          <a:p>
            <a:r>
              <a:rPr lang="en-US"/>
              <a:t>Your assessors will discuss your approach and sources. Prior to the session, ask yourself if the activities link and flow</a:t>
            </a:r>
          </a:p>
          <a:p>
            <a:endParaRPr lang="en-GB"/>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319FFA12-75F5-6549-B26F-192987D1977D}" type="slidenum">
              <a:rPr lang="en-US" smtClean="0"/>
              <a:t>11</a:t>
            </a:fld>
            <a:endParaRPr lang="en-US"/>
          </a:p>
        </p:txBody>
      </p:sp>
    </p:spTree>
    <p:extLst>
      <p:ext uri="{BB962C8B-B14F-4D97-AF65-F5344CB8AC3E}">
        <p14:creationId xmlns:p14="http://schemas.microsoft.com/office/powerpoint/2010/main" val="32951261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319FFA12-75F5-6549-B26F-192987D1977D}" type="slidenum">
              <a:rPr lang="en-US" smtClean="0"/>
              <a:t>12</a:t>
            </a:fld>
            <a:endParaRPr lang="en-US"/>
          </a:p>
        </p:txBody>
      </p:sp>
    </p:spTree>
    <p:extLst>
      <p:ext uri="{BB962C8B-B14F-4D97-AF65-F5344CB8AC3E}">
        <p14:creationId xmlns:p14="http://schemas.microsoft.com/office/powerpoint/2010/main" val="3172811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Main Title - Green">
    <p:bg>
      <p:bgPr>
        <a:solidFill>
          <a:schemeClr val="accent3"/>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38F6965-2BAB-41E1-B563-2F3C306B5218}"/>
              </a:ext>
            </a:extLst>
          </p:cNvPr>
          <p:cNvPicPr>
            <a:picLocks noChangeAspect="1"/>
          </p:cNvPicPr>
          <p:nvPr userDrawn="1"/>
        </p:nvPicPr>
        <p:blipFill>
          <a:blip r:embed="rId2"/>
          <a:stretch>
            <a:fillRect/>
          </a:stretch>
        </p:blipFill>
        <p:spPr>
          <a:xfrm>
            <a:off x="571618" y="509724"/>
            <a:ext cx="1176534" cy="1501956"/>
          </a:xfrm>
          <a:prstGeom prst="rect">
            <a:avLst/>
          </a:prstGeom>
        </p:spPr>
      </p:pic>
      <p:sp>
        <p:nvSpPr>
          <p:cNvPr id="7" name="Text Placeholder 7">
            <a:extLst>
              <a:ext uri="{FF2B5EF4-FFF2-40B4-BE49-F238E27FC236}">
                <a16:creationId xmlns:a16="http://schemas.microsoft.com/office/drawing/2014/main" id="{2CBD5D66-CC42-453C-BEB1-9C021147DD1F}"/>
              </a:ext>
            </a:extLst>
          </p:cNvPr>
          <p:cNvSpPr>
            <a:spLocks noGrp="1"/>
          </p:cNvSpPr>
          <p:nvPr>
            <p:ph type="body" sz="quarter" idx="10" hasCustomPrompt="1"/>
          </p:nvPr>
        </p:nvSpPr>
        <p:spPr>
          <a:xfrm>
            <a:off x="2568271" y="2147941"/>
            <a:ext cx="8277307" cy="1816745"/>
          </a:xfrm>
          <a:prstGeom prst="rect">
            <a:avLst/>
          </a:prstGeom>
        </p:spPr>
        <p:txBody>
          <a:bodyPr/>
          <a:lstStyle>
            <a:lvl1pPr marL="0" indent="0">
              <a:lnSpc>
                <a:spcPct val="100000"/>
              </a:lnSpc>
              <a:buNone/>
              <a:defRPr sz="4800" b="1" cap="all" baseline="0">
                <a:solidFill>
                  <a:srgbClr val="151615"/>
                </a:solidFill>
              </a:defRPr>
            </a:lvl1pPr>
            <a:lvl2pPr>
              <a:defRPr sz="2800"/>
            </a:lvl2pPr>
            <a:lvl3pPr>
              <a:defRPr sz="2400"/>
            </a:lvl3pPr>
            <a:lvl4pPr>
              <a:defRPr sz="2000"/>
            </a:lvl4pPr>
            <a:lvl5pPr>
              <a:defRPr sz="2000"/>
            </a:lvl5pPr>
          </a:lstStyle>
          <a:p>
            <a:pPr lvl="0"/>
            <a:r>
              <a:rPr lang="en-US"/>
              <a:t>TITLE OF THE PRESENTATION</a:t>
            </a:r>
          </a:p>
        </p:txBody>
      </p:sp>
      <p:sp>
        <p:nvSpPr>
          <p:cNvPr id="9" name="Text Placeholder 9">
            <a:extLst>
              <a:ext uri="{FF2B5EF4-FFF2-40B4-BE49-F238E27FC236}">
                <a16:creationId xmlns:a16="http://schemas.microsoft.com/office/drawing/2014/main" id="{5F618543-AA71-4935-9536-42DEF777E38F}"/>
              </a:ext>
            </a:extLst>
          </p:cNvPr>
          <p:cNvSpPr>
            <a:spLocks noGrp="1"/>
          </p:cNvSpPr>
          <p:nvPr>
            <p:ph type="body" sz="quarter" idx="11" hasCustomPrompt="1"/>
          </p:nvPr>
        </p:nvSpPr>
        <p:spPr>
          <a:xfrm>
            <a:off x="2568271" y="4192125"/>
            <a:ext cx="8277307" cy="1103444"/>
          </a:xfrm>
          <a:prstGeom prst="rect">
            <a:avLst/>
          </a:prstGeom>
        </p:spPr>
        <p:txBody>
          <a:bodyPr/>
          <a:lstStyle>
            <a:lvl1pPr marL="0" indent="0">
              <a:buNone/>
              <a:defRPr>
                <a:solidFill>
                  <a:srgbClr val="151615"/>
                </a:solidFill>
              </a:defRPr>
            </a:lvl1pPr>
          </a:lstStyle>
          <a:p>
            <a:pPr lvl="0"/>
            <a:r>
              <a:rPr lang="en-GB"/>
              <a:t>Sub-title if required</a:t>
            </a:r>
          </a:p>
        </p:txBody>
      </p:sp>
      <p:sp>
        <p:nvSpPr>
          <p:cNvPr id="8" name="Text Placeholder 2">
            <a:extLst>
              <a:ext uri="{FF2B5EF4-FFF2-40B4-BE49-F238E27FC236}">
                <a16:creationId xmlns:a16="http://schemas.microsoft.com/office/drawing/2014/main" id="{BE2005F2-5A02-4225-80C0-6D1908FD9FCB}"/>
              </a:ext>
            </a:extLst>
          </p:cNvPr>
          <p:cNvSpPr>
            <a:spLocks noGrp="1"/>
          </p:cNvSpPr>
          <p:nvPr>
            <p:ph type="body" sz="quarter" idx="12" hasCustomPrompt="1"/>
          </p:nvPr>
        </p:nvSpPr>
        <p:spPr>
          <a:xfrm>
            <a:off x="8399868" y="5776913"/>
            <a:ext cx="3467713" cy="738187"/>
          </a:xfrm>
          <a:prstGeom prst="rect">
            <a:avLst/>
          </a:prstGeom>
        </p:spPr>
        <p:txBody>
          <a:bodyPr/>
          <a:lstStyle>
            <a:lvl1pPr algn="r">
              <a:lnSpc>
                <a:spcPct val="100000"/>
              </a:lnSpc>
              <a:defRPr sz="1400">
                <a:solidFill>
                  <a:srgbClr val="151615"/>
                </a:solidFill>
              </a:defRPr>
            </a:lvl1pPr>
            <a:lvl2pPr>
              <a:defRPr sz="1400">
                <a:solidFill>
                  <a:schemeClr val="bg1"/>
                </a:solidFill>
              </a:defRPr>
            </a:lvl2pPr>
            <a:lvl3pPr>
              <a:defRPr sz="1200">
                <a:solidFill>
                  <a:schemeClr val="bg1"/>
                </a:solidFill>
              </a:defRPr>
            </a:lvl3pPr>
            <a:lvl4pPr>
              <a:defRPr sz="1100">
                <a:solidFill>
                  <a:schemeClr val="bg1"/>
                </a:solidFill>
              </a:defRPr>
            </a:lvl4pPr>
            <a:lvl5pPr>
              <a:defRPr sz="1100">
                <a:solidFill>
                  <a:schemeClr val="bg1"/>
                </a:solidFill>
              </a:defRPr>
            </a:lvl5pPr>
          </a:lstStyle>
          <a:p>
            <a:pPr lvl="0"/>
            <a:r>
              <a:rPr lang="en-GB"/>
              <a:t>Presenter name</a:t>
            </a:r>
            <a:br>
              <a:rPr lang="en-GB"/>
            </a:br>
            <a:r>
              <a:rPr lang="en-GB"/>
              <a:t>Job title</a:t>
            </a:r>
          </a:p>
        </p:txBody>
      </p:sp>
    </p:spTree>
    <p:extLst>
      <p:ext uri="{BB962C8B-B14F-4D97-AF65-F5344CB8AC3E}">
        <p14:creationId xmlns:p14="http://schemas.microsoft.com/office/powerpoint/2010/main" val="25859392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Main Title - White">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38F6965-2BAB-41E1-B563-2F3C306B5218}"/>
              </a:ext>
            </a:extLst>
          </p:cNvPr>
          <p:cNvPicPr>
            <a:picLocks noChangeAspect="1"/>
          </p:cNvPicPr>
          <p:nvPr userDrawn="1"/>
        </p:nvPicPr>
        <p:blipFill>
          <a:blip r:embed="rId2"/>
          <a:stretch>
            <a:fillRect/>
          </a:stretch>
        </p:blipFill>
        <p:spPr>
          <a:xfrm>
            <a:off x="571618" y="509724"/>
            <a:ext cx="1176534" cy="1501956"/>
          </a:xfrm>
          <a:prstGeom prst="rect">
            <a:avLst/>
          </a:prstGeom>
        </p:spPr>
      </p:pic>
      <p:sp>
        <p:nvSpPr>
          <p:cNvPr id="7" name="Text Placeholder 7">
            <a:extLst>
              <a:ext uri="{FF2B5EF4-FFF2-40B4-BE49-F238E27FC236}">
                <a16:creationId xmlns:a16="http://schemas.microsoft.com/office/drawing/2014/main" id="{2CBD5D66-CC42-453C-BEB1-9C021147DD1F}"/>
              </a:ext>
            </a:extLst>
          </p:cNvPr>
          <p:cNvSpPr>
            <a:spLocks noGrp="1"/>
          </p:cNvSpPr>
          <p:nvPr>
            <p:ph type="body" sz="quarter" idx="10" hasCustomPrompt="1"/>
          </p:nvPr>
        </p:nvSpPr>
        <p:spPr>
          <a:xfrm>
            <a:off x="2568271" y="2147941"/>
            <a:ext cx="8277307" cy="1816745"/>
          </a:xfrm>
          <a:prstGeom prst="rect">
            <a:avLst/>
          </a:prstGeom>
        </p:spPr>
        <p:txBody>
          <a:bodyPr/>
          <a:lstStyle>
            <a:lvl1pPr marL="0" indent="0">
              <a:lnSpc>
                <a:spcPct val="100000"/>
              </a:lnSpc>
              <a:buNone/>
              <a:defRPr sz="4800" b="1" cap="all" baseline="0">
                <a:solidFill>
                  <a:schemeClr val="tx1"/>
                </a:solidFill>
              </a:defRPr>
            </a:lvl1pPr>
            <a:lvl2pPr>
              <a:defRPr sz="2800"/>
            </a:lvl2pPr>
            <a:lvl3pPr>
              <a:defRPr sz="2400"/>
            </a:lvl3pPr>
            <a:lvl4pPr>
              <a:defRPr sz="2000"/>
            </a:lvl4pPr>
            <a:lvl5pPr>
              <a:defRPr sz="2000"/>
            </a:lvl5pPr>
          </a:lstStyle>
          <a:p>
            <a:pPr lvl="0"/>
            <a:r>
              <a:rPr lang="en-US"/>
              <a:t>TITLE OF THE PRESENTATION</a:t>
            </a:r>
          </a:p>
        </p:txBody>
      </p:sp>
      <p:sp>
        <p:nvSpPr>
          <p:cNvPr id="9" name="Text Placeholder 9">
            <a:extLst>
              <a:ext uri="{FF2B5EF4-FFF2-40B4-BE49-F238E27FC236}">
                <a16:creationId xmlns:a16="http://schemas.microsoft.com/office/drawing/2014/main" id="{5F618543-AA71-4935-9536-42DEF777E38F}"/>
              </a:ext>
            </a:extLst>
          </p:cNvPr>
          <p:cNvSpPr>
            <a:spLocks noGrp="1"/>
          </p:cNvSpPr>
          <p:nvPr>
            <p:ph type="body" sz="quarter" idx="11" hasCustomPrompt="1"/>
          </p:nvPr>
        </p:nvSpPr>
        <p:spPr>
          <a:xfrm>
            <a:off x="2568271" y="4192125"/>
            <a:ext cx="8277307" cy="1103444"/>
          </a:xfrm>
          <a:prstGeom prst="rect">
            <a:avLst/>
          </a:prstGeom>
        </p:spPr>
        <p:txBody>
          <a:bodyPr/>
          <a:lstStyle>
            <a:lvl1pPr marL="0" indent="0">
              <a:buNone/>
              <a:defRPr>
                <a:solidFill>
                  <a:srgbClr val="151615"/>
                </a:solidFill>
              </a:defRPr>
            </a:lvl1pPr>
          </a:lstStyle>
          <a:p>
            <a:pPr lvl="0"/>
            <a:r>
              <a:rPr lang="en-GB"/>
              <a:t>Sub-title if required</a:t>
            </a:r>
          </a:p>
        </p:txBody>
      </p:sp>
      <p:sp>
        <p:nvSpPr>
          <p:cNvPr id="8" name="Text Placeholder 2">
            <a:extLst>
              <a:ext uri="{FF2B5EF4-FFF2-40B4-BE49-F238E27FC236}">
                <a16:creationId xmlns:a16="http://schemas.microsoft.com/office/drawing/2014/main" id="{BE2005F2-5A02-4225-80C0-6D1908FD9FCB}"/>
              </a:ext>
            </a:extLst>
          </p:cNvPr>
          <p:cNvSpPr>
            <a:spLocks noGrp="1"/>
          </p:cNvSpPr>
          <p:nvPr>
            <p:ph type="body" sz="quarter" idx="12" hasCustomPrompt="1"/>
          </p:nvPr>
        </p:nvSpPr>
        <p:spPr>
          <a:xfrm>
            <a:off x="8399868" y="5776913"/>
            <a:ext cx="3467713" cy="738187"/>
          </a:xfrm>
          <a:prstGeom prst="rect">
            <a:avLst/>
          </a:prstGeom>
        </p:spPr>
        <p:txBody>
          <a:bodyPr/>
          <a:lstStyle>
            <a:lvl1pPr algn="r">
              <a:lnSpc>
                <a:spcPct val="100000"/>
              </a:lnSpc>
              <a:defRPr sz="1400">
                <a:solidFill>
                  <a:srgbClr val="151615"/>
                </a:solidFill>
              </a:defRPr>
            </a:lvl1pPr>
            <a:lvl2pPr>
              <a:defRPr sz="1400">
                <a:solidFill>
                  <a:schemeClr val="bg1"/>
                </a:solidFill>
              </a:defRPr>
            </a:lvl2pPr>
            <a:lvl3pPr>
              <a:defRPr sz="1200">
                <a:solidFill>
                  <a:schemeClr val="bg1"/>
                </a:solidFill>
              </a:defRPr>
            </a:lvl3pPr>
            <a:lvl4pPr>
              <a:defRPr sz="1100">
                <a:solidFill>
                  <a:schemeClr val="bg1"/>
                </a:solidFill>
              </a:defRPr>
            </a:lvl4pPr>
            <a:lvl5pPr>
              <a:defRPr sz="1100">
                <a:solidFill>
                  <a:schemeClr val="bg1"/>
                </a:solidFill>
              </a:defRPr>
            </a:lvl5pPr>
          </a:lstStyle>
          <a:p>
            <a:pPr lvl="0"/>
            <a:r>
              <a:rPr lang="en-GB"/>
              <a:t>Presenter name</a:t>
            </a:r>
            <a:br>
              <a:rPr lang="en-GB"/>
            </a:br>
            <a:r>
              <a:rPr lang="en-GB"/>
              <a:t>Job title</a:t>
            </a:r>
          </a:p>
        </p:txBody>
      </p:sp>
    </p:spTree>
    <p:extLst>
      <p:ext uri="{BB962C8B-B14F-4D97-AF65-F5344CB8AC3E}">
        <p14:creationId xmlns:p14="http://schemas.microsoft.com/office/powerpoint/2010/main" val="39405736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6AF80-E7AB-4C96-9ED9-5A0E1A490790}"/>
              </a:ext>
            </a:extLst>
          </p:cNvPr>
          <p:cNvSpPr>
            <a:spLocks noGrp="1"/>
          </p:cNvSpPr>
          <p:nvPr>
            <p:ph type="title"/>
          </p:nvPr>
        </p:nvSpPr>
        <p:spPr>
          <a:xfrm>
            <a:off x="838200" y="365126"/>
            <a:ext cx="10515600" cy="593418"/>
          </a:xfrm>
          <a:prstGeom prst="rect">
            <a:avLst/>
          </a:prstGeom>
        </p:spPr>
        <p:txBody>
          <a:bodyPr/>
          <a:lstStyle>
            <a:lvl1pPr>
              <a:defRPr sz="3600" b="1">
                <a:solidFill>
                  <a:schemeClr val="tx1"/>
                </a:solidFill>
                <a:latin typeface="Arial" panose="020B0604020202020204" pitchFamily="34" charset="0"/>
                <a:cs typeface="Arial" panose="020B0604020202020204" pitchFamily="34" charset="0"/>
              </a:defRPr>
            </a:lvl1pPr>
          </a:lstStyle>
          <a:p>
            <a:r>
              <a:rPr lang="en-US"/>
              <a:t>Click to edit Master title style</a:t>
            </a:r>
            <a:endParaRPr lang="en-GB"/>
          </a:p>
        </p:txBody>
      </p:sp>
      <p:sp>
        <p:nvSpPr>
          <p:cNvPr id="3" name="Slide Number Placeholder 2">
            <a:extLst>
              <a:ext uri="{FF2B5EF4-FFF2-40B4-BE49-F238E27FC236}">
                <a16:creationId xmlns:a16="http://schemas.microsoft.com/office/drawing/2014/main" id="{3B73EC17-E048-41D1-84F6-1E6729F8C69F}"/>
              </a:ext>
            </a:extLst>
          </p:cNvPr>
          <p:cNvSpPr>
            <a:spLocks noGrp="1"/>
          </p:cNvSpPr>
          <p:nvPr>
            <p:ph type="sldNum" sz="quarter" idx="10"/>
          </p:nvPr>
        </p:nvSpPr>
        <p:spPr/>
        <p:txBody>
          <a:bodyPr/>
          <a:lstStyle/>
          <a:p>
            <a:fld id="{CC1FAFA7-493E-49BA-8E70-4BF319AEABD7}" type="slidenum">
              <a:rPr lang="en-GB" smtClean="0"/>
              <a:pPr/>
              <a:t>‹#›</a:t>
            </a:fld>
            <a:endParaRPr lang="en-GB"/>
          </a:p>
        </p:txBody>
      </p:sp>
      <p:sp>
        <p:nvSpPr>
          <p:cNvPr id="4" name="Footer Placeholder 3">
            <a:extLst>
              <a:ext uri="{FF2B5EF4-FFF2-40B4-BE49-F238E27FC236}">
                <a16:creationId xmlns:a16="http://schemas.microsoft.com/office/drawing/2014/main" id="{D8E48BBA-2F08-487F-B2E4-7900BAC7A325}"/>
              </a:ext>
            </a:extLst>
          </p:cNvPr>
          <p:cNvSpPr>
            <a:spLocks noGrp="1"/>
          </p:cNvSpPr>
          <p:nvPr>
            <p:ph type="ftr" sz="quarter" idx="11"/>
          </p:nvPr>
        </p:nvSpPr>
        <p:spPr/>
        <p:txBody>
          <a:bodyPr/>
          <a:lstStyle/>
          <a:p>
            <a:pPr algn="r"/>
            <a:r>
              <a:rPr lang="en-GB"/>
              <a:t>bcs.org</a:t>
            </a:r>
          </a:p>
        </p:txBody>
      </p:sp>
      <p:sp>
        <p:nvSpPr>
          <p:cNvPr id="6" name="Content Placeholder 5">
            <a:extLst>
              <a:ext uri="{FF2B5EF4-FFF2-40B4-BE49-F238E27FC236}">
                <a16:creationId xmlns:a16="http://schemas.microsoft.com/office/drawing/2014/main" id="{3A3123B5-0AD7-4F59-85F0-73E423FC4B33}"/>
              </a:ext>
            </a:extLst>
          </p:cNvPr>
          <p:cNvSpPr>
            <a:spLocks noGrp="1"/>
          </p:cNvSpPr>
          <p:nvPr>
            <p:ph sz="quarter" idx="12"/>
          </p:nvPr>
        </p:nvSpPr>
        <p:spPr>
          <a:xfrm>
            <a:off x="838200" y="1280160"/>
            <a:ext cx="10515600" cy="4768215"/>
          </a:xfrm>
          <a:prstGeom prst="rect">
            <a:avLst/>
          </a:prstGeom>
        </p:spPr>
        <p:txBody>
          <a:bodyPr>
            <a:normAutofit/>
          </a:bodyPr>
          <a:lstStyle>
            <a:lvl1pPr marL="228600" indent="-228600">
              <a:lnSpc>
                <a:spcPct val="100000"/>
              </a:lnSpc>
              <a:buClr>
                <a:schemeClr val="tx1"/>
              </a:buClr>
              <a:buFont typeface="Wingdings" panose="05000000000000000000" pitchFamily="2" charset="2"/>
              <a:buChar char="§"/>
              <a:defRPr sz="2400">
                <a:solidFill>
                  <a:srgbClr val="151615"/>
                </a:solidFill>
                <a:latin typeface="Arial" panose="020B0604020202020204" pitchFamily="34" charset="0"/>
                <a:cs typeface="Arial" panose="020B0604020202020204" pitchFamily="34" charset="0"/>
              </a:defRPr>
            </a:lvl1pPr>
            <a:lvl2pPr marL="685800" indent="-228600">
              <a:lnSpc>
                <a:spcPct val="100000"/>
              </a:lnSpc>
              <a:buClr>
                <a:schemeClr val="tx1"/>
              </a:buClr>
              <a:buFont typeface="Wingdings" panose="05000000000000000000" pitchFamily="2" charset="2"/>
              <a:buChar char="§"/>
              <a:defRPr sz="2000">
                <a:solidFill>
                  <a:srgbClr val="151615"/>
                </a:solidFill>
                <a:latin typeface="Arial" panose="020B0604020202020204" pitchFamily="34" charset="0"/>
                <a:cs typeface="Arial" panose="020B0604020202020204" pitchFamily="34" charset="0"/>
              </a:defRPr>
            </a:lvl2pPr>
            <a:lvl3pPr marL="1143000" indent="-228600">
              <a:lnSpc>
                <a:spcPct val="100000"/>
              </a:lnSpc>
              <a:buClr>
                <a:schemeClr val="tx1"/>
              </a:buClr>
              <a:buFont typeface="Wingdings" panose="05000000000000000000" pitchFamily="2" charset="2"/>
              <a:buChar char="§"/>
              <a:defRPr sz="1800">
                <a:solidFill>
                  <a:srgbClr val="151615"/>
                </a:solidFill>
                <a:latin typeface="Arial" panose="020B0604020202020204" pitchFamily="34" charset="0"/>
                <a:cs typeface="Arial" panose="020B0604020202020204" pitchFamily="34" charset="0"/>
              </a:defRPr>
            </a:lvl3pPr>
            <a:lvl4pPr marL="1600200" indent="-228600">
              <a:lnSpc>
                <a:spcPct val="100000"/>
              </a:lnSpc>
              <a:buClr>
                <a:schemeClr val="tx1"/>
              </a:buClr>
              <a:buFont typeface="Wingdings" panose="05000000000000000000" pitchFamily="2" charset="2"/>
              <a:buChar char="§"/>
              <a:defRPr sz="1600">
                <a:solidFill>
                  <a:srgbClr val="151615"/>
                </a:solidFill>
                <a:latin typeface="Arial" panose="020B0604020202020204" pitchFamily="34" charset="0"/>
                <a:cs typeface="Arial" panose="020B0604020202020204" pitchFamily="34" charset="0"/>
              </a:defRPr>
            </a:lvl4pPr>
            <a:lvl5pPr marL="2057400" indent="-228600">
              <a:lnSpc>
                <a:spcPct val="100000"/>
              </a:lnSpc>
              <a:buClr>
                <a:schemeClr val="tx1"/>
              </a:buClr>
              <a:buFont typeface="Wingdings" panose="05000000000000000000" pitchFamily="2" charset="2"/>
              <a:buChar char="§"/>
              <a:defRPr sz="1600">
                <a:solidFill>
                  <a:srgbClr val="151615"/>
                </a:solidFill>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6997982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lumn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6AF80-E7AB-4C96-9ED9-5A0E1A490790}"/>
              </a:ext>
            </a:extLst>
          </p:cNvPr>
          <p:cNvSpPr>
            <a:spLocks noGrp="1"/>
          </p:cNvSpPr>
          <p:nvPr>
            <p:ph type="title"/>
          </p:nvPr>
        </p:nvSpPr>
        <p:spPr>
          <a:xfrm>
            <a:off x="838200" y="365126"/>
            <a:ext cx="10515600" cy="593418"/>
          </a:xfrm>
          <a:prstGeom prst="rect">
            <a:avLst/>
          </a:prstGeom>
        </p:spPr>
        <p:txBody>
          <a:bodyPr/>
          <a:lstStyle>
            <a:lvl1pPr>
              <a:defRPr sz="3600" b="1">
                <a:solidFill>
                  <a:srgbClr val="006C43"/>
                </a:solidFill>
                <a:latin typeface="Arial" panose="020B0604020202020204" pitchFamily="34" charset="0"/>
                <a:cs typeface="Arial" panose="020B0604020202020204" pitchFamily="34" charset="0"/>
              </a:defRPr>
            </a:lvl1pPr>
          </a:lstStyle>
          <a:p>
            <a:r>
              <a:rPr lang="en-US"/>
              <a:t>Click to edit Master title style</a:t>
            </a:r>
            <a:endParaRPr lang="en-GB"/>
          </a:p>
        </p:txBody>
      </p:sp>
      <p:sp>
        <p:nvSpPr>
          <p:cNvPr id="3" name="Slide Number Placeholder 2">
            <a:extLst>
              <a:ext uri="{FF2B5EF4-FFF2-40B4-BE49-F238E27FC236}">
                <a16:creationId xmlns:a16="http://schemas.microsoft.com/office/drawing/2014/main" id="{3B73EC17-E048-41D1-84F6-1E6729F8C69F}"/>
              </a:ext>
            </a:extLst>
          </p:cNvPr>
          <p:cNvSpPr>
            <a:spLocks noGrp="1"/>
          </p:cNvSpPr>
          <p:nvPr>
            <p:ph type="sldNum" sz="quarter" idx="10"/>
          </p:nvPr>
        </p:nvSpPr>
        <p:spPr/>
        <p:txBody>
          <a:bodyPr/>
          <a:lstStyle/>
          <a:p>
            <a:fld id="{CC1FAFA7-493E-49BA-8E70-4BF319AEABD7}" type="slidenum">
              <a:rPr lang="en-GB" smtClean="0"/>
              <a:pPr/>
              <a:t>‹#›</a:t>
            </a:fld>
            <a:endParaRPr lang="en-GB"/>
          </a:p>
        </p:txBody>
      </p:sp>
      <p:sp>
        <p:nvSpPr>
          <p:cNvPr id="4" name="Footer Placeholder 3">
            <a:extLst>
              <a:ext uri="{FF2B5EF4-FFF2-40B4-BE49-F238E27FC236}">
                <a16:creationId xmlns:a16="http://schemas.microsoft.com/office/drawing/2014/main" id="{D8E48BBA-2F08-487F-B2E4-7900BAC7A325}"/>
              </a:ext>
            </a:extLst>
          </p:cNvPr>
          <p:cNvSpPr>
            <a:spLocks noGrp="1"/>
          </p:cNvSpPr>
          <p:nvPr>
            <p:ph type="ftr" sz="quarter" idx="11"/>
          </p:nvPr>
        </p:nvSpPr>
        <p:spPr/>
        <p:txBody>
          <a:bodyPr/>
          <a:lstStyle/>
          <a:p>
            <a:pPr algn="r"/>
            <a:r>
              <a:rPr lang="en-GB"/>
              <a:t>bcs.org</a:t>
            </a:r>
          </a:p>
        </p:txBody>
      </p:sp>
      <p:sp>
        <p:nvSpPr>
          <p:cNvPr id="6" name="Content Placeholder 5">
            <a:extLst>
              <a:ext uri="{FF2B5EF4-FFF2-40B4-BE49-F238E27FC236}">
                <a16:creationId xmlns:a16="http://schemas.microsoft.com/office/drawing/2014/main" id="{3A3123B5-0AD7-4F59-85F0-73E423FC4B33}"/>
              </a:ext>
            </a:extLst>
          </p:cNvPr>
          <p:cNvSpPr>
            <a:spLocks noGrp="1"/>
          </p:cNvSpPr>
          <p:nvPr>
            <p:ph sz="quarter" idx="12"/>
          </p:nvPr>
        </p:nvSpPr>
        <p:spPr>
          <a:xfrm>
            <a:off x="838200" y="1280160"/>
            <a:ext cx="4966252" cy="4768215"/>
          </a:xfrm>
          <a:prstGeom prst="rect">
            <a:avLst/>
          </a:prstGeom>
        </p:spPr>
        <p:txBody>
          <a:bodyPr>
            <a:normAutofit/>
          </a:bodyPr>
          <a:lstStyle>
            <a:lvl1pPr marL="228600" indent="-228600">
              <a:lnSpc>
                <a:spcPct val="100000"/>
              </a:lnSpc>
              <a:buClr>
                <a:schemeClr val="tx1"/>
              </a:buClr>
              <a:buFont typeface="Wingdings" panose="05000000000000000000" pitchFamily="2" charset="2"/>
              <a:buChar char="§"/>
              <a:defRPr sz="2400">
                <a:solidFill>
                  <a:srgbClr val="151615"/>
                </a:solidFill>
                <a:latin typeface="Arial" panose="020B0604020202020204" pitchFamily="34" charset="0"/>
                <a:cs typeface="Arial" panose="020B0604020202020204" pitchFamily="34" charset="0"/>
              </a:defRPr>
            </a:lvl1pPr>
            <a:lvl2pPr marL="685800" indent="-228600">
              <a:lnSpc>
                <a:spcPct val="100000"/>
              </a:lnSpc>
              <a:buClr>
                <a:schemeClr val="tx1"/>
              </a:buClr>
              <a:buFont typeface="Wingdings" panose="05000000000000000000" pitchFamily="2" charset="2"/>
              <a:buChar char="§"/>
              <a:defRPr sz="2000">
                <a:solidFill>
                  <a:srgbClr val="151615"/>
                </a:solidFill>
                <a:latin typeface="Arial" panose="020B0604020202020204" pitchFamily="34" charset="0"/>
                <a:cs typeface="Arial" panose="020B0604020202020204" pitchFamily="34" charset="0"/>
              </a:defRPr>
            </a:lvl2pPr>
            <a:lvl3pPr marL="1143000" indent="-228600">
              <a:lnSpc>
                <a:spcPct val="100000"/>
              </a:lnSpc>
              <a:buClr>
                <a:schemeClr val="tx1"/>
              </a:buClr>
              <a:buFont typeface="Wingdings" panose="05000000000000000000" pitchFamily="2" charset="2"/>
              <a:buChar char="§"/>
              <a:defRPr sz="1800">
                <a:solidFill>
                  <a:srgbClr val="151615"/>
                </a:solidFill>
                <a:latin typeface="Arial" panose="020B0604020202020204" pitchFamily="34" charset="0"/>
                <a:cs typeface="Arial" panose="020B0604020202020204" pitchFamily="34" charset="0"/>
              </a:defRPr>
            </a:lvl3pPr>
            <a:lvl4pPr marL="1600200" indent="-228600">
              <a:lnSpc>
                <a:spcPct val="100000"/>
              </a:lnSpc>
              <a:buClr>
                <a:schemeClr val="tx1"/>
              </a:buClr>
              <a:buFont typeface="Wingdings" panose="05000000000000000000" pitchFamily="2" charset="2"/>
              <a:buChar char="§"/>
              <a:defRPr sz="1600">
                <a:solidFill>
                  <a:srgbClr val="151615"/>
                </a:solidFill>
                <a:latin typeface="Arial" panose="020B0604020202020204" pitchFamily="34" charset="0"/>
                <a:cs typeface="Arial" panose="020B0604020202020204" pitchFamily="34" charset="0"/>
              </a:defRPr>
            </a:lvl4pPr>
            <a:lvl5pPr marL="2057400" indent="-228600">
              <a:lnSpc>
                <a:spcPct val="100000"/>
              </a:lnSpc>
              <a:buClr>
                <a:schemeClr val="tx1"/>
              </a:buClr>
              <a:buFont typeface="Wingdings" panose="05000000000000000000" pitchFamily="2" charset="2"/>
              <a:buChar char="§"/>
              <a:defRPr sz="1600">
                <a:solidFill>
                  <a:srgbClr val="151615"/>
                </a:solidFill>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Content Placeholder 5">
            <a:extLst>
              <a:ext uri="{FF2B5EF4-FFF2-40B4-BE49-F238E27FC236}">
                <a16:creationId xmlns:a16="http://schemas.microsoft.com/office/drawing/2014/main" id="{233F10D0-D83D-4025-A49F-A7BB6B4FA125}"/>
              </a:ext>
            </a:extLst>
          </p:cNvPr>
          <p:cNvSpPr>
            <a:spLocks noGrp="1"/>
          </p:cNvSpPr>
          <p:nvPr>
            <p:ph sz="quarter" idx="13"/>
          </p:nvPr>
        </p:nvSpPr>
        <p:spPr>
          <a:xfrm>
            <a:off x="6387548" y="1280160"/>
            <a:ext cx="4966252" cy="4768215"/>
          </a:xfrm>
          <a:prstGeom prst="rect">
            <a:avLst/>
          </a:prstGeom>
        </p:spPr>
        <p:txBody>
          <a:bodyPr>
            <a:normAutofit/>
          </a:bodyPr>
          <a:lstStyle>
            <a:lvl1pPr marL="228600" indent="-228600">
              <a:lnSpc>
                <a:spcPct val="100000"/>
              </a:lnSpc>
              <a:buClr>
                <a:schemeClr val="tx1"/>
              </a:buClr>
              <a:buFont typeface="Wingdings" panose="05000000000000000000" pitchFamily="2" charset="2"/>
              <a:buChar char="§"/>
              <a:defRPr sz="2400">
                <a:solidFill>
                  <a:srgbClr val="151615"/>
                </a:solidFill>
                <a:latin typeface="Arial" panose="020B0604020202020204" pitchFamily="34" charset="0"/>
                <a:cs typeface="Arial" panose="020B0604020202020204" pitchFamily="34" charset="0"/>
              </a:defRPr>
            </a:lvl1pPr>
            <a:lvl2pPr marL="685800" indent="-228600">
              <a:lnSpc>
                <a:spcPct val="100000"/>
              </a:lnSpc>
              <a:buClr>
                <a:schemeClr val="tx1"/>
              </a:buClr>
              <a:buFont typeface="Wingdings" panose="05000000000000000000" pitchFamily="2" charset="2"/>
              <a:buChar char="§"/>
              <a:defRPr sz="2000">
                <a:solidFill>
                  <a:srgbClr val="151615"/>
                </a:solidFill>
                <a:latin typeface="Arial" panose="020B0604020202020204" pitchFamily="34" charset="0"/>
                <a:cs typeface="Arial" panose="020B0604020202020204" pitchFamily="34" charset="0"/>
              </a:defRPr>
            </a:lvl2pPr>
            <a:lvl3pPr marL="1143000" indent="-228600">
              <a:lnSpc>
                <a:spcPct val="100000"/>
              </a:lnSpc>
              <a:buClr>
                <a:schemeClr val="tx1"/>
              </a:buClr>
              <a:buFont typeface="Wingdings" panose="05000000000000000000" pitchFamily="2" charset="2"/>
              <a:buChar char="§"/>
              <a:defRPr sz="1800">
                <a:solidFill>
                  <a:srgbClr val="151615"/>
                </a:solidFill>
                <a:latin typeface="Arial" panose="020B0604020202020204" pitchFamily="34" charset="0"/>
                <a:cs typeface="Arial" panose="020B0604020202020204" pitchFamily="34" charset="0"/>
              </a:defRPr>
            </a:lvl3pPr>
            <a:lvl4pPr marL="1600200" indent="-228600">
              <a:lnSpc>
                <a:spcPct val="100000"/>
              </a:lnSpc>
              <a:buClr>
                <a:schemeClr val="tx1"/>
              </a:buClr>
              <a:buFont typeface="Wingdings" panose="05000000000000000000" pitchFamily="2" charset="2"/>
              <a:buChar char="§"/>
              <a:defRPr sz="1600">
                <a:solidFill>
                  <a:srgbClr val="151615"/>
                </a:solidFill>
                <a:latin typeface="Arial" panose="020B0604020202020204" pitchFamily="34" charset="0"/>
                <a:cs typeface="Arial" panose="020B0604020202020204" pitchFamily="34" charset="0"/>
              </a:defRPr>
            </a:lvl4pPr>
            <a:lvl5pPr marL="2057400" indent="-228600">
              <a:lnSpc>
                <a:spcPct val="100000"/>
              </a:lnSpc>
              <a:buClr>
                <a:schemeClr val="tx1"/>
              </a:buClr>
              <a:buFont typeface="Wingdings" panose="05000000000000000000" pitchFamily="2" charset="2"/>
              <a:buChar char="§"/>
              <a:defRPr sz="1600">
                <a:solidFill>
                  <a:srgbClr val="151615"/>
                </a:solidFill>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1181815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lumn with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6AF80-E7AB-4C96-9ED9-5A0E1A490790}"/>
              </a:ext>
            </a:extLst>
          </p:cNvPr>
          <p:cNvSpPr>
            <a:spLocks noGrp="1"/>
          </p:cNvSpPr>
          <p:nvPr>
            <p:ph type="title"/>
          </p:nvPr>
        </p:nvSpPr>
        <p:spPr>
          <a:xfrm>
            <a:off x="838200" y="365126"/>
            <a:ext cx="5489051" cy="1067434"/>
          </a:xfrm>
          <a:prstGeom prst="rect">
            <a:avLst/>
          </a:prstGeom>
        </p:spPr>
        <p:txBody>
          <a:bodyPr/>
          <a:lstStyle>
            <a:lvl1pPr>
              <a:defRPr sz="3600" b="1">
                <a:solidFill>
                  <a:schemeClr val="tx1"/>
                </a:solidFill>
                <a:latin typeface="Arial" panose="020B0604020202020204" pitchFamily="34" charset="0"/>
                <a:cs typeface="Arial" panose="020B0604020202020204" pitchFamily="34" charset="0"/>
              </a:defRPr>
            </a:lvl1pPr>
          </a:lstStyle>
          <a:p>
            <a:r>
              <a:rPr lang="en-US"/>
              <a:t>Click to edit Master title style</a:t>
            </a:r>
            <a:endParaRPr lang="en-GB"/>
          </a:p>
        </p:txBody>
      </p:sp>
      <p:sp>
        <p:nvSpPr>
          <p:cNvPr id="3" name="Slide Number Placeholder 2">
            <a:extLst>
              <a:ext uri="{FF2B5EF4-FFF2-40B4-BE49-F238E27FC236}">
                <a16:creationId xmlns:a16="http://schemas.microsoft.com/office/drawing/2014/main" id="{3B73EC17-E048-41D1-84F6-1E6729F8C69F}"/>
              </a:ext>
            </a:extLst>
          </p:cNvPr>
          <p:cNvSpPr>
            <a:spLocks noGrp="1"/>
          </p:cNvSpPr>
          <p:nvPr>
            <p:ph type="sldNum" sz="quarter" idx="10"/>
          </p:nvPr>
        </p:nvSpPr>
        <p:spPr/>
        <p:txBody>
          <a:bodyPr/>
          <a:lstStyle/>
          <a:p>
            <a:fld id="{CC1FAFA7-493E-49BA-8E70-4BF319AEABD7}" type="slidenum">
              <a:rPr lang="en-GB" smtClean="0"/>
              <a:pPr/>
              <a:t>‹#›</a:t>
            </a:fld>
            <a:endParaRPr lang="en-GB"/>
          </a:p>
        </p:txBody>
      </p:sp>
      <p:sp>
        <p:nvSpPr>
          <p:cNvPr id="4" name="Footer Placeholder 3">
            <a:extLst>
              <a:ext uri="{FF2B5EF4-FFF2-40B4-BE49-F238E27FC236}">
                <a16:creationId xmlns:a16="http://schemas.microsoft.com/office/drawing/2014/main" id="{D8E48BBA-2F08-487F-B2E4-7900BAC7A325}"/>
              </a:ext>
            </a:extLst>
          </p:cNvPr>
          <p:cNvSpPr>
            <a:spLocks noGrp="1"/>
          </p:cNvSpPr>
          <p:nvPr>
            <p:ph type="ftr" sz="quarter" idx="11"/>
          </p:nvPr>
        </p:nvSpPr>
        <p:spPr/>
        <p:txBody>
          <a:bodyPr/>
          <a:lstStyle/>
          <a:p>
            <a:pPr algn="r"/>
            <a:r>
              <a:rPr lang="en-GB"/>
              <a:t>bcs.org</a:t>
            </a:r>
          </a:p>
        </p:txBody>
      </p:sp>
      <p:sp>
        <p:nvSpPr>
          <p:cNvPr id="8" name="Content Placeholder 5">
            <a:extLst>
              <a:ext uri="{FF2B5EF4-FFF2-40B4-BE49-F238E27FC236}">
                <a16:creationId xmlns:a16="http://schemas.microsoft.com/office/drawing/2014/main" id="{BBCF5040-1466-4C63-ABB1-A6EA1F437CE3}"/>
              </a:ext>
            </a:extLst>
          </p:cNvPr>
          <p:cNvSpPr>
            <a:spLocks noGrp="1"/>
          </p:cNvSpPr>
          <p:nvPr>
            <p:ph sz="quarter" idx="13" hasCustomPrompt="1"/>
          </p:nvPr>
        </p:nvSpPr>
        <p:spPr>
          <a:xfrm>
            <a:off x="838200" y="1820848"/>
            <a:ext cx="5489051" cy="4379926"/>
          </a:xfrm>
          <a:prstGeom prst="rect">
            <a:avLst/>
          </a:prstGeom>
        </p:spPr>
        <p:txBody>
          <a:bodyPr>
            <a:normAutofit/>
          </a:bodyPr>
          <a:lstStyle>
            <a:lvl1pPr marL="0" indent="0">
              <a:lnSpc>
                <a:spcPct val="100000"/>
              </a:lnSpc>
              <a:buNone/>
              <a:defRPr lang="en-GB" sz="1800" b="0" i="0" smtClean="0">
                <a:solidFill>
                  <a:srgbClr val="151615"/>
                </a:solidFill>
                <a:effectLst/>
              </a:defRPr>
            </a:lvl1pPr>
            <a:lvl2pPr>
              <a:lnSpc>
                <a:spcPct val="100000"/>
              </a:lnSpc>
              <a:defRPr sz="2000">
                <a:latin typeface="Arial" panose="020B0604020202020204" pitchFamily="34" charset="0"/>
                <a:cs typeface="Arial" panose="020B0604020202020204" pitchFamily="34" charset="0"/>
              </a:defRPr>
            </a:lvl2pPr>
            <a:lvl3pPr>
              <a:lnSpc>
                <a:spcPct val="100000"/>
              </a:lnSpc>
              <a:defRPr sz="1800">
                <a:latin typeface="Arial" panose="020B0604020202020204" pitchFamily="34" charset="0"/>
                <a:cs typeface="Arial" panose="020B0604020202020204" pitchFamily="34" charset="0"/>
              </a:defRPr>
            </a:lvl3pPr>
            <a:lvl4pPr>
              <a:lnSpc>
                <a:spcPct val="100000"/>
              </a:lnSpc>
              <a:defRPr sz="1600">
                <a:latin typeface="Arial" panose="020B0604020202020204" pitchFamily="34" charset="0"/>
                <a:cs typeface="Arial" panose="020B0604020202020204" pitchFamily="34" charset="0"/>
              </a:defRPr>
            </a:lvl4pPr>
            <a:lvl5pPr>
              <a:lnSpc>
                <a:spcPct val="100000"/>
              </a:lnSpc>
              <a:defRPr sz="1600">
                <a:latin typeface="Arial" panose="020B0604020202020204" pitchFamily="34" charset="0"/>
                <a:cs typeface="Arial" panose="020B0604020202020204" pitchFamily="34" charset="0"/>
              </a:defRPr>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10" name="Content Placeholder 5">
            <a:extLst>
              <a:ext uri="{FF2B5EF4-FFF2-40B4-BE49-F238E27FC236}">
                <a16:creationId xmlns:a16="http://schemas.microsoft.com/office/drawing/2014/main" id="{ABE02D42-F51F-457B-9A1A-9810E7EB9C59}"/>
              </a:ext>
            </a:extLst>
          </p:cNvPr>
          <p:cNvSpPr>
            <a:spLocks noGrp="1"/>
          </p:cNvSpPr>
          <p:nvPr>
            <p:ph sz="quarter" idx="14" hasCustomPrompt="1"/>
          </p:nvPr>
        </p:nvSpPr>
        <p:spPr>
          <a:xfrm>
            <a:off x="6713537" y="3617842"/>
            <a:ext cx="4618397" cy="2582931"/>
          </a:xfrm>
          <a:prstGeom prst="rect">
            <a:avLst/>
          </a:prstGeom>
        </p:spPr>
        <p:txBody>
          <a:bodyPr>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600">
                <a:solidFill>
                  <a:srgbClr val="151615"/>
                </a:solidFill>
                <a:latin typeface="Arial" panose="020B0604020202020204" pitchFamily="34" charset="0"/>
                <a:cs typeface="Arial" panose="020B0604020202020204" pitchFamily="34" charset="0"/>
              </a:defRPr>
            </a:lvl1pPr>
            <a:lvl2pPr>
              <a:lnSpc>
                <a:spcPct val="100000"/>
              </a:lnSpc>
              <a:defRPr sz="2000">
                <a:latin typeface="Arial" panose="020B0604020202020204" pitchFamily="34" charset="0"/>
                <a:cs typeface="Arial" panose="020B0604020202020204" pitchFamily="34" charset="0"/>
              </a:defRPr>
            </a:lvl2pPr>
            <a:lvl3pPr>
              <a:lnSpc>
                <a:spcPct val="100000"/>
              </a:lnSpc>
              <a:defRPr sz="1800">
                <a:latin typeface="Arial" panose="020B0604020202020204" pitchFamily="34" charset="0"/>
                <a:cs typeface="Arial" panose="020B0604020202020204" pitchFamily="34" charset="0"/>
              </a:defRPr>
            </a:lvl3pPr>
            <a:lvl4pPr>
              <a:lnSpc>
                <a:spcPct val="100000"/>
              </a:lnSpc>
              <a:defRPr sz="1600">
                <a:latin typeface="Arial" panose="020B0604020202020204" pitchFamily="34" charset="0"/>
                <a:cs typeface="Arial" panose="020B0604020202020204" pitchFamily="34" charset="0"/>
              </a:defRPr>
            </a:lvl4pPr>
            <a:lvl5pPr>
              <a:lnSpc>
                <a:spcPct val="100000"/>
              </a:lnSpc>
              <a:defRPr sz="1600">
                <a:latin typeface="Arial" panose="020B0604020202020204" pitchFamily="34" charset="0"/>
                <a:cs typeface="Arial" panose="020B0604020202020204" pitchFamily="34" charset="0"/>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12" name="Picture Placeholder 11">
            <a:extLst>
              <a:ext uri="{FF2B5EF4-FFF2-40B4-BE49-F238E27FC236}">
                <a16:creationId xmlns:a16="http://schemas.microsoft.com/office/drawing/2014/main" id="{237ED93B-1769-4D65-9258-096D40C9263E}"/>
              </a:ext>
            </a:extLst>
          </p:cNvPr>
          <p:cNvSpPr>
            <a:spLocks noGrp="1"/>
          </p:cNvSpPr>
          <p:nvPr>
            <p:ph type="pic" sz="quarter" idx="15"/>
          </p:nvPr>
        </p:nvSpPr>
        <p:spPr>
          <a:xfrm>
            <a:off x="6713537" y="0"/>
            <a:ext cx="2582863" cy="3332163"/>
          </a:xfrm>
          <a:prstGeom prst="rect">
            <a:avLst/>
          </a:prstGeom>
        </p:spPr>
        <p:txBody>
          <a:bodyPr/>
          <a:lstStyle/>
          <a:p>
            <a:endParaRPr lang="en-GB"/>
          </a:p>
        </p:txBody>
      </p:sp>
    </p:spTree>
    <p:extLst>
      <p:ext uri="{BB962C8B-B14F-4D97-AF65-F5344CB8AC3E}">
        <p14:creationId xmlns:p14="http://schemas.microsoft.com/office/powerpoint/2010/main" val="39776998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anner Image Two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6AF80-E7AB-4C96-9ED9-5A0E1A490790}"/>
              </a:ext>
            </a:extLst>
          </p:cNvPr>
          <p:cNvSpPr>
            <a:spLocks noGrp="1"/>
          </p:cNvSpPr>
          <p:nvPr>
            <p:ph type="title"/>
          </p:nvPr>
        </p:nvSpPr>
        <p:spPr>
          <a:xfrm>
            <a:off x="838199" y="3650850"/>
            <a:ext cx="10493735" cy="637371"/>
          </a:xfrm>
          <a:prstGeom prst="rect">
            <a:avLst/>
          </a:prstGeom>
        </p:spPr>
        <p:txBody>
          <a:bodyPr anchor="ctr" anchorCtr="0"/>
          <a:lstStyle>
            <a:lvl1pPr>
              <a:defRPr sz="2800" b="1">
                <a:solidFill>
                  <a:schemeClr val="tx1"/>
                </a:solidFill>
                <a:latin typeface="Arial" panose="020B0604020202020204" pitchFamily="34" charset="0"/>
                <a:cs typeface="Arial" panose="020B0604020202020204" pitchFamily="34" charset="0"/>
              </a:defRPr>
            </a:lvl1pPr>
          </a:lstStyle>
          <a:p>
            <a:r>
              <a:rPr lang="en-US"/>
              <a:t>Click to edit Master title style</a:t>
            </a:r>
            <a:endParaRPr lang="en-GB"/>
          </a:p>
        </p:txBody>
      </p:sp>
      <p:sp>
        <p:nvSpPr>
          <p:cNvPr id="3" name="Slide Number Placeholder 2">
            <a:extLst>
              <a:ext uri="{FF2B5EF4-FFF2-40B4-BE49-F238E27FC236}">
                <a16:creationId xmlns:a16="http://schemas.microsoft.com/office/drawing/2014/main" id="{3B73EC17-E048-41D1-84F6-1E6729F8C69F}"/>
              </a:ext>
            </a:extLst>
          </p:cNvPr>
          <p:cNvSpPr>
            <a:spLocks noGrp="1"/>
          </p:cNvSpPr>
          <p:nvPr>
            <p:ph type="sldNum" sz="quarter" idx="10"/>
          </p:nvPr>
        </p:nvSpPr>
        <p:spPr/>
        <p:txBody>
          <a:bodyPr/>
          <a:lstStyle/>
          <a:p>
            <a:fld id="{CC1FAFA7-493E-49BA-8E70-4BF319AEABD7}" type="slidenum">
              <a:rPr lang="en-GB" smtClean="0"/>
              <a:pPr/>
              <a:t>‹#›</a:t>
            </a:fld>
            <a:endParaRPr lang="en-GB"/>
          </a:p>
        </p:txBody>
      </p:sp>
      <p:sp>
        <p:nvSpPr>
          <p:cNvPr id="4" name="Footer Placeholder 3">
            <a:extLst>
              <a:ext uri="{FF2B5EF4-FFF2-40B4-BE49-F238E27FC236}">
                <a16:creationId xmlns:a16="http://schemas.microsoft.com/office/drawing/2014/main" id="{D8E48BBA-2F08-487F-B2E4-7900BAC7A325}"/>
              </a:ext>
            </a:extLst>
          </p:cNvPr>
          <p:cNvSpPr>
            <a:spLocks noGrp="1"/>
          </p:cNvSpPr>
          <p:nvPr>
            <p:ph type="ftr" sz="quarter" idx="11"/>
          </p:nvPr>
        </p:nvSpPr>
        <p:spPr/>
        <p:txBody>
          <a:bodyPr/>
          <a:lstStyle/>
          <a:p>
            <a:pPr algn="r"/>
            <a:r>
              <a:rPr lang="en-GB"/>
              <a:t>bcs.org</a:t>
            </a:r>
          </a:p>
        </p:txBody>
      </p:sp>
      <p:sp>
        <p:nvSpPr>
          <p:cNvPr id="8" name="Content Placeholder 5">
            <a:extLst>
              <a:ext uri="{FF2B5EF4-FFF2-40B4-BE49-F238E27FC236}">
                <a16:creationId xmlns:a16="http://schemas.microsoft.com/office/drawing/2014/main" id="{BBCF5040-1466-4C63-ABB1-A6EA1F437CE3}"/>
              </a:ext>
            </a:extLst>
          </p:cNvPr>
          <p:cNvSpPr>
            <a:spLocks noGrp="1"/>
          </p:cNvSpPr>
          <p:nvPr>
            <p:ph sz="quarter" idx="13" hasCustomPrompt="1"/>
          </p:nvPr>
        </p:nvSpPr>
        <p:spPr>
          <a:xfrm>
            <a:off x="838200" y="4420652"/>
            <a:ext cx="5489051" cy="1780122"/>
          </a:xfrm>
          <a:prstGeom prst="rect">
            <a:avLst/>
          </a:prstGeom>
        </p:spPr>
        <p:txBody>
          <a:bodyPr>
            <a:normAutofit/>
          </a:bodyPr>
          <a:lstStyle>
            <a:lvl1pPr marL="0" indent="0">
              <a:lnSpc>
                <a:spcPct val="100000"/>
              </a:lnSpc>
              <a:buClr>
                <a:schemeClr val="tx1"/>
              </a:buClr>
              <a:buFont typeface="Wingdings" panose="05000000000000000000" pitchFamily="2" charset="2"/>
              <a:buNone/>
              <a:defRPr lang="en-GB" sz="1400" b="0" i="0" smtClean="0">
                <a:solidFill>
                  <a:srgbClr val="151615"/>
                </a:solidFill>
                <a:effectLst/>
              </a:defRPr>
            </a:lvl1pPr>
            <a:lvl2pPr>
              <a:lnSpc>
                <a:spcPct val="100000"/>
              </a:lnSpc>
              <a:defRPr sz="2000">
                <a:latin typeface="Arial" panose="020B0604020202020204" pitchFamily="34" charset="0"/>
                <a:cs typeface="Arial" panose="020B0604020202020204" pitchFamily="34" charset="0"/>
              </a:defRPr>
            </a:lvl2pPr>
            <a:lvl3pPr>
              <a:lnSpc>
                <a:spcPct val="100000"/>
              </a:lnSpc>
              <a:defRPr sz="1800">
                <a:latin typeface="Arial" panose="020B0604020202020204" pitchFamily="34" charset="0"/>
                <a:cs typeface="Arial" panose="020B0604020202020204" pitchFamily="34" charset="0"/>
              </a:defRPr>
            </a:lvl3pPr>
            <a:lvl4pPr>
              <a:lnSpc>
                <a:spcPct val="100000"/>
              </a:lnSpc>
              <a:defRPr sz="1600">
                <a:latin typeface="Arial" panose="020B0604020202020204" pitchFamily="34" charset="0"/>
                <a:cs typeface="Arial" panose="020B0604020202020204" pitchFamily="34" charset="0"/>
              </a:defRPr>
            </a:lvl4pPr>
            <a:lvl5pPr>
              <a:lnSpc>
                <a:spcPct val="100000"/>
              </a:lnSpc>
              <a:defRPr sz="1600">
                <a:latin typeface="Arial" panose="020B0604020202020204" pitchFamily="34" charset="0"/>
                <a:cs typeface="Arial" panose="020B0604020202020204" pitchFamily="34" charset="0"/>
              </a:defRPr>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10" name="Content Placeholder 5">
            <a:extLst>
              <a:ext uri="{FF2B5EF4-FFF2-40B4-BE49-F238E27FC236}">
                <a16:creationId xmlns:a16="http://schemas.microsoft.com/office/drawing/2014/main" id="{ABE02D42-F51F-457B-9A1A-9810E7EB9C59}"/>
              </a:ext>
            </a:extLst>
          </p:cNvPr>
          <p:cNvSpPr>
            <a:spLocks noGrp="1"/>
          </p:cNvSpPr>
          <p:nvPr>
            <p:ph sz="quarter" idx="14" hasCustomPrompt="1"/>
          </p:nvPr>
        </p:nvSpPr>
        <p:spPr>
          <a:xfrm>
            <a:off x="6713537" y="4420652"/>
            <a:ext cx="4618397" cy="1780121"/>
          </a:xfrm>
          <a:prstGeom prst="rect">
            <a:avLst/>
          </a:prstGeom>
        </p:spPr>
        <p:txBody>
          <a:bodyPr>
            <a:normAutofit/>
          </a:bodyPr>
          <a:lstStyle>
            <a:lvl1pPr marL="285750" marR="0" indent="-285750" algn="l" defTabSz="914400" rtl="0" eaLnBrk="1" fontAlgn="auto" latinLnBrk="0" hangingPunct="1">
              <a:lnSpc>
                <a:spcPct val="100000"/>
              </a:lnSpc>
              <a:spcBef>
                <a:spcPts val="1000"/>
              </a:spcBef>
              <a:spcAft>
                <a:spcPts val="0"/>
              </a:spcAft>
              <a:buClr>
                <a:schemeClr val="tx1"/>
              </a:buClr>
              <a:buSzTx/>
              <a:buFont typeface="Wingdings" panose="05000000000000000000" pitchFamily="2" charset="2"/>
              <a:buChar char="§"/>
              <a:tabLst/>
              <a:defRPr sz="1400">
                <a:solidFill>
                  <a:srgbClr val="151615"/>
                </a:solidFill>
                <a:latin typeface="Arial" panose="020B0604020202020204" pitchFamily="34" charset="0"/>
                <a:cs typeface="Arial" panose="020B0604020202020204" pitchFamily="34" charset="0"/>
              </a:defRPr>
            </a:lvl1pPr>
            <a:lvl2pPr>
              <a:lnSpc>
                <a:spcPct val="100000"/>
              </a:lnSpc>
              <a:defRPr sz="2000">
                <a:latin typeface="Arial" panose="020B0604020202020204" pitchFamily="34" charset="0"/>
                <a:cs typeface="Arial" panose="020B0604020202020204" pitchFamily="34" charset="0"/>
              </a:defRPr>
            </a:lvl2pPr>
            <a:lvl3pPr>
              <a:lnSpc>
                <a:spcPct val="100000"/>
              </a:lnSpc>
              <a:defRPr sz="1800">
                <a:latin typeface="Arial" panose="020B0604020202020204" pitchFamily="34" charset="0"/>
                <a:cs typeface="Arial" panose="020B0604020202020204" pitchFamily="34" charset="0"/>
              </a:defRPr>
            </a:lvl3pPr>
            <a:lvl4pPr>
              <a:lnSpc>
                <a:spcPct val="100000"/>
              </a:lnSpc>
              <a:defRPr sz="1600">
                <a:latin typeface="Arial" panose="020B0604020202020204" pitchFamily="34" charset="0"/>
                <a:cs typeface="Arial" panose="020B0604020202020204" pitchFamily="34" charset="0"/>
              </a:defRPr>
            </a:lvl4pPr>
            <a:lvl5pPr>
              <a:lnSpc>
                <a:spcPct val="100000"/>
              </a:lnSpc>
              <a:defRPr sz="1600">
                <a:latin typeface="Arial" panose="020B0604020202020204" pitchFamily="34" charset="0"/>
                <a:cs typeface="Arial" panose="020B0604020202020204" pitchFamily="34" charset="0"/>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12" name="Picture Placeholder 11">
            <a:extLst>
              <a:ext uri="{FF2B5EF4-FFF2-40B4-BE49-F238E27FC236}">
                <a16:creationId xmlns:a16="http://schemas.microsoft.com/office/drawing/2014/main" id="{237ED93B-1769-4D65-9258-096D40C9263E}"/>
              </a:ext>
            </a:extLst>
          </p:cNvPr>
          <p:cNvSpPr>
            <a:spLocks noGrp="1"/>
          </p:cNvSpPr>
          <p:nvPr>
            <p:ph type="pic" sz="quarter" idx="15"/>
          </p:nvPr>
        </p:nvSpPr>
        <p:spPr>
          <a:xfrm>
            <a:off x="0" y="0"/>
            <a:ext cx="12191999" cy="3428999"/>
          </a:xfrm>
          <a:prstGeom prst="rect">
            <a:avLst/>
          </a:prstGeom>
        </p:spPr>
        <p:txBody>
          <a:bodyPr/>
          <a:lstStyle/>
          <a:p>
            <a:endParaRPr lang="en-GB"/>
          </a:p>
        </p:txBody>
      </p:sp>
    </p:spTree>
    <p:extLst>
      <p:ext uri="{BB962C8B-B14F-4D97-AF65-F5344CB8AC3E}">
        <p14:creationId xmlns:p14="http://schemas.microsoft.com/office/powerpoint/2010/main" val="17850341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lumn Image with LHS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6AF80-E7AB-4C96-9ED9-5A0E1A490790}"/>
              </a:ext>
            </a:extLst>
          </p:cNvPr>
          <p:cNvSpPr>
            <a:spLocks noGrp="1"/>
          </p:cNvSpPr>
          <p:nvPr>
            <p:ph type="title"/>
          </p:nvPr>
        </p:nvSpPr>
        <p:spPr>
          <a:xfrm>
            <a:off x="4770783" y="365126"/>
            <a:ext cx="6583017" cy="1011471"/>
          </a:xfrm>
          <a:prstGeom prst="rect">
            <a:avLst/>
          </a:prstGeom>
        </p:spPr>
        <p:txBody>
          <a:bodyPr anchor="ctr" anchorCtr="0"/>
          <a:lstStyle>
            <a:lvl1pPr>
              <a:defRPr sz="2800" b="1">
                <a:solidFill>
                  <a:srgbClr val="006C43"/>
                </a:solidFill>
                <a:latin typeface="Arial" panose="020B0604020202020204" pitchFamily="34" charset="0"/>
                <a:cs typeface="Arial" panose="020B0604020202020204" pitchFamily="34" charset="0"/>
              </a:defRPr>
            </a:lvl1pPr>
          </a:lstStyle>
          <a:p>
            <a:r>
              <a:rPr lang="en-US"/>
              <a:t>Click to edit Master title style</a:t>
            </a:r>
            <a:endParaRPr lang="en-GB"/>
          </a:p>
        </p:txBody>
      </p:sp>
      <p:sp>
        <p:nvSpPr>
          <p:cNvPr id="3" name="Slide Number Placeholder 2">
            <a:extLst>
              <a:ext uri="{FF2B5EF4-FFF2-40B4-BE49-F238E27FC236}">
                <a16:creationId xmlns:a16="http://schemas.microsoft.com/office/drawing/2014/main" id="{3B73EC17-E048-41D1-84F6-1E6729F8C69F}"/>
              </a:ext>
            </a:extLst>
          </p:cNvPr>
          <p:cNvSpPr>
            <a:spLocks noGrp="1"/>
          </p:cNvSpPr>
          <p:nvPr>
            <p:ph type="sldNum" sz="quarter" idx="10"/>
          </p:nvPr>
        </p:nvSpPr>
        <p:spPr/>
        <p:txBody>
          <a:bodyPr/>
          <a:lstStyle/>
          <a:p>
            <a:fld id="{CC1FAFA7-493E-49BA-8E70-4BF319AEABD7}" type="slidenum">
              <a:rPr lang="en-GB" smtClean="0"/>
              <a:pPr/>
              <a:t>‹#›</a:t>
            </a:fld>
            <a:endParaRPr lang="en-GB"/>
          </a:p>
        </p:txBody>
      </p:sp>
      <p:sp>
        <p:nvSpPr>
          <p:cNvPr id="4" name="Footer Placeholder 3">
            <a:extLst>
              <a:ext uri="{FF2B5EF4-FFF2-40B4-BE49-F238E27FC236}">
                <a16:creationId xmlns:a16="http://schemas.microsoft.com/office/drawing/2014/main" id="{D8E48BBA-2F08-487F-B2E4-7900BAC7A325}"/>
              </a:ext>
            </a:extLst>
          </p:cNvPr>
          <p:cNvSpPr>
            <a:spLocks noGrp="1"/>
          </p:cNvSpPr>
          <p:nvPr>
            <p:ph type="ftr" sz="quarter" idx="11"/>
          </p:nvPr>
        </p:nvSpPr>
        <p:spPr/>
        <p:txBody>
          <a:bodyPr/>
          <a:lstStyle/>
          <a:p>
            <a:pPr algn="r"/>
            <a:r>
              <a:rPr lang="en-GB"/>
              <a:t>bcs.org</a:t>
            </a:r>
          </a:p>
        </p:txBody>
      </p:sp>
      <p:sp>
        <p:nvSpPr>
          <p:cNvPr id="8" name="Content Placeholder 5">
            <a:extLst>
              <a:ext uri="{FF2B5EF4-FFF2-40B4-BE49-F238E27FC236}">
                <a16:creationId xmlns:a16="http://schemas.microsoft.com/office/drawing/2014/main" id="{BBCF5040-1466-4C63-ABB1-A6EA1F437CE3}"/>
              </a:ext>
            </a:extLst>
          </p:cNvPr>
          <p:cNvSpPr>
            <a:spLocks noGrp="1"/>
          </p:cNvSpPr>
          <p:nvPr>
            <p:ph sz="quarter" idx="13" hasCustomPrompt="1"/>
          </p:nvPr>
        </p:nvSpPr>
        <p:spPr>
          <a:xfrm>
            <a:off x="4770784" y="1666081"/>
            <a:ext cx="6583016" cy="4379926"/>
          </a:xfrm>
          <a:prstGeom prst="rect">
            <a:avLst/>
          </a:prstGeom>
        </p:spPr>
        <p:txBody>
          <a:bodyPr>
            <a:normAutofit/>
          </a:bodyPr>
          <a:lstStyle>
            <a:lvl1pPr marL="285750" indent="-285750">
              <a:lnSpc>
                <a:spcPct val="100000"/>
              </a:lnSpc>
              <a:buClr>
                <a:schemeClr val="tx1"/>
              </a:buClr>
              <a:buFont typeface="Wingdings" panose="05000000000000000000" pitchFamily="2" charset="2"/>
              <a:buChar char="§"/>
              <a:defRPr lang="en-GB" sz="1800" b="0" i="0" smtClean="0">
                <a:solidFill>
                  <a:srgbClr val="151615"/>
                </a:solidFill>
                <a:effectLst/>
              </a:defRPr>
            </a:lvl1pPr>
            <a:lvl2pPr>
              <a:lnSpc>
                <a:spcPct val="100000"/>
              </a:lnSpc>
              <a:defRPr sz="2000">
                <a:latin typeface="Arial" panose="020B0604020202020204" pitchFamily="34" charset="0"/>
                <a:cs typeface="Arial" panose="020B0604020202020204" pitchFamily="34" charset="0"/>
              </a:defRPr>
            </a:lvl2pPr>
            <a:lvl3pPr>
              <a:lnSpc>
                <a:spcPct val="100000"/>
              </a:lnSpc>
              <a:defRPr sz="1800">
                <a:latin typeface="Arial" panose="020B0604020202020204" pitchFamily="34" charset="0"/>
                <a:cs typeface="Arial" panose="020B0604020202020204" pitchFamily="34" charset="0"/>
              </a:defRPr>
            </a:lvl3pPr>
            <a:lvl4pPr>
              <a:lnSpc>
                <a:spcPct val="100000"/>
              </a:lnSpc>
              <a:defRPr sz="1600">
                <a:latin typeface="Arial" panose="020B0604020202020204" pitchFamily="34" charset="0"/>
                <a:cs typeface="Arial" panose="020B0604020202020204" pitchFamily="34" charset="0"/>
              </a:defRPr>
            </a:lvl4pPr>
            <a:lvl5pPr>
              <a:lnSpc>
                <a:spcPct val="100000"/>
              </a:lnSpc>
              <a:defRPr sz="1600">
                <a:latin typeface="Arial" panose="020B0604020202020204" pitchFamily="34" charset="0"/>
                <a:cs typeface="Arial" panose="020B0604020202020204" pitchFamily="34" charset="0"/>
              </a:defRPr>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12" name="Picture Placeholder 11">
            <a:extLst>
              <a:ext uri="{FF2B5EF4-FFF2-40B4-BE49-F238E27FC236}">
                <a16:creationId xmlns:a16="http://schemas.microsoft.com/office/drawing/2014/main" id="{237ED93B-1769-4D65-9258-096D40C9263E}"/>
              </a:ext>
            </a:extLst>
          </p:cNvPr>
          <p:cNvSpPr>
            <a:spLocks noGrp="1"/>
          </p:cNvSpPr>
          <p:nvPr>
            <p:ph type="pic" sz="quarter" idx="15"/>
          </p:nvPr>
        </p:nvSpPr>
        <p:spPr>
          <a:xfrm>
            <a:off x="1704216" y="0"/>
            <a:ext cx="2493068" cy="6858000"/>
          </a:xfrm>
          <a:prstGeom prst="rect">
            <a:avLst/>
          </a:prstGeom>
        </p:spPr>
        <p:txBody>
          <a:bodyPr/>
          <a:lstStyle/>
          <a:p>
            <a:endParaRPr lang="en-GB"/>
          </a:p>
        </p:txBody>
      </p:sp>
    </p:spTree>
    <p:extLst>
      <p:ext uri="{BB962C8B-B14F-4D97-AF65-F5344CB8AC3E}">
        <p14:creationId xmlns:p14="http://schemas.microsoft.com/office/powerpoint/2010/main" val="6751646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hree Column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6AF80-E7AB-4C96-9ED9-5A0E1A490790}"/>
              </a:ext>
            </a:extLst>
          </p:cNvPr>
          <p:cNvSpPr>
            <a:spLocks noGrp="1"/>
          </p:cNvSpPr>
          <p:nvPr>
            <p:ph type="title"/>
          </p:nvPr>
        </p:nvSpPr>
        <p:spPr>
          <a:xfrm>
            <a:off x="838200" y="365126"/>
            <a:ext cx="10515600" cy="593418"/>
          </a:xfrm>
          <a:prstGeom prst="rect">
            <a:avLst/>
          </a:prstGeom>
        </p:spPr>
        <p:txBody>
          <a:bodyPr/>
          <a:lstStyle>
            <a:lvl1pPr>
              <a:defRPr sz="3600" b="1">
                <a:solidFill>
                  <a:srgbClr val="006C43"/>
                </a:solidFill>
                <a:latin typeface="Arial" panose="020B0604020202020204" pitchFamily="34" charset="0"/>
                <a:cs typeface="Arial" panose="020B0604020202020204" pitchFamily="34" charset="0"/>
              </a:defRPr>
            </a:lvl1pPr>
          </a:lstStyle>
          <a:p>
            <a:r>
              <a:rPr lang="en-US"/>
              <a:t>Click to edit Master title style</a:t>
            </a:r>
            <a:endParaRPr lang="en-GB"/>
          </a:p>
        </p:txBody>
      </p:sp>
      <p:sp>
        <p:nvSpPr>
          <p:cNvPr id="3" name="Slide Number Placeholder 2">
            <a:extLst>
              <a:ext uri="{FF2B5EF4-FFF2-40B4-BE49-F238E27FC236}">
                <a16:creationId xmlns:a16="http://schemas.microsoft.com/office/drawing/2014/main" id="{3B73EC17-E048-41D1-84F6-1E6729F8C69F}"/>
              </a:ext>
            </a:extLst>
          </p:cNvPr>
          <p:cNvSpPr>
            <a:spLocks noGrp="1"/>
          </p:cNvSpPr>
          <p:nvPr>
            <p:ph type="sldNum" sz="quarter" idx="10"/>
          </p:nvPr>
        </p:nvSpPr>
        <p:spPr/>
        <p:txBody>
          <a:bodyPr/>
          <a:lstStyle/>
          <a:p>
            <a:fld id="{CC1FAFA7-493E-49BA-8E70-4BF319AEABD7}" type="slidenum">
              <a:rPr lang="en-GB" smtClean="0"/>
              <a:pPr/>
              <a:t>‹#›</a:t>
            </a:fld>
            <a:endParaRPr lang="en-GB"/>
          </a:p>
        </p:txBody>
      </p:sp>
      <p:sp>
        <p:nvSpPr>
          <p:cNvPr id="4" name="Footer Placeholder 3">
            <a:extLst>
              <a:ext uri="{FF2B5EF4-FFF2-40B4-BE49-F238E27FC236}">
                <a16:creationId xmlns:a16="http://schemas.microsoft.com/office/drawing/2014/main" id="{D8E48BBA-2F08-487F-B2E4-7900BAC7A325}"/>
              </a:ext>
            </a:extLst>
          </p:cNvPr>
          <p:cNvSpPr>
            <a:spLocks noGrp="1"/>
          </p:cNvSpPr>
          <p:nvPr>
            <p:ph type="ftr" sz="quarter" idx="11"/>
          </p:nvPr>
        </p:nvSpPr>
        <p:spPr/>
        <p:txBody>
          <a:bodyPr/>
          <a:lstStyle/>
          <a:p>
            <a:pPr algn="r"/>
            <a:r>
              <a:rPr lang="en-GB"/>
              <a:t>bcs.org</a:t>
            </a:r>
          </a:p>
        </p:txBody>
      </p:sp>
      <p:sp>
        <p:nvSpPr>
          <p:cNvPr id="6" name="Content Placeholder 5">
            <a:extLst>
              <a:ext uri="{FF2B5EF4-FFF2-40B4-BE49-F238E27FC236}">
                <a16:creationId xmlns:a16="http://schemas.microsoft.com/office/drawing/2014/main" id="{3A3123B5-0AD7-4F59-85F0-73E423FC4B33}"/>
              </a:ext>
            </a:extLst>
          </p:cNvPr>
          <p:cNvSpPr>
            <a:spLocks noGrp="1"/>
          </p:cNvSpPr>
          <p:nvPr>
            <p:ph sz="quarter" idx="12"/>
          </p:nvPr>
        </p:nvSpPr>
        <p:spPr>
          <a:xfrm>
            <a:off x="7985760" y="1321242"/>
            <a:ext cx="3368040" cy="4768215"/>
          </a:xfrm>
          <a:prstGeom prst="rect">
            <a:avLst/>
          </a:prstGeom>
        </p:spPr>
        <p:txBody>
          <a:bodyPr>
            <a:normAutofit/>
          </a:bodyPr>
          <a:lstStyle>
            <a:lvl1pPr marL="228600" indent="-228600">
              <a:lnSpc>
                <a:spcPct val="100000"/>
              </a:lnSpc>
              <a:buClr>
                <a:schemeClr val="tx1"/>
              </a:buClr>
              <a:buFont typeface="Wingdings" panose="05000000000000000000" pitchFamily="2" charset="2"/>
              <a:buChar char="§"/>
              <a:defRPr sz="1800">
                <a:solidFill>
                  <a:srgbClr val="151615"/>
                </a:solidFill>
                <a:latin typeface="Arial" panose="020B0604020202020204" pitchFamily="34" charset="0"/>
                <a:cs typeface="Arial" panose="020B0604020202020204" pitchFamily="34" charset="0"/>
              </a:defRPr>
            </a:lvl1pPr>
            <a:lvl2pPr marL="685800" indent="-228600">
              <a:lnSpc>
                <a:spcPct val="100000"/>
              </a:lnSpc>
              <a:buClr>
                <a:schemeClr val="tx1"/>
              </a:buClr>
              <a:buFont typeface="Wingdings" panose="05000000000000000000" pitchFamily="2" charset="2"/>
              <a:buChar char="§"/>
              <a:defRPr sz="1600">
                <a:solidFill>
                  <a:srgbClr val="151615"/>
                </a:solidFill>
                <a:latin typeface="Arial" panose="020B0604020202020204" pitchFamily="34" charset="0"/>
                <a:cs typeface="Arial" panose="020B0604020202020204" pitchFamily="34" charset="0"/>
              </a:defRPr>
            </a:lvl2pPr>
            <a:lvl3pPr marL="1143000" indent="-228600">
              <a:lnSpc>
                <a:spcPct val="100000"/>
              </a:lnSpc>
              <a:buClr>
                <a:schemeClr val="tx1"/>
              </a:buClr>
              <a:buFont typeface="Wingdings" panose="05000000000000000000" pitchFamily="2" charset="2"/>
              <a:buChar char="§"/>
              <a:defRPr sz="1400">
                <a:solidFill>
                  <a:srgbClr val="151615"/>
                </a:solidFill>
                <a:latin typeface="Arial" panose="020B0604020202020204" pitchFamily="34" charset="0"/>
                <a:cs typeface="Arial" panose="020B0604020202020204" pitchFamily="34" charset="0"/>
              </a:defRPr>
            </a:lvl3pPr>
            <a:lvl4pPr marL="1600200" indent="-228600">
              <a:lnSpc>
                <a:spcPct val="100000"/>
              </a:lnSpc>
              <a:buClr>
                <a:schemeClr val="tx1"/>
              </a:buClr>
              <a:buFont typeface="Wingdings" panose="05000000000000000000" pitchFamily="2" charset="2"/>
              <a:buChar char="§"/>
              <a:defRPr sz="1200">
                <a:solidFill>
                  <a:srgbClr val="151615"/>
                </a:solidFill>
                <a:latin typeface="Arial" panose="020B0604020202020204" pitchFamily="34" charset="0"/>
                <a:cs typeface="Arial" panose="020B0604020202020204" pitchFamily="34" charset="0"/>
              </a:defRPr>
            </a:lvl4pPr>
            <a:lvl5pPr marL="2057400" indent="-228600">
              <a:lnSpc>
                <a:spcPct val="100000"/>
              </a:lnSpc>
              <a:buClr>
                <a:schemeClr val="tx1"/>
              </a:buClr>
              <a:buFont typeface="Wingdings" panose="05000000000000000000" pitchFamily="2" charset="2"/>
              <a:buChar char="§"/>
              <a:defRPr sz="1200">
                <a:solidFill>
                  <a:srgbClr val="151615"/>
                </a:solidFill>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Content Placeholder 5">
            <a:extLst>
              <a:ext uri="{FF2B5EF4-FFF2-40B4-BE49-F238E27FC236}">
                <a16:creationId xmlns:a16="http://schemas.microsoft.com/office/drawing/2014/main" id="{F703DEFD-0A70-4444-8E65-BF9CD2BFBEA5}"/>
              </a:ext>
            </a:extLst>
          </p:cNvPr>
          <p:cNvSpPr>
            <a:spLocks noGrp="1"/>
          </p:cNvSpPr>
          <p:nvPr>
            <p:ph sz="quarter" idx="13"/>
          </p:nvPr>
        </p:nvSpPr>
        <p:spPr>
          <a:xfrm>
            <a:off x="4411980" y="1313268"/>
            <a:ext cx="3368040" cy="4768215"/>
          </a:xfrm>
          <a:prstGeom prst="rect">
            <a:avLst/>
          </a:prstGeom>
        </p:spPr>
        <p:txBody>
          <a:bodyPr>
            <a:normAutofit/>
          </a:bodyPr>
          <a:lstStyle>
            <a:lvl1pPr marL="228600" indent="-228600">
              <a:lnSpc>
                <a:spcPct val="100000"/>
              </a:lnSpc>
              <a:buClr>
                <a:schemeClr val="tx1"/>
              </a:buClr>
              <a:buFont typeface="Wingdings" panose="05000000000000000000" pitchFamily="2" charset="2"/>
              <a:buChar char="§"/>
              <a:defRPr sz="1800">
                <a:solidFill>
                  <a:srgbClr val="151615"/>
                </a:solidFill>
                <a:latin typeface="Arial" panose="020B0604020202020204" pitchFamily="34" charset="0"/>
                <a:cs typeface="Arial" panose="020B0604020202020204" pitchFamily="34" charset="0"/>
              </a:defRPr>
            </a:lvl1pPr>
            <a:lvl2pPr marL="685800" indent="-228600">
              <a:lnSpc>
                <a:spcPct val="100000"/>
              </a:lnSpc>
              <a:buClr>
                <a:schemeClr val="tx1"/>
              </a:buClr>
              <a:buFont typeface="Wingdings" panose="05000000000000000000" pitchFamily="2" charset="2"/>
              <a:buChar char="§"/>
              <a:defRPr sz="1600">
                <a:solidFill>
                  <a:srgbClr val="151615"/>
                </a:solidFill>
                <a:latin typeface="Arial" panose="020B0604020202020204" pitchFamily="34" charset="0"/>
                <a:cs typeface="Arial" panose="020B0604020202020204" pitchFamily="34" charset="0"/>
              </a:defRPr>
            </a:lvl2pPr>
            <a:lvl3pPr marL="1143000" indent="-228600">
              <a:lnSpc>
                <a:spcPct val="100000"/>
              </a:lnSpc>
              <a:buClr>
                <a:schemeClr val="tx1"/>
              </a:buClr>
              <a:buFont typeface="Wingdings" panose="05000000000000000000" pitchFamily="2" charset="2"/>
              <a:buChar char="§"/>
              <a:defRPr sz="1400">
                <a:solidFill>
                  <a:srgbClr val="151615"/>
                </a:solidFill>
                <a:latin typeface="Arial" panose="020B0604020202020204" pitchFamily="34" charset="0"/>
                <a:cs typeface="Arial" panose="020B0604020202020204" pitchFamily="34" charset="0"/>
              </a:defRPr>
            </a:lvl3pPr>
            <a:lvl4pPr marL="1600200" indent="-228600">
              <a:lnSpc>
                <a:spcPct val="100000"/>
              </a:lnSpc>
              <a:buClr>
                <a:schemeClr val="tx1"/>
              </a:buClr>
              <a:buFont typeface="Wingdings" panose="05000000000000000000" pitchFamily="2" charset="2"/>
              <a:buChar char="§"/>
              <a:defRPr sz="1200">
                <a:solidFill>
                  <a:srgbClr val="151615"/>
                </a:solidFill>
                <a:latin typeface="Arial" panose="020B0604020202020204" pitchFamily="34" charset="0"/>
                <a:cs typeface="Arial" panose="020B0604020202020204" pitchFamily="34" charset="0"/>
              </a:defRPr>
            </a:lvl4pPr>
            <a:lvl5pPr marL="2057400" indent="-228600">
              <a:lnSpc>
                <a:spcPct val="100000"/>
              </a:lnSpc>
              <a:buClr>
                <a:schemeClr val="tx1"/>
              </a:buClr>
              <a:buFont typeface="Wingdings" panose="05000000000000000000" pitchFamily="2" charset="2"/>
              <a:buChar char="§"/>
              <a:defRPr sz="1200">
                <a:solidFill>
                  <a:srgbClr val="151615"/>
                </a:solidFill>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Content Placeholder 5">
            <a:extLst>
              <a:ext uri="{FF2B5EF4-FFF2-40B4-BE49-F238E27FC236}">
                <a16:creationId xmlns:a16="http://schemas.microsoft.com/office/drawing/2014/main" id="{0977A13A-BD89-4266-BAB7-B0023CBE5788}"/>
              </a:ext>
            </a:extLst>
          </p:cNvPr>
          <p:cNvSpPr>
            <a:spLocks noGrp="1"/>
          </p:cNvSpPr>
          <p:nvPr>
            <p:ph sz="quarter" idx="14"/>
          </p:nvPr>
        </p:nvSpPr>
        <p:spPr>
          <a:xfrm>
            <a:off x="838200" y="1313269"/>
            <a:ext cx="3368040" cy="4768215"/>
          </a:xfrm>
          <a:prstGeom prst="rect">
            <a:avLst/>
          </a:prstGeom>
        </p:spPr>
        <p:txBody>
          <a:bodyPr>
            <a:normAutofit/>
          </a:bodyPr>
          <a:lstStyle>
            <a:lvl1pPr marL="228600" indent="-228600">
              <a:lnSpc>
                <a:spcPct val="100000"/>
              </a:lnSpc>
              <a:buClr>
                <a:schemeClr val="tx1"/>
              </a:buClr>
              <a:buFont typeface="Wingdings" panose="05000000000000000000" pitchFamily="2" charset="2"/>
              <a:buChar char="§"/>
              <a:defRPr sz="1800">
                <a:solidFill>
                  <a:srgbClr val="151615"/>
                </a:solidFill>
                <a:latin typeface="Arial" panose="020B0604020202020204" pitchFamily="34" charset="0"/>
                <a:cs typeface="Arial" panose="020B0604020202020204" pitchFamily="34" charset="0"/>
              </a:defRPr>
            </a:lvl1pPr>
            <a:lvl2pPr marL="685800" indent="-228600">
              <a:lnSpc>
                <a:spcPct val="100000"/>
              </a:lnSpc>
              <a:buClr>
                <a:schemeClr val="tx1"/>
              </a:buClr>
              <a:buFont typeface="Wingdings" panose="05000000000000000000" pitchFamily="2" charset="2"/>
              <a:buChar char="§"/>
              <a:defRPr sz="1600">
                <a:solidFill>
                  <a:srgbClr val="151615"/>
                </a:solidFill>
                <a:latin typeface="Arial" panose="020B0604020202020204" pitchFamily="34" charset="0"/>
                <a:cs typeface="Arial" panose="020B0604020202020204" pitchFamily="34" charset="0"/>
              </a:defRPr>
            </a:lvl2pPr>
            <a:lvl3pPr marL="1143000" indent="-228600">
              <a:lnSpc>
                <a:spcPct val="100000"/>
              </a:lnSpc>
              <a:buClr>
                <a:schemeClr val="tx1"/>
              </a:buClr>
              <a:buFont typeface="Wingdings" panose="05000000000000000000" pitchFamily="2" charset="2"/>
              <a:buChar char="§"/>
              <a:defRPr sz="1400">
                <a:solidFill>
                  <a:srgbClr val="151615"/>
                </a:solidFill>
                <a:latin typeface="Arial" panose="020B0604020202020204" pitchFamily="34" charset="0"/>
                <a:cs typeface="Arial" panose="020B0604020202020204" pitchFamily="34" charset="0"/>
              </a:defRPr>
            </a:lvl3pPr>
            <a:lvl4pPr marL="1600200" indent="-228600">
              <a:lnSpc>
                <a:spcPct val="100000"/>
              </a:lnSpc>
              <a:buClr>
                <a:schemeClr val="tx1"/>
              </a:buClr>
              <a:buFont typeface="Wingdings" panose="05000000000000000000" pitchFamily="2" charset="2"/>
              <a:buChar char="§"/>
              <a:defRPr sz="1200">
                <a:solidFill>
                  <a:srgbClr val="151615"/>
                </a:solidFill>
                <a:latin typeface="Arial" panose="020B0604020202020204" pitchFamily="34" charset="0"/>
                <a:cs typeface="Arial" panose="020B0604020202020204" pitchFamily="34" charset="0"/>
              </a:defRPr>
            </a:lvl4pPr>
            <a:lvl5pPr marL="2057400" indent="-228600">
              <a:lnSpc>
                <a:spcPct val="100000"/>
              </a:lnSpc>
              <a:buClr>
                <a:schemeClr val="tx1"/>
              </a:buClr>
              <a:buFont typeface="Wingdings" panose="05000000000000000000" pitchFamily="2" charset="2"/>
              <a:buChar char="§"/>
              <a:defRPr sz="1200">
                <a:solidFill>
                  <a:srgbClr val="151615"/>
                </a:solidFill>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4945675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Graph">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6AF80-E7AB-4C96-9ED9-5A0E1A490790}"/>
              </a:ext>
            </a:extLst>
          </p:cNvPr>
          <p:cNvSpPr>
            <a:spLocks noGrp="1"/>
          </p:cNvSpPr>
          <p:nvPr>
            <p:ph type="title"/>
          </p:nvPr>
        </p:nvSpPr>
        <p:spPr>
          <a:xfrm>
            <a:off x="838200" y="365126"/>
            <a:ext cx="10515600" cy="593418"/>
          </a:xfrm>
          <a:prstGeom prst="rect">
            <a:avLst/>
          </a:prstGeom>
        </p:spPr>
        <p:txBody>
          <a:bodyPr/>
          <a:lstStyle>
            <a:lvl1pPr>
              <a:defRPr sz="3600" b="1">
                <a:solidFill>
                  <a:srgbClr val="006C43"/>
                </a:solidFill>
                <a:latin typeface="Arial" panose="020B0604020202020204" pitchFamily="34" charset="0"/>
                <a:cs typeface="Arial" panose="020B0604020202020204" pitchFamily="34" charset="0"/>
              </a:defRPr>
            </a:lvl1pPr>
          </a:lstStyle>
          <a:p>
            <a:r>
              <a:rPr lang="en-US"/>
              <a:t>Click to edit Master title style</a:t>
            </a:r>
            <a:endParaRPr lang="en-GB"/>
          </a:p>
        </p:txBody>
      </p:sp>
      <p:sp>
        <p:nvSpPr>
          <p:cNvPr id="3" name="Slide Number Placeholder 2">
            <a:extLst>
              <a:ext uri="{FF2B5EF4-FFF2-40B4-BE49-F238E27FC236}">
                <a16:creationId xmlns:a16="http://schemas.microsoft.com/office/drawing/2014/main" id="{3B73EC17-E048-41D1-84F6-1E6729F8C69F}"/>
              </a:ext>
            </a:extLst>
          </p:cNvPr>
          <p:cNvSpPr>
            <a:spLocks noGrp="1"/>
          </p:cNvSpPr>
          <p:nvPr>
            <p:ph type="sldNum" sz="quarter" idx="10"/>
          </p:nvPr>
        </p:nvSpPr>
        <p:spPr/>
        <p:txBody>
          <a:bodyPr/>
          <a:lstStyle/>
          <a:p>
            <a:fld id="{CC1FAFA7-493E-49BA-8E70-4BF319AEABD7}" type="slidenum">
              <a:rPr lang="en-GB" smtClean="0"/>
              <a:pPr/>
              <a:t>‹#›</a:t>
            </a:fld>
            <a:endParaRPr lang="en-GB"/>
          </a:p>
        </p:txBody>
      </p:sp>
      <p:sp>
        <p:nvSpPr>
          <p:cNvPr id="4" name="Footer Placeholder 3">
            <a:extLst>
              <a:ext uri="{FF2B5EF4-FFF2-40B4-BE49-F238E27FC236}">
                <a16:creationId xmlns:a16="http://schemas.microsoft.com/office/drawing/2014/main" id="{D8E48BBA-2F08-487F-B2E4-7900BAC7A325}"/>
              </a:ext>
            </a:extLst>
          </p:cNvPr>
          <p:cNvSpPr>
            <a:spLocks noGrp="1"/>
          </p:cNvSpPr>
          <p:nvPr>
            <p:ph type="ftr" sz="quarter" idx="11"/>
          </p:nvPr>
        </p:nvSpPr>
        <p:spPr/>
        <p:txBody>
          <a:bodyPr/>
          <a:lstStyle/>
          <a:p>
            <a:pPr algn="r"/>
            <a:r>
              <a:rPr lang="en-GB"/>
              <a:t>bcs.org</a:t>
            </a:r>
          </a:p>
        </p:txBody>
      </p:sp>
      <p:sp>
        <p:nvSpPr>
          <p:cNvPr id="9" name="Chart Placeholder 8">
            <a:extLst>
              <a:ext uri="{FF2B5EF4-FFF2-40B4-BE49-F238E27FC236}">
                <a16:creationId xmlns:a16="http://schemas.microsoft.com/office/drawing/2014/main" id="{1540AF6E-47B1-405E-BDCF-50EE51E88D4F}"/>
              </a:ext>
            </a:extLst>
          </p:cNvPr>
          <p:cNvSpPr>
            <a:spLocks noGrp="1"/>
          </p:cNvSpPr>
          <p:nvPr>
            <p:ph type="chart" sz="quarter" idx="12"/>
          </p:nvPr>
        </p:nvSpPr>
        <p:spPr>
          <a:xfrm>
            <a:off x="838200" y="1319199"/>
            <a:ext cx="10515600" cy="4684713"/>
          </a:xfrm>
          <a:prstGeom prst="rect">
            <a:avLst/>
          </a:prstGeom>
        </p:spPr>
        <p:txBody>
          <a:bodyPr/>
          <a:lstStyle>
            <a:lvl1pPr marL="228600" indent="-228600">
              <a:buFont typeface="Wingdings" panose="05000000000000000000" pitchFamily="2" charset="2"/>
              <a:buChar char="§"/>
              <a:defRPr/>
            </a:lvl1pPr>
          </a:lstStyle>
          <a:p>
            <a:endParaRPr lang="en-GB"/>
          </a:p>
        </p:txBody>
      </p:sp>
    </p:spTree>
    <p:extLst>
      <p:ext uri="{BB962C8B-B14F-4D97-AF65-F5344CB8AC3E}">
        <p14:creationId xmlns:p14="http://schemas.microsoft.com/office/powerpoint/2010/main" val="2498611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6AF80-E7AB-4C96-9ED9-5A0E1A490790}"/>
              </a:ext>
            </a:extLst>
          </p:cNvPr>
          <p:cNvSpPr>
            <a:spLocks noGrp="1"/>
          </p:cNvSpPr>
          <p:nvPr>
            <p:ph type="title"/>
          </p:nvPr>
        </p:nvSpPr>
        <p:spPr>
          <a:xfrm>
            <a:off x="838200" y="365126"/>
            <a:ext cx="10515600" cy="593418"/>
          </a:xfrm>
          <a:prstGeom prst="rect">
            <a:avLst/>
          </a:prstGeom>
        </p:spPr>
        <p:txBody>
          <a:bodyPr/>
          <a:lstStyle>
            <a:lvl1pPr>
              <a:defRPr sz="3600" b="1">
                <a:solidFill>
                  <a:srgbClr val="006C43"/>
                </a:solidFill>
                <a:latin typeface="Arial" panose="020B0604020202020204" pitchFamily="34" charset="0"/>
                <a:cs typeface="Arial" panose="020B0604020202020204" pitchFamily="34" charset="0"/>
              </a:defRPr>
            </a:lvl1pPr>
          </a:lstStyle>
          <a:p>
            <a:r>
              <a:rPr lang="en-US"/>
              <a:t>Click to edit Master title style</a:t>
            </a:r>
            <a:endParaRPr lang="en-GB"/>
          </a:p>
        </p:txBody>
      </p:sp>
      <p:sp>
        <p:nvSpPr>
          <p:cNvPr id="3" name="Slide Number Placeholder 2">
            <a:extLst>
              <a:ext uri="{FF2B5EF4-FFF2-40B4-BE49-F238E27FC236}">
                <a16:creationId xmlns:a16="http://schemas.microsoft.com/office/drawing/2014/main" id="{3B73EC17-E048-41D1-84F6-1E6729F8C69F}"/>
              </a:ext>
            </a:extLst>
          </p:cNvPr>
          <p:cNvSpPr>
            <a:spLocks noGrp="1"/>
          </p:cNvSpPr>
          <p:nvPr>
            <p:ph type="sldNum" sz="quarter" idx="10"/>
          </p:nvPr>
        </p:nvSpPr>
        <p:spPr/>
        <p:txBody>
          <a:bodyPr/>
          <a:lstStyle/>
          <a:p>
            <a:fld id="{CC1FAFA7-493E-49BA-8E70-4BF319AEABD7}" type="slidenum">
              <a:rPr lang="en-GB" smtClean="0"/>
              <a:pPr/>
              <a:t>‹#›</a:t>
            </a:fld>
            <a:endParaRPr lang="en-GB"/>
          </a:p>
        </p:txBody>
      </p:sp>
      <p:sp>
        <p:nvSpPr>
          <p:cNvPr id="4" name="Footer Placeholder 3">
            <a:extLst>
              <a:ext uri="{FF2B5EF4-FFF2-40B4-BE49-F238E27FC236}">
                <a16:creationId xmlns:a16="http://schemas.microsoft.com/office/drawing/2014/main" id="{D8E48BBA-2F08-487F-B2E4-7900BAC7A325}"/>
              </a:ext>
            </a:extLst>
          </p:cNvPr>
          <p:cNvSpPr>
            <a:spLocks noGrp="1"/>
          </p:cNvSpPr>
          <p:nvPr>
            <p:ph type="ftr" sz="quarter" idx="11"/>
          </p:nvPr>
        </p:nvSpPr>
        <p:spPr/>
        <p:txBody>
          <a:bodyPr/>
          <a:lstStyle/>
          <a:p>
            <a:pPr algn="r"/>
            <a:r>
              <a:rPr lang="en-GB"/>
              <a:t>bcs.org</a:t>
            </a:r>
          </a:p>
        </p:txBody>
      </p:sp>
      <p:sp>
        <p:nvSpPr>
          <p:cNvPr id="6" name="Table Placeholder 5">
            <a:extLst>
              <a:ext uri="{FF2B5EF4-FFF2-40B4-BE49-F238E27FC236}">
                <a16:creationId xmlns:a16="http://schemas.microsoft.com/office/drawing/2014/main" id="{C8EEB8C1-441B-42FD-AB03-5919A075CFE4}"/>
              </a:ext>
            </a:extLst>
          </p:cNvPr>
          <p:cNvSpPr>
            <a:spLocks noGrp="1"/>
          </p:cNvSpPr>
          <p:nvPr>
            <p:ph type="tbl" sz="quarter" idx="12"/>
          </p:nvPr>
        </p:nvSpPr>
        <p:spPr>
          <a:xfrm>
            <a:off x="838200" y="1319226"/>
            <a:ext cx="10515600" cy="4684713"/>
          </a:xfrm>
          <a:prstGeom prst="rect">
            <a:avLst/>
          </a:prstGeom>
        </p:spPr>
        <p:txBody>
          <a:bodyPr/>
          <a:lstStyle>
            <a:lvl1pPr marL="228600" indent="-228600">
              <a:buFont typeface="Wingdings" panose="05000000000000000000" pitchFamily="2" charset="2"/>
              <a:buChar char="§"/>
              <a:defRPr/>
            </a:lvl1pPr>
          </a:lstStyle>
          <a:p>
            <a:endParaRPr lang="en-GB"/>
          </a:p>
        </p:txBody>
      </p:sp>
    </p:spTree>
    <p:extLst>
      <p:ext uri="{BB962C8B-B14F-4D97-AF65-F5344CB8AC3E}">
        <p14:creationId xmlns:p14="http://schemas.microsoft.com/office/powerpoint/2010/main" val="9983239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Vide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6AF80-E7AB-4C96-9ED9-5A0E1A490790}"/>
              </a:ext>
            </a:extLst>
          </p:cNvPr>
          <p:cNvSpPr>
            <a:spLocks noGrp="1"/>
          </p:cNvSpPr>
          <p:nvPr>
            <p:ph type="title"/>
          </p:nvPr>
        </p:nvSpPr>
        <p:spPr>
          <a:xfrm>
            <a:off x="838200" y="365126"/>
            <a:ext cx="10515600" cy="593418"/>
          </a:xfrm>
          <a:prstGeom prst="rect">
            <a:avLst/>
          </a:prstGeom>
        </p:spPr>
        <p:txBody>
          <a:bodyPr/>
          <a:lstStyle>
            <a:lvl1pPr>
              <a:defRPr sz="3600" b="1">
                <a:solidFill>
                  <a:srgbClr val="006C43"/>
                </a:solidFill>
                <a:latin typeface="Arial" panose="020B0604020202020204" pitchFamily="34" charset="0"/>
                <a:cs typeface="Arial" panose="020B0604020202020204" pitchFamily="34" charset="0"/>
              </a:defRPr>
            </a:lvl1pPr>
          </a:lstStyle>
          <a:p>
            <a:r>
              <a:rPr lang="en-US"/>
              <a:t>Click to edit Master title style</a:t>
            </a:r>
            <a:endParaRPr lang="en-GB"/>
          </a:p>
        </p:txBody>
      </p:sp>
      <p:sp>
        <p:nvSpPr>
          <p:cNvPr id="3" name="Slide Number Placeholder 2">
            <a:extLst>
              <a:ext uri="{FF2B5EF4-FFF2-40B4-BE49-F238E27FC236}">
                <a16:creationId xmlns:a16="http://schemas.microsoft.com/office/drawing/2014/main" id="{3B73EC17-E048-41D1-84F6-1E6729F8C69F}"/>
              </a:ext>
            </a:extLst>
          </p:cNvPr>
          <p:cNvSpPr>
            <a:spLocks noGrp="1"/>
          </p:cNvSpPr>
          <p:nvPr>
            <p:ph type="sldNum" sz="quarter" idx="10"/>
          </p:nvPr>
        </p:nvSpPr>
        <p:spPr/>
        <p:txBody>
          <a:bodyPr/>
          <a:lstStyle/>
          <a:p>
            <a:fld id="{CC1FAFA7-493E-49BA-8E70-4BF319AEABD7}" type="slidenum">
              <a:rPr lang="en-GB" smtClean="0"/>
              <a:pPr/>
              <a:t>‹#›</a:t>
            </a:fld>
            <a:endParaRPr lang="en-GB"/>
          </a:p>
        </p:txBody>
      </p:sp>
      <p:sp>
        <p:nvSpPr>
          <p:cNvPr id="4" name="Footer Placeholder 3">
            <a:extLst>
              <a:ext uri="{FF2B5EF4-FFF2-40B4-BE49-F238E27FC236}">
                <a16:creationId xmlns:a16="http://schemas.microsoft.com/office/drawing/2014/main" id="{D8E48BBA-2F08-487F-B2E4-7900BAC7A325}"/>
              </a:ext>
            </a:extLst>
          </p:cNvPr>
          <p:cNvSpPr>
            <a:spLocks noGrp="1"/>
          </p:cNvSpPr>
          <p:nvPr>
            <p:ph type="ftr" sz="quarter" idx="11"/>
          </p:nvPr>
        </p:nvSpPr>
        <p:spPr/>
        <p:txBody>
          <a:bodyPr/>
          <a:lstStyle/>
          <a:p>
            <a:pPr algn="r"/>
            <a:r>
              <a:rPr lang="en-GB"/>
              <a:t>bcs.org</a:t>
            </a:r>
          </a:p>
        </p:txBody>
      </p:sp>
      <p:sp>
        <p:nvSpPr>
          <p:cNvPr id="7" name="Media Placeholder 6">
            <a:extLst>
              <a:ext uri="{FF2B5EF4-FFF2-40B4-BE49-F238E27FC236}">
                <a16:creationId xmlns:a16="http://schemas.microsoft.com/office/drawing/2014/main" id="{F98F0569-9FC7-450E-9072-5DCF2868AD66}"/>
              </a:ext>
            </a:extLst>
          </p:cNvPr>
          <p:cNvSpPr>
            <a:spLocks noGrp="1"/>
          </p:cNvSpPr>
          <p:nvPr>
            <p:ph type="media" sz="quarter" idx="12"/>
          </p:nvPr>
        </p:nvSpPr>
        <p:spPr>
          <a:xfrm>
            <a:off x="838200" y="1319267"/>
            <a:ext cx="10515600" cy="4668837"/>
          </a:xfrm>
          <a:prstGeom prst="rect">
            <a:avLst/>
          </a:prstGeom>
        </p:spPr>
        <p:txBody>
          <a:bodyPr/>
          <a:lstStyle>
            <a:lvl1pPr marL="228600" indent="-228600">
              <a:buFont typeface="Wingdings" panose="05000000000000000000" pitchFamily="2" charset="2"/>
              <a:buChar char="§"/>
              <a:defRPr/>
            </a:lvl1pPr>
          </a:lstStyle>
          <a:p>
            <a:endParaRPr lang="en-GB"/>
          </a:p>
        </p:txBody>
      </p:sp>
    </p:spTree>
    <p:extLst>
      <p:ext uri="{BB962C8B-B14F-4D97-AF65-F5344CB8AC3E}">
        <p14:creationId xmlns:p14="http://schemas.microsoft.com/office/powerpoint/2010/main" val="31563502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hotograph">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6AF80-E7AB-4C96-9ED9-5A0E1A490790}"/>
              </a:ext>
            </a:extLst>
          </p:cNvPr>
          <p:cNvSpPr>
            <a:spLocks noGrp="1"/>
          </p:cNvSpPr>
          <p:nvPr>
            <p:ph type="title"/>
          </p:nvPr>
        </p:nvSpPr>
        <p:spPr>
          <a:xfrm>
            <a:off x="838200" y="365126"/>
            <a:ext cx="10515600" cy="593418"/>
          </a:xfrm>
          <a:prstGeom prst="rect">
            <a:avLst/>
          </a:prstGeom>
        </p:spPr>
        <p:txBody>
          <a:bodyPr/>
          <a:lstStyle>
            <a:lvl1pPr>
              <a:defRPr sz="3600" b="1">
                <a:solidFill>
                  <a:srgbClr val="006C43"/>
                </a:solidFill>
                <a:latin typeface="Arial" panose="020B0604020202020204" pitchFamily="34" charset="0"/>
                <a:cs typeface="Arial" panose="020B0604020202020204" pitchFamily="34" charset="0"/>
              </a:defRPr>
            </a:lvl1pPr>
          </a:lstStyle>
          <a:p>
            <a:r>
              <a:rPr lang="en-US"/>
              <a:t>Click to edit Master title style</a:t>
            </a:r>
            <a:endParaRPr lang="en-GB"/>
          </a:p>
        </p:txBody>
      </p:sp>
      <p:sp>
        <p:nvSpPr>
          <p:cNvPr id="3" name="Slide Number Placeholder 2">
            <a:extLst>
              <a:ext uri="{FF2B5EF4-FFF2-40B4-BE49-F238E27FC236}">
                <a16:creationId xmlns:a16="http://schemas.microsoft.com/office/drawing/2014/main" id="{3B73EC17-E048-41D1-84F6-1E6729F8C69F}"/>
              </a:ext>
            </a:extLst>
          </p:cNvPr>
          <p:cNvSpPr>
            <a:spLocks noGrp="1"/>
          </p:cNvSpPr>
          <p:nvPr>
            <p:ph type="sldNum" sz="quarter" idx="10"/>
          </p:nvPr>
        </p:nvSpPr>
        <p:spPr/>
        <p:txBody>
          <a:bodyPr/>
          <a:lstStyle/>
          <a:p>
            <a:fld id="{CC1FAFA7-493E-49BA-8E70-4BF319AEABD7}" type="slidenum">
              <a:rPr lang="en-GB" smtClean="0"/>
              <a:pPr/>
              <a:t>‹#›</a:t>
            </a:fld>
            <a:endParaRPr lang="en-GB"/>
          </a:p>
        </p:txBody>
      </p:sp>
      <p:sp>
        <p:nvSpPr>
          <p:cNvPr id="4" name="Footer Placeholder 3">
            <a:extLst>
              <a:ext uri="{FF2B5EF4-FFF2-40B4-BE49-F238E27FC236}">
                <a16:creationId xmlns:a16="http://schemas.microsoft.com/office/drawing/2014/main" id="{D8E48BBA-2F08-487F-B2E4-7900BAC7A325}"/>
              </a:ext>
            </a:extLst>
          </p:cNvPr>
          <p:cNvSpPr>
            <a:spLocks noGrp="1"/>
          </p:cNvSpPr>
          <p:nvPr>
            <p:ph type="ftr" sz="quarter" idx="11"/>
          </p:nvPr>
        </p:nvSpPr>
        <p:spPr/>
        <p:txBody>
          <a:bodyPr/>
          <a:lstStyle/>
          <a:p>
            <a:pPr algn="r"/>
            <a:r>
              <a:rPr lang="en-GB"/>
              <a:t>bcs.org</a:t>
            </a:r>
          </a:p>
        </p:txBody>
      </p:sp>
      <p:sp>
        <p:nvSpPr>
          <p:cNvPr id="6" name="Picture Placeholder 5">
            <a:extLst>
              <a:ext uri="{FF2B5EF4-FFF2-40B4-BE49-F238E27FC236}">
                <a16:creationId xmlns:a16="http://schemas.microsoft.com/office/drawing/2014/main" id="{5135C4EF-E86D-4DEB-9982-DD9848D41A89}"/>
              </a:ext>
            </a:extLst>
          </p:cNvPr>
          <p:cNvSpPr>
            <a:spLocks noGrp="1"/>
          </p:cNvSpPr>
          <p:nvPr>
            <p:ph type="pic" sz="quarter" idx="12"/>
          </p:nvPr>
        </p:nvSpPr>
        <p:spPr>
          <a:xfrm>
            <a:off x="838200" y="1319253"/>
            <a:ext cx="10515600" cy="4843463"/>
          </a:xfrm>
          <a:prstGeom prst="rect">
            <a:avLst/>
          </a:prstGeom>
        </p:spPr>
        <p:txBody>
          <a:bodyPr/>
          <a:lstStyle>
            <a:lvl1pPr marL="228600" indent="-228600">
              <a:buFont typeface="Wingdings" panose="05000000000000000000" pitchFamily="2" charset="2"/>
              <a:buChar char="§"/>
              <a:defRPr/>
            </a:lvl1pPr>
          </a:lstStyle>
          <a:p>
            <a:endParaRPr lang="en-GB"/>
          </a:p>
        </p:txBody>
      </p:sp>
    </p:spTree>
    <p:extLst>
      <p:ext uri="{BB962C8B-B14F-4D97-AF65-F5344CB8AC3E}">
        <p14:creationId xmlns:p14="http://schemas.microsoft.com/office/powerpoint/2010/main" val="24222501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Divider Green">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00D746-F5B8-443C-B99D-EE83D84185EB}"/>
              </a:ext>
            </a:extLst>
          </p:cNvPr>
          <p:cNvSpPr>
            <a:spLocks noGrp="1"/>
          </p:cNvSpPr>
          <p:nvPr>
            <p:ph type="title"/>
          </p:nvPr>
        </p:nvSpPr>
        <p:spPr>
          <a:xfrm>
            <a:off x="838200" y="365125"/>
            <a:ext cx="5991970" cy="5773282"/>
          </a:xfrm>
          <a:prstGeom prst="rect">
            <a:avLst/>
          </a:prstGeom>
        </p:spPr>
        <p:txBody>
          <a:bodyPr anchor="ctr" anchorCtr="0"/>
          <a:lstStyle>
            <a:lvl1pPr>
              <a:lnSpc>
                <a:spcPct val="100000"/>
              </a:lnSpc>
              <a:defRPr sz="3600" b="1" cap="all" baseline="0">
                <a:solidFill>
                  <a:srgbClr val="151615"/>
                </a:solidFill>
                <a:latin typeface="Arial" panose="020B0604020202020204" pitchFamily="34" charset="0"/>
                <a:cs typeface="Arial" panose="020B0604020202020204" pitchFamily="34" charset="0"/>
              </a:defRPr>
            </a:lvl1pPr>
          </a:lstStyle>
          <a:p>
            <a:r>
              <a:rPr lang="en-US"/>
              <a:t>Click to edit Master title style</a:t>
            </a:r>
            <a:endParaRPr lang="en-GB"/>
          </a:p>
        </p:txBody>
      </p:sp>
      <p:sp>
        <p:nvSpPr>
          <p:cNvPr id="5" name="Rectangle 4">
            <a:extLst>
              <a:ext uri="{FF2B5EF4-FFF2-40B4-BE49-F238E27FC236}">
                <a16:creationId xmlns:a16="http://schemas.microsoft.com/office/drawing/2014/main" id="{BC112EF4-3108-4EF4-B0C8-6ECD8C908F79}"/>
              </a:ext>
            </a:extLst>
          </p:cNvPr>
          <p:cNvSpPr/>
          <p:nvPr userDrawn="1"/>
        </p:nvSpPr>
        <p:spPr>
          <a:xfrm>
            <a:off x="7799294" y="0"/>
            <a:ext cx="4392706" cy="6858000"/>
          </a:xfrm>
          <a:prstGeom prst="rect">
            <a:avLst/>
          </a:prstGeom>
          <a:solidFill>
            <a:srgbClr val="F7F6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oter Placeholder 3">
            <a:extLst>
              <a:ext uri="{FF2B5EF4-FFF2-40B4-BE49-F238E27FC236}">
                <a16:creationId xmlns:a16="http://schemas.microsoft.com/office/drawing/2014/main" id="{0C70AA11-74C5-4549-8756-CF65EFF7CCA5}"/>
              </a:ext>
            </a:extLst>
          </p:cNvPr>
          <p:cNvSpPr>
            <a:spLocks noGrp="1"/>
          </p:cNvSpPr>
          <p:nvPr>
            <p:ph type="ftr" sz="quarter" idx="11"/>
          </p:nvPr>
        </p:nvSpPr>
        <p:spPr/>
        <p:txBody>
          <a:bodyPr/>
          <a:lstStyle>
            <a:lvl1pPr>
              <a:defRPr>
                <a:solidFill>
                  <a:srgbClr val="151615"/>
                </a:solidFill>
              </a:defRPr>
            </a:lvl1pPr>
          </a:lstStyle>
          <a:p>
            <a:pPr algn="r"/>
            <a:r>
              <a:rPr lang="en-GB"/>
              <a:t>bcs.org</a:t>
            </a:r>
          </a:p>
        </p:txBody>
      </p:sp>
      <p:sp>
        <p:nvSpPr>
          <p:cNvPr id="3" name="Slide Number Placeholder 2">
            <a:extLst>
              <a:ext uri="{FF2B5EF4-FFF2-40B4-BE49-F238E27FC236}">
                <a16:creationId xmlns:a16="http://schemas.microsoft.com/office/drawing/2014/main" id="{D57587A6-0DDA-45AA-99A0-7C55359FE5EA}"/>
              </a:ext>
            </a:extLst>
          </p:cNvPr>
          <p:cNvSpPr>
            <a:spLocks noGrp="1"/>
          </p:cNvSpPr>
          <p:nvPr>
            <p:ph type="sldNum" sz="quarter" idx="10"/>
          </p:nvPr>
        </p:nvSpPr>
        <p:spPr/>
        <p:txBody>
          <a:bodyPr/>
          <a:lstStyle>
            <a:lvl1pPr>
              <a:defRPr>
                <a:solidFill>
                  <a:srgbClr val="151615"/>
                </a:solidFill>
              </a:defRPr>
            </a:lvl1pPr>
          </a:lstStyle>
          <a:p>
            <a:fld id="{CC1FAFA7-493E-49BA-8E70-4BF319AEABD7}" type="slidenum">
              <a:rPr lang="en-GB" smtClean="0"/>
              <a:pPr/>
              <a:t>‹#›</a:t>
            </a:fld>
            <a:endParaRPr lang="en-GB"/>
          </a:p>
        </p:txBody>
      </p:sp>
    </p:spTree>
    <p:extLst>
      <p:ext uri="{BB962C8B-B14F-4D97-AF65-F5344CB8AC3E}">
        <p14:creationId xmlns:p14="http://schemas.microsoft.com/office/powerpoint/2010/main" val="31930845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Divider White">
    <p:bg>
      <p:bgPr>
        <a:solidFill>
          <a:schemeClr val="accent3"/>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C112EF4-3108-4EF4-B0C8-6ECD8C908F79}"/>
              </a:ext>
            </a:extLst>
          </p:cNvPr>
          <p:cNvSpPr/>
          <p:nvPr userDrawn="1"/>
        </p:nvSpPr>
        <p:spPr>
          <a:xfrm>
            <a:off x="0" y="0"/>
            <a:ext cx="7799294"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C00D746-F5B8-443C-B99D-EE83D84185EB}"/>
              </a:ext>
            </a:extLst>
          </p:cNvPr>
          <p:cNvSpPr>
            <a:spLocks noGrp="1"/>
          </p:cNvSpPr>
          <p:nvPr>
            <p:ph type="title"/>
          </p:nvPr>
        </p:nvSpPr>
        <p:spPr>
          <a:xfrm>
            <a:off x="838200" y="365125"/>
            <a:ext cx="5991970" cy="5805087"/>
          </a:xfrm>
          <a:prstGeom prst="rect">
            <a:avLst/>
          </a:prstGeom>
        </p:spPr>
        <p:txBody>
          <a:bodyPr anchor="ctr" anchorCtr="0"/>
          <a:lstStyle>
            <a:lvl1pPr>
              <a:lnSpc>
                <a:spcPct val="100000"/>
              </a:lnSpc>
              <a:defRPr sz="3600" b="1" cap="all" baseline="0">
                <a:solidFill>
                  <a:srgbClr val="151615"/>
                </a:solidFill>
                <a:latin typeface="Arial" panose="020B0604020202020204" pitchFamily="34" charset="0"/>
                <a:cs typeface="Arial" panose="020B0604020202020204" pitchFamily="34" charset="0"/>
              </a:defRPr>
            </a:lvl1pPr>
          </a:lstStyle>
          <a:p>
            <a:r>
              <a:rPr lang="en-US"/>
              <a:t>Click to edit Master title style</a:t>
            </a:r>
            <a:endParaRPr lang="en-GB"/>
          </a:p>
        </p:txBody>
      </p:sp>
      <p:sp>
        <p:nvSpPr>
          <p:cNvPr id="4" name="Footer Placeholder 3">
            <a:extLst>
              <a:ext uri="{FF2B5EF4-FFF2-40B4-BE49-F238E27FC236}">
                <a16:creationId xmlns:a16="http://schemas.microsoft.com/office/drawing/2014/main" id="{0C70AA11-74C5-4549-8756-CF65EFF7CCA5}"/>
              </a:ext>
            </a:extLst>
          </p:cNvPr>
          <p:cNvSpPr>
            <a:spLocks noGrp="1"/>
          </p:cNvSpPr>
          <p:nvPr>
            <p:ph type="ftr" sz="quarter" idx="11"/>
          </p:nvPr>
        </p:nvSpPr>
        <p:spPr/>
        <p:txBody>
          <a:bodyPr/>
          <a:lstStyle>
            <a:lvl1pPr>
              <a:defRPr>
                <a:solidFill>
                  <a:srgbClr val="151615"/>
                </a:solidFill>
              </a:defRPr>
            </a:lvl1pPr>
          </a:lstStyle>
          <a:p>
            <a:pPr algn="r"/>
            <a:r>
              <a:rPr lang="en-GB"/>
              <a:t>bcs.org</a:t>
            </a:r>
          </a:p>
        </p:txBody>
      </p:sp>
      <p:sp>
        <p:nvSpPr>
          <p:cNvPr id="3" name="Slide Number Placeholder 2">
            <a:extLst>
              <a:ext uri="{FF2B5EF4-FFF2-40B4-BE49-F238E27FC236}">
                <a16:creationId xmlns:a16="http://schemas.microsoft.com/office/drawing/2014/main" id="{D57587A6-0DDA-45AA-99A0-7C55359FE5EA}"/>
              </a:ext>
            </a:extLst>
          </p:cNvPr>
          <p:cNvSpPr>
            <a:spLocks noGrp="1"/>
          </p:cNvSpPr>
          <p:nvPr>
            <p:ph type="sldNum" sz="quarter" idx="10"/>
          </p:nvPr>
        </p:nvSpPr>
        <p:spPr/>
        <p:txBody>
          <a:bodyPr/>
          <a:lstStyle>
            <a:lvl1pPr>
              <a:defRPr>
                <a:solidFill>
                  <a:srgbClr val="151615"/>
                </a:solidFill>
              </a:defRPr>
            </a:lvl1pPr>
          </a:lstStyle>
          <a:p>
            <a:fld id="{CC1FAFA7-493E-49BA-8E70-4BF319AEABD7}" type="slidenum">
              <a:rPr lang="en-GB" smtClean="0"/>
              <a:pPr/>
              <a:t>‹#›</a:t>
            </a:fld>
            <a:endParaRPr lang="en-GB"/>
          </a:p>
        </p:txBody>
      </p:sp>
      <p:pic>
        <p:nvPicPr>
          <p:cNvPr id="7" name="Picture 6">
            <a:extLst>
              <a:ext uri="{FF2B5EF4-FFF2-40B4-BE49-F238E27FC236}">
                <a16:creationId xmlns:a16="http://schemas.microsoft.com/office/drawing/2014/main" id="{105B66B2-0282-41B5-B5E1-B10D041DDB04}"/>
              </a:ext>
            </a:extLst>
          </p:cNvPr>
          <p:cNvPicPr>
            <a:picLocks noChangeAspect="1"/>
          </p:cNvPicPr>
          <p:nvPr userDrawn="1"/>
        </p:nvPicPr>
        <p:blipFill>
          <a:blip r:embed="rId2"/>
          <a:stretch>
            <a:fillRect/>
          </a:stretch>
        </p:blipFill>
        <p:spPr>
          <a:xfrm>
            <a:off x="243840" y="6335492"/>
            <a:ext cx="286015" cy="365125"/>
          </a:xfrm>
          <a:prstGeom prst="rect">
            <a:avLst/>
          </a:prstGeom>
        </p:spPr>
      </p:pic>
    </p:spTree>
    <p:extLst>
      <p:ext uri="{BB962C8B-B14F-4D97-AF65-F5344CB8AC3E}">
        <p14:creationId xmlns:p14="http://schemas.microsoft.com/office/powerpoint/2010/main" val="11007516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ection Divider White (Small)">
    <p:bg>
      <p:bgPr>
        <a:solidFill>
          <a:schemeClr val="accent3"/>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C112EF4-3108-4EF4-B0C8-6ECD8C908F79}"/>
              </a:ext>
            </a:extLst>
          </p:cNvPr>
          <p:cNvSpPr/>
          <p:nvPr userDrawn="1"/>
        </p:nvSpPr>
        <p:spPr>
          <a:xfrm>
            <a:off x="1" y="0"/>
            <a:ext cx="5144494"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C00D746-F5B8-443C-B99D-EE83D84185EB}"/>
              </a:ext>
            </a:extLst>
          </p:cNvPr>
          <p:cNvSpPr>
            <a:spLocks noGrp="1"/>
          </p:cNvSpPr>
          <p:nvPr>
            <p:ph type="title"/>
          </p:nvPr>
        </p:nvSpPr>
        <p:spPr>
          <a:xfrm>
            <a:off x="838199" y="365125"/>
            <a:ext cx="3932584" cy="5685818"/>
          </a:xfrm>
          <a:prstGeom prst="rect">
            <a:avLst/>
          </a:prstGeom>
        </p:spPr>
        <p:txBody>
          <a:bodyPr anchor="ctr" anchorCtr="0"/>
          <a:lstStyle>
            <a:lvl1pPr>
              <a:lnSpc>
                <a:spcPct val="100000"/>
              </a:lnSpc>
              <a:defRPr sz="3600" b="1" cap="all" baseline="0">
                <a:solidFill>
                  <a:srgbClr val="151615"/>
                </a:solidFill>
                <a:latin typeface="Arial" panose="020B0604020202020204" pitchFamily="34" charset="0"/>
                <a:cs typeface="Arial" panose="020B0604020202020204" pitchFamily="34" charset="0"/>
              </a:defRPr>
            </a:lvl1pPr>
          </a:lstStyle>
          <a:p>
            <a:r>
              <a:rPr lang="en-US"/>
              <a:t>Click to edit Master title style</a:t>
            </a:r>
            <a:endParaRPr lang="en-GB"/>
          </a:p>
        </p:txBody>
      </p:sp>
      <p:sp>
        <p:nvSpPr>
          <p:cNvPr id="4" name="Footer Placeholder 3">
            <a:extLst>
              <a:ext uri="{FF2B5EF4-FFF2-40B4-BE49-F238E27FC236}">
                <a16:creationId xmlns:a16="http://schemas.microsoft.com/office/drawing/2014/main" id="{0C70AA11-74C5-4549-8756-CF65EFF7CCA5}"/>
              </a:ext>
            </a:extLst>
          </p:cNvPr>
          <p:cNvSpPr>
            <a:spLocks noGrp="1"/>
          </p:cNvSpPr>
          <p:nvPr>
            <p:ph type="ftr" sz="quarter" idx="11"/>
          </p:nvPr>
        </p:nvSpPr>
        <p:spPr/>
        <p:txBody>
          <a:bodyPr/>
          <a:lstStyle>
            <a:lvl1pPr>
              <a:defRPr>
                <a:solidFill>
                  <a:srgbClr val="151615"/>
                </a:solidFill>
                <a:latin typeface="Arial" panose="020B0604020202020204" pitchFamily="34" charset="0"/>
                <a:cs typeface="Arial" panose="020B0604020202020204" pitchFamily="34" charset="0"/>
              </a:defRPr>
            </a:lvl1pPr>
          </a:lstStyle>
          <a:p>
            <a:pPr algn="r"/>
            <a:r>
              <a:rPr lang="en-GB"/>
              <a:t>bcs.org</a:t>
            </a:r>
          </a:p>
        </p:txBody>
      </p:sp>
      <p:sp>
        <p:nvSpPr>
          <p:cNvPr id="3" name="Slide Number Placeholder 2">
            <a:extLst>
              <a:ext uri="{FF2B5EF4-FFF2-40B4-BE49-F238E27FC236}">
                <a16:creationId xmlns:a16="http://schemas.microsoft.com/office/drawing/2014/main" id="{D57587A6-0DDA-45AA-99A0-7C55359FE5EA}"/>
              </a:ext>
            </a:extLst>
          </p:cNvPr>
          <p:cNvSpPr>
            <a:spLocks noGrp="1"/>
          </p:cNvSpPr>
          <p:nvPr>
            <p:ph type="sldNum" sz="quarter" idx="10"/>
          </p:nvPr>
        </p:nvSpPr>
        <p:spPr/>
        <p:txBody>
          <a:bodyPr/>
          <a:lstStyle>
            <a:lvl1pPr>
              <a:defRPr>
                <a:solidFill>
                  <a:srgbClr val="151615"/>
                </a:solidFill>
                <a:latin typeface="Arial" panose="020B0604020202020204" pitchFamily="34" charset="0"/>
                <a:cs typeface="Arial" panose="020B0604020202020204" pitchFamily="34" charset="0"/>
              </a:defRPr>
            </a:lvl1pPr>
          </a:lstStyle>
          <a:p>
            <a:fld id="{CC1FAFA7-493E-49BA-8E70-4BF319AEABD7}" type="slidenum">
              <a:rPr lang="en-GB" smtClean="0"/>
              <a:pPr/>
              <a:t>‹#›</a:t>
            </a:fld>
            <a:endParaRPr lang="en-GB"/>
          </a:p>
        </p:txBody>
      </p:sp>
      <p:pic>
        <p:nvPicPr>
          <p:cNvPr id="6" name="Picture 5">
            <a:extLst>
              <a:ext uri="{FF2B5EF4-FFF2-40B4-BE49-F238E27FC236}">
                <a16:creationId xmlns:a16="http://schemas.microsoft.com/office/drawing/2014/main" id="{B3A9EFDB-E9BD-4F16-84DD-21D1BBBCC0D2}"/>
              </a:ext>
            </a:extLst>
          </p:cNvPr>
          <p:cNvPicPr>
            <a:picLocks noChangeAspect="1"/>
          </p:cNvPicPr>
          <p:nvPr userDrawn="1"/>
        </p:nvPicPr>
        <p:blipFill>
          <a:blip r:embed="rId2"/>
          <a:stretch>
            <a:fillRect/>
          </a:stretch>
        </p:blipFill>
        <p:spPr>
          <a:xfrm>
            <a:off x="243840" y="6335492"/>
            <a:ext cx="286015" cy="365125"/>
          </a:xfrm>
          <a:prstGeom prst="rect">
            <a:avLst/>
          </a:prstGeom>
        </p:spPr>
      </p:pic>
    </p:spTree>
    <p:extLst>
      <p:ext uri="{BB962C8B-B14F-4D97-AF65-F5344CB8AC3E}">
        <p14:creationId xmlns:p14="http://schemas.microsoft.com/office/powerpoint/2010/main" val="15709417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ection Divider -Full Green">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00D746-F5B8-443C-B99D-EE83D84185EB}"/>
              </a:ext>
            </a:extLst>
          </p:cNvPr>
          <p:cNvSpPr>
            <a:spLocks noGrp="1"/>
          </p:cNvSpPr>
          <p:nvPr>
            <p:ph type="title"/>
          </p:nvPr>
        </p:nvSpPr>
        <p:spPr>
          <a:xfrm>
            <a:off x="838200" y="365125"/>
            <a:ext cx="10515600" cy="5773282"/>
          </a:xfrm>
          <a:prstGeom prst="rect">
            <a:avLst/>
          </a:prstGeom>
        </p:spPr>
        <p:txBody>
          <a:bodyPr anchor="ctr" anchorCtr="0"/>
          <a:lstStyle>
            <a:lvl1pPr>
              <a:lnSpc>
                <a:spcPct val="100000"/>
              </a:lnSpc>
              <a:defRPr sz="3600" b="1" cap="all" baseline="0">
                <a:solidFill>
                  <a:srgbClr val="151615"/>
                </a:solidFill>
                <a:latin typeface="Arial" panose="020B0604020202020204" pitchFamily="34" charset="0"/>
                <a:cs typeface="Arial" panose="020B0604020202020204" pitchFamily="34" charset="0"/>
              </a:defRPr>
            </a:lvl1pPr>
          </a:lstStyle>
          <a:p>
            <a:r>
              <a:rPr lang="en-US"/>
              <a:t>Click to edit Master title style</a:t>
            </a:r>
            <a:endParaRPr lang="en-GB"/>
          </a:p>
        </p:txBody>
      </p:sp>
      <p:sp>
        <p:nvSpPr>
          <p:cNvPr id="4" name="Footer Placeholder 3">
            <a:extLst>
              <a:ext uri="{FF2B5EF4-FFF2-40B4-BE49-F238E27FC236}">
                <a16:creationId xmlns:a16="http://schemas.microsoft.com/office/drawing/2014/main" id="{0C70AA11-74C5-4549-8756-CF65EFF7CCA5}"/>
              </a:ext>
            </a:extLst>
          </p:cNvPr>
          <p:cNvSpPr>
            <a:spLocks noGrp="1"/>
          </p:cNvSpPr>
          <p:nvPr>
            <p:ph type="ftr" sz="quarter" idx="11"/>
          </p:nvPr>
        </p:nvSpPr>
        <p:spPr/>
        <p:txBody>
          <a:bodyPr/>
          <a:lstStyle>
            <a:lvl1pPr>
              <a:defRPr>
                <a:solidFill>
                  <a:srgbClr val="151615"/>
                </a:solidFill>
              </a:defRPr>
            </a:lvl1pPr>
          </a:lstStyle>
          <a:p>
            <a:pPr algn="r"/>
            <a:r>
              <a:rPr lang="en-GB"/>
              <a:t>bcs.org</a:t>
            </a:r>
          </a:p>
        </p:txBody>
      </p:sp>
      <p:sp>
        <p:nvSpPr>
          <p:cNvPr id="3" name="Slide Number Placeholder 2">
            <a:extLst>
              <a:ext uri="{FF2B5EF4-FFF2-40B4-BE49-F238E27FC236}">
                <a16:creationId xmlns:a16="http://schemas.microsoft.com/office/drawing/2014/main" id="{D57587A6-0DDA-45AA-99A0-7C55359FE5EA}"/>
              </a:ext>
            </a:extLst>
          </p:cNvPr>
          <p:cNvSpPr>
            <a:spLocks noGrp="1"/>
          </p:cNvSpPr>
          <p:nvPr>
            <p:ph type="sldNum" sz="quarter" idx="10"/>
          </p:nvPr>
        </p:nvSpPr>
        <p:spPr/>
        <p:txBody>
          <a:bodyPr/>
          <a:lstStyle>
            <a:lvl1pPr>
              <a:defRPr>
                <a:solidFill>
                  <a:srgbClr val="151615"/>
                </a:solidFill>
              </a:defRPr>
            </a:lvl1pPr>
          </a:lstStyle>
          <a:p>
            <a:fld id="{CC1FAFA7-493E-49BA-8E70-4BF319AEABD7}" type="slidenum">
              <a:rPr lang="en-GB" smtClean="0"/>
              <a:pPr/>
              <a:t>‹#›</a:t>
            </a:fld>
            <a:endParaRPr lang="en-GB"/>
          </a:p>
        </p:txBody>
      </p:sp>
    </p:spTree>
    <p:extLst>
      <p:ext uri="{BB962C8B-B14F-4D97-AF65-F5344CB8AC3E}">
        <p14:creationId xmlns:p14="http://schemas.microsoft.com/office/powerpoint/2010/main" val="73507322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Quote - Green Background">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00D746-F5B8-443C-B99D-EE83D84185EB}"/>
              </a:ext>
            </a:extLst>
          </p:cNvPr>
          <p:cNvSpPr>
            <a:spLocks noGrp="1"/>
          </p:cNvSpPr>
          <p:nvPr>
            <p:ph type="title" hasCustomPrompt="1"/>
          </p:nvPr>
        </p:nvSpPr>
        <p:spPr>
          <a:xfrm>
            <a:off x="838200" y="365125"/>
            <a:ext cx="10515600" cy="4922492"/>
          </a:xfrm>
          <a:prstGeom prst="rect">
            <a:avLst/>
          </a:prstGeom>
        </p:spPr>
        <p:txBody>
          <a:bodyPr anchor="b" anchorCtr="0">
            <a:normAutofit/>
          </a:bodyPr>
          <a:lstStyle>
            <a:lvl1pPr algn="r">
              <a:lnSpc>
                <a:spcPct val="100000"/>
              </a:lnSpc>
              <a:defRPr sz="4000" b="1">
                <a:solidFill>
                  <a:srgbClr val="151615"/>
                </a:solidFill>
                <a:latin typeface="Arial" panose="020B0604020202020204" pitchFamily="34" charset="0"/>
                <a:cs typeface="Arial" panose="020B0604020202020204" pitchFamily="34" charset="0"/>
              </a:defRPr>
            </a:lvl1pPr>
          </a:lstStyle>
          <a:p>
            <a:r>
              <a:rPr lang="en-US"/>
              <a:t>“Click to edit Master title style”</a:t>
            </a:r>
            <a:endParaRPr lang="en-GB"/>
          </a:p>
        </p:txBody>
      </p:sp>
      <p:sp>
        <p:nvSpPr>
          <p:cNvPr id="4" name="Footer Placeholder 3">
            <a:extLst>
              <a:ext uri="{FF2B5EF4-FFF2-40B4-BE49-F238E27FC236}">
                <a16:creationId xmlns:a16="http://schemas.microsoft.com/office/drawing/2014/main" id="{0C70AA11-74C5-4549-8756-CF65EFF7CCA5}"/>
              </a:ext>
            </a:extLst>
          </p:cNvPr>
          <p:cNvSpPr>
            <a:spLocks noGrp="1"/>
          </p:cNvSpPr>
          <p:nvPr>
            <p:ph type="ftr" sz="quarter" idx="11"/>
          </p:nvPr>
        </p:nvSpPr>
        <p:spPr/>
        <p:txBody>
          <a:bodyPr/>
          <a:lstStyle>
            <a:lvl1pPr>
              <a:defRPr>
                <a:solidFill>
                  <a:srgbClr val="151615"/>
                </a:solidFill>
                <a:latin typeface="Arial" panose="020B0604020202020204" pitchFamily="34" charset="0"/>
                <a:cs typeface="Arial" panose="020B0604020202020204" pitchFamily="34" charset="0"/>
              </a:defRPr>
            </a:lvl1pPr>
          </a:lstStyle>
          <a:p>
            <a:pPr algn="r"/>
            <a:r>
              <a:rPr lang="en-GB"/>
              <a:t>bcs.org</a:t>
            </a:r>
          </a:p>
        </p:txBody>
      </p:sp>
      <p:sp>
        <p:nvSpPr>
          <p:cNvPr id="3" name="Slide Number Placeholder 2">
            <a:extLst>
              <a:ext uri="{FF2B5EF4-FFF2-40B4-BE49-F238E27FC236}">
                <a16:creationId xmlns:a16="http://schemas.microsoft.com/office/drawing/2014/main" id="{D57587A6-0DDA-45AA-99A0-7C55359FE5EA}"/>
              </a:ext>
            </a:extLst>
          </p:cNvPr>
          <p:cNvSpPr>
            <a:spLocks noGrp="1"/>
          </p:cNvSpPr>
          <p:nvPr>
            <p:ph type="sldNum" sz="quarter" idx="10"/>
          </p:nvPr>
        </p:nvSpPr>
        <p:spPr/>
        <p:txBody>
          <a:bodyPr/>
          <a:lstStyle>
            <a:lvl1pPr>
              <a:defRPr>
                <a:solidFill>
                  <a:srgbClr val="151615"/>
                </a:solidFill>
                <a:latin typeface="Arial" panose="020B0604020202020204" pitchFamily="34" charset="0"/>
                <a:cs typeface="Arial" panose="020B0604020202020204" pitchFamily="34" charset="0"/>
              </a:defRPr>
            </a:lvl1pPr>
          </a:lstStyle>
          <a:p>
            <a:fld id="{CC1FAFA7-493E-49BA-8E70-4BF319AEABD7}" type="slidenum">
              <a:rPr lang="en-GB" smtClean="0"/>
              <a:pPr/>
              <a:t>‹#›</a:t>
            </a:fld>
            <a:endParaRPr lang="en-GB"/>
          </a:p>
        </p:txBody>
      </p:sp>
      <p:sp>
        <p:nvSpPr>
          <p:cNvPr id="6" name="Text Placeholder 5">
            <a:extLst>
              <a:ext uri="{FF2B5EF4-FFF2-40B4-BE49-F238E27FC236}">
                <a16:creationId xmlns:a16="http://schemas.microsoft.com/office/drawing/2014/main" id="{74517E4F-66F1-411E-8E17-D27E066233C1}"/>
              </a:ext>
            </a:extLst>
          </p:cNvPr>
          <p:cNvSpPr>
            <a:spLocks noGrp="1"/>
          </p:cNvSpPr>
          <p:nvPr>
            <p:ph type="body" sz="quarter" idx="12" hasCustomPrompt="1"/>
          </p:nvPr>
        </p:nvSpPr>
        <p:spPr>
          <a:xfrm>
            <a:off x="7239000" y="5430838"/>
            <a:ext cx="4114800" cy="428625"/>
          </a:xfrm>
          <a:prstGeom prst="rect">
            <a:avLst/>
          </a:prstGeom>
        </p:spPr>
        <p:txBody>
          <a:bodyPr/>
          <a:lstStyle>
            <a:lvl1pPr marL="0" indent="0" algn="r">
              <a:buNone/>
              <a:defRPr sz="2000">
                <a:solidFill>
                  <a:srgbClr val="151615"/>
                </a:solidFill>
                <a:latin typeface="Arial" panose="020B0604020202020204" pitchFamily="34" charset="0"/>
                <a:cs typeface="Arial" panose="020B0604020202020204" pitchFamily="34" charset="0"/>
              </a:defRPr>
            </a:lvl1pPr>
            <a:lvl2pPr>
              <a:defRPr sz="1800"/>
            </a:lvl2pPr>
            <a:lvl3pPr>
              <a:defRPr sz="1600"/>
            </a:lvl3pPr>
            <a:lvl4pPr>
              <a:defRPr sz="1400"/>
            </a:lvl4pPr>
            <a:lvl5pPr>
              <a:defRPr sz="1400"/>
            </a:lvl5pPr>
          </a:lstStyle>
          <a:p>
            <a:pPr lvl="0"/>
            <a:r>
              <a:rPr lang="en-US"/>
              <a:t>Name of person quoted</a:t>
            </a:r>
          </a:p>
        </p:txBody>
      </p:sp>
    </p:spTree>
    <p:extLst>
      <p:ext uri="{BB962C8B-B14F-4D97-AF65-F5344CB8AC3E}">
        <p14:creationId xmlns:p14="http://schemas.microsoft.com/office/powerpoint/2010/main" val="130481314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image" Target="../media/image1.png"/><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theme" Target="../theme/theme2.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image" Target="../media/image1.png"/><Relationship Id="rId5" Type="http://schemas.openxmlformats.org/officeDocument/2006/relationships/theme" Target="../theme/theme3.xml"/><Relationship Id="rId4" Type="http://schemas.openxmlformats.org/officeDocument/2006/relationships/slideLayout" Target="../slideLayouts/slideLayout16.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4.xml"/><Relationship Id="rId1"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66D78CA-37E0-4963-B7CD-142C57241D88}"/>
              </a:ext>
            </a:extLst>
          </p:cNvPr>
          <p:cNvSpPr>
            <a:spLocks noGrp="1"/>
          </p:cNvSpPr>
          <p:nvPr>
            <p:ph type="sldNum" sz="quarter" idx="4"/>
          </p:nvPr>
        </p:nvSpPr>
        <p:spPr>
          <a:xfrm>
            <a:off x="11561196" y="6335492"/>
            <a:ext cx="426377" cy="365125"/>
          </a:xfrm>
          <a:prstGeom prst="rect">
            <a:avLst/>
          </a:prstGeom>
        </p:spPr>
        <p:txBody>
          <a:bodyPr vert="horz" lIns="91440" tIns="45720" rIns="91440" bIns="45720" rtlCol="0" anchor="ctr"/>
          <a:lstStyle>
            <a:lvl1pPr algn="l">
              <a:defRPr sz="1200">
                <a:solidFill>
                  <a:schemeClr val="bg1"/>
                </a:solidFill>
              </a:defRPr>
            </a:lvl1pPr>
          </a:lstStyle>
          <a:p>
            <a:fld id="{CC1FAFA7-493E-49BA-8E70-4BF319AEABD7}" type="slidenum">
              <a:rPr lang="en-GB" smtClean="0"/>
              <a:pPr/>
              <a:t>‹#›</a:t>
            </a:fld>
            <a:endParaRPr lang="en-GB"/>
          </a:p>
        </p:txBody>
      </p:sp>
      <p:sp>
        <p:nvSpPr>
          <p:cNvPr id="10" name="Footer Placeholder 9">
            <a:extLst>
              <a:ext uri="{FF2B5EF4-FFF2-40B4-BE49-F238E27FC236}">
                <a16:creationId xmlns:a16="http://schemas.microsoft.com/office/drawing/2014/main" id="{62990459-C938-41CE-BCC6-65800DA377F8}"/>
              </a:ext>
            </a:extLst>
          </p:cNvPr>
          <p:cNvSpPr>
            <a:spLocks noGrp="1"/>
          </p:cNvSpPr>
          <p:nvPr>
            <p:ph type="ftr" sz="quarter" idx="3"/>
          </p:nvPr>
        </p:nvSpPr>
        <p:spPr>
          <a:xfrm>
            <a:off x="7446396" y="6335491"/>
            <a:ext cx="4114800" cy="365125"/>
          </a:xfrm>
          <a:prstGeom prst="rect">
            <a:avLst/>
          </a:prstGeom>
        </p:spPr>
        <p:txBody>
          <a:bodyPr vert="horz" lIns="91440" tIns="45720" rIns="91440" bIns="45720" rtlCol="0" anchor="ctr"/>
          <a:lstStyle>
            <a:lvl1pPr algn="ctr">
              <a:defRPr sz="1200">
                <a:solidFill>
                  <a:schemeClr val="bg1"/>
                </a:solidFill>
              </a:defRPr>
            </a:lvl1pPr>
          </a:lstStyle>
          <a:p>
            <a:pPr algn="r"/>
            <a:endParaRPr lang="en-GB"/>
          </a:p>
        </p:txBody>
      </p:sp>
    </p:spTree>
    <p:extLst>
      <p:ext uri="{BB962C8B-B14F-4D97-AF65-F5344CB8AC3E}">
        <p14:creationId xmlns:p14="http://schemas.microsoft.com/office/powerpoint/2010/main" val="1847438861"/>
      </p:ext>
    </p:extLst>
  </p:cSld>
  <p:clrMap bg1="lt1" tx1="dk1" bg2="lt2" tx2="dk2" accent1="accent1" accent2="accent2" accent3="accent3" accent4="accent4" accent5="accent5" accent6="accent6" hlink="hlink" folHlink="folHlink"/>
  <p:sldLayoutIdLst>
    <p:sldLayoutId id="2147483745" r:id="rId1"/>
    <p:sldLayoutId id="2147483744" r:id="rId2"/>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D0DEF1E-C845-8E4C-B87E-2B57CA8DC593}"/>
              </a:ext>
            </a:extLst>
          </p:cNvPr>
          <p:cNvPicPr>
            <a:picLocks noChangeAspect="1"/>
          </p:cNvPicPr>
          <p:nvPr userDrawn="1"/>
        </p:nvPicPr>
        <p:blipFill>
          <a:blip r:embed="rId12"/>
          <a:stretch>
            <a:fillRect/>
          </a:stretch>
        </p:blipFill>
        <p:spPr>
          <a:xfrm>
            <a:off x="243840" y="6335492"/>
            <a:ext cx="286015" cy="365125"/>
          </a:xfrm>
          <a:prstGeom prst="rect">
            <a:avLst/>
          </a:prstGeom>
        </p:spPr>
      </p:pic>
      <p:sp>
        <p:nvSpPr>
          <p:cNvPr id="10" name="Slide Number Placeholder 2">
            <a:extLst>
              <a:ext uri="{FF2B5EF4-FFF2-40B4-BE49-F238E27FC236}">
                <a16:creationId xmlns:a16="http://schemas.microsoft.com/office/drawing/2014/main" id="{A2D72554-C3F5-45B8-ADDF-392B3D03EC37}"/>
              </a:ext>
            </a:extLst>
          </p:cNvPr>
          <p:cNvSpPr>
            <a:spLocks noGrp="1"/>
          </p:cNvSpPr>
          <p:nvPr>
            <p:ph type="sldNum" sz="quarter" idx="4"/>
          </p:nvPr>
        </p:nvSpPr>
        <p:spPr>
          <a:xfrm>
            <a:off x="11552262" y="6335492"/>
            <a:ext cx="426377" cy="365125"/>
          </a:xfrm>
          <a:prstGeom prst="rect">
            <a:avLst/>
          </a:prstGeom>
        </p:spPr>
        <p:txBody>
          <a:bodyPr anchor="ctr" anchorCtr="0"/>
          <a:lstStyle>
            <a:lvl1pPr>
              <a:defRPr sz="1200">
                <a:solidFill>
                  <a:schemeClr val="tx2"/>
                </a:solidFill>
              </a:defRPr>
            </a:lvl1pPr>
          </a:lstStyle>
          <a:p>
            <a:fld id="{CC1FAFA7-493E-49BA-8E70-4BF319AEABD7}" type="slidenum">
              <a:rPr lang="en-GB" smtClean="0"/>
              <a:pPr/>
              <a:t>‹#›</a:t>
            </a:fld>
            <a:endParaRPr lang="en-GB"/>
          </a:p>
        </p:txBody>
      </p:sp>
      <p:sp>
        <p:nvSpPr>
          <p:cNvPr id="11" name="Footer Placeholder 3">
            <a:extLst>
              <a:ext uri="{FF2B5EF4-FFF2-40B4-BE49-F238E27FC236}">
                <a16:creationId xmlns:a16="http://schemas.microsoft.com/office/drawing/2014/main" id="{157659C7-48C8-49B6-BA31-4736BD07EDC8}"/>
              </a:ext>
            </a:extLst>
          </p:cNvPr>
          <p:cNvSpPr>
            <a:spLocks noGrp="1"/>
          </p:cNvSpPr>
          <p:nvPr>
            <p:ph type="ftr" sz="quarter" idx="3"/>
          </p:nvPr>
        </p:nvSpPr>
        <p:spPr>
          <a:xfrm>
            <a:off x="7239000" y="6335491"/>
            <a:ext cx="4114800" cy="365125"/>
          </a:xfrm>
          <a:prstGeom prst="rect">
            <a:avLst/>
          </a:prstGeom>
        </p:spPr>
        <p:txBody>
          <a:bodyPr anchor="ctr" anchorCtr="0"/>
          <a:lstStyle>
            <a:lvl1pPr>
              <a:defRPr sz="1200">
                <a:solidFill>
                  <a:schemeClr val="tx2"/>
                </a:solidFill>
              </a:defRPr>
            </a:lvl1pPr>
          </a:lstStyle>
          <a:p>
            <a:pPr algn="r"/>
            <a:r>
              <a:rPr lang="en-GB"/>
              <a:t>bcs.org</a:t>
            </a:r>
          </a:p>
        </p:txBody>
      </p:sp>
    </p:spTree>
    <p:extLst>
      <p:ext uri="{BB962C8B-B14F-4D97-AF65-F5344CB8AC3E}">
        <p14:creationId xmlns:p14="http://schemas.microsoft.com/office/powerpoint/2010/main" val="1537974288"/>
      </p:ext>
    </p:extLst>
  </p:cSld>
  <p:clrMap bg1="lt1" tx1="dk1" bg2="lt2" tx2="dk2" accent1="accent1" accent2="accent2" accent3="accent3" accent4="accent4" accent5="accent5" accent6="accent6" hlink="hlink" folHlink="folHlink"/>
  <p:sldLayoutIdLst>
    <p:sldLayoutId id="2147483723" r:id="rId1"/>
    <p:sldLayoutId id="2147483727" r:id="rId2"/>
    <p:sldLayoutId id="2147483724" r:id="rId3"/>
    <p:sldLayoutId id="2147483725" r:id="rId4"/>
    <p:sldLayoutId id="2147483726" r:id="rId5"/>
    <p:sldLayoutId id="2147483728" r:id="rId6"/>
    <p:sldLayoutId id="2147483739" r:id="rId7"/>
    <p:sldLayoutId id="2147483740" r:id="rId8"/>
    <p:sldLayoutId id="2147483741" r:id="rId9"/>
    <p:sldLayoutId id="2147483742" r:id="rId10"/>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 name="Slide Number Placeholder 2">
            <a:extLst>
              <a:ext uri="{FF2B5EF4-FFF2-40B4-BE49-F238E27FC236}">
                <a16:creationId xmlns:a16="http://schemas.microsoft.com/office/drawing/2014/main" id="{A2D72554-C3F5-45B8-ADDF-392B3D03EC37}"/>
              </a:ext>
            </a:extLst>
          </p:cNvPr>
          <p:cNvSpPr>
            <a:spLocks noGrp="1"/>
          </p:cNvSpPr>
          <p:nvPr>
            <p:ph type="sldNum" sz="quarter" idx="4"/>
          </p:nvPr>
        </p:nvSpPr>
        <p:spPr>
          <a:xfrm>
            <a:off x="11552262" y="6335492"/>
            <a:ext cx="426377" cy="365125"/>
          </a:xfrm>
          <a:prstGeom prst="rect">
            <a:avLst/>
          </a:prstGeom>
        </p:spPr>
        <p:txBody>
          <a:bodyPr anchor="ctr" anchorCtr="0"/>
          <a:lstStyle>
            <a:lvl1pPr>
              <a:defRPr sz="1200">
                <a:solidFill>
                  <a:srgbClr val="151615"/>
                </a:solidFill>
                <a:latin typeface="Arial" panose="020B0604020202020204" pitchFamily="34" charset="0"/>
                <a:cs typeface="Arial" panose="020B0604020202020204" pitchFamily="34" charset="0"/>
              </a:defRPr>
            </a:lvl1pPr>
          </a:lstStyle>
          <a:p>
            <a:fld id="{CC1FAFA7-493E-49BA-8E70-4BF319AEABD7}" type="slidenum">
              <a:rPr lang="en-GB" smtClean="0"/>
              <a:pPr/>
              <a:t>‹#›</a:t>
            </a:fld>
            <a:endParaRPr lang="en-GB"/>
          </a:p>
        </p:txBody>
      </p:sp>
      <p:sp>
        <p:nvSpPr>
          <p:cNvPr id="11" name="Footer Placeholder 3">
            <a:extLst>
              <a:ext uri="{FF2B5EF4-FFF2-40B4-BE49-F238E27FC236}">
                <a16:creationId xmlns:a16="http://schemas.microsoft.com/office/drawing/2014/main" id="{157659C7-48C8-49B6-BA31-4736BD07EDC8}"/>
              </a:ext>
            </a:extLst>
          </p:cNvPr>
          <p:cNvSpPr>
            <a:spLocks noGrp="1"/>
          </p:cNvSpPr>
          <p:nvPr>
            <p:ph type="ftr" sz="quarter" idx="3"/>
          </p:nvPr>
        </p:nvSpPr>
        <p:spPr>
          <a:xfrm>
            <a:off x="7239000" y="6335491"/>
            <a:ext cx="4114800" cy="365125"/>
          </a:xfrm>
          <a:prstGeom prst="rect">
            <a:avLst/>
          </a:prstGeom>
        </p:spPr>
        <p:txBody>
          <a:bodyPr anchor="ctr" anchorCtr="0"/>
          <a:lstStyle>
            <a:lvl1pPr>
              <a:defRPr sz="1200">
                <a:solidFill>
                  <a:srgbClr val="151615"/>
                </a:solidFill>
                <a:latin typeface="Arial" panose="020B0604020202020204" pitchFamily="34" charset="0"/>
                <a:cs typeface="Arial" panose="020B0604020202020204" pitchFamily="34" charset="0"/>
              </a:defRPr>
            </a:lvl1pPr>
          </a:lstStyle>
          <a:p>
            <a:pPr algn="r"/>
            <a:r>
              <a:rPr lang="en-GB"/>
              <a:t>bcs.org</a:t>
            </a:r>
          </a:p>
        </p:txBody>
      </p:sp>
      <p:pic>
        <p:nvPicPr>
          <p:cNvPr id="9" name="Picture 8">
            <a:extLst>
              <a:ext uri="{FF2B5EF4-FFF2-40B4-BE49-F238E27FC236}">
                <a16:creationId xmlns:a16="http://schemas.microsoft.com/office/drawing/2014/main" id="{0D0DEF1E-C845-8E4C-B87E-2B57CA8DC593}"/>
              </a:ext>
            </a:extLst>
          </p:cNvPr>
          <p:cNvPicPr>
            <a:picLocks noChangeAspect="1"/>
          </p:cNvPicPr>
          <p:nvPr userDrawn="1"/>
        </p:nvPicPr>
        <p:blipFill>
          <a:blip r:embed="rId6"/>
          <a:stretch>
            <a:fillRect/>
          </a:stretch>
        </p:blipFill>
        <p:spPr>
          <a:xfrm>
            <a:off x="243840" y="6335492"/>
            <a:ext cx="286015" cy="365125"/>
          </a:xfrm>
          <a:prstGeom prst="rect">
            <a:avLst/>
          </a:prstGeom>
        </p:spPr>
      </p:pic>
    </p:spTree>
    <p:extLst>
      <p:ext uri="{BB962C8B-B14F-4D97-AF65-F5344CB8AC3E}">
        <p14:creationId xmlns:p14="http://schemas.microsoft.com/office/powerpoint/2010/main" val="897737082"/>
      </p:ext>
    </p:extLst>
  </p:cSld>
  <p:clrMap bg1="lt1" tx1="dk1" bg2="lt2" tx2="dk2" accent1="accent1" accent2="accent2" accent3="accent3" accent4="accent4" accent5="accent5" accent6="accent6" hlink="hlink" folHlink="folHlink"/>
  <p:sldLayoutIdLst>
    <p:sldLayoutId id="2147483730" r:id="rId1"/>
    <p:sldLayoutId id="2147483731" r:id="rId2"/>
    <p:sldLayoutId id="2147483732" r:id="rId3"/>
    <p:sldLayoutId id="2147483733" r:id="rId4"/>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 name="Slide Number Placeholder 2">
            <a:extLst>
              <a:ext uri="{FF2B5EF4-FFF2-40B4-BE49-F238E27FC236}">
                <a16:creationId xmlns:a16="http://schemas.microsoft.com/office/drawing/2014/main" id="{A2D72554-C3F5-45B8-ADDF-392B3D03EC37}"/>
              </a:ext>
            </a:extLst>
          </p:cNvPr>
          <p:cNvSpPr>
            <a:spLocks noGrp="1"/>
          </p:cNvSpPr>
          <p:nvPr>
            <p:ph type="sldNum" sz="quarter" idx="4"/>
          </p:nvPr>
        </p:nvSpPr>
        <p:spPr>
          <a:xfrm>
            <a:off x="11552262" y="6335492"/>
            <a:ext cx="426377" cy="365125"/>
          </a:xfrm>
          <a:prstGeom prst="rect">
            <a:avLst/>
          </a:prstGeom>
        </p:spPr>
        <p:txBody>
          <a:bodyPr anchor="ctr" anchorCtr="0"/>
          <a:lstStyle>
            <a:lvl1pPr>
              <a:defRPr sz="1200">
                <a:solidFill>
                  <a:srgbClr val="151615"/>
                </a:solidFill>
                <a:latin typeface="Arial" panose="020B0604020202020204" pitchFamily="34" charset="0"/>
                <a:cs typeface="Arial" panose="020B0604020202020204" pitchFamily="34" charset="0"/>
              </a:defRPr>
            </a:lvl1pPr>
          </a:lstStyle>
          <a:p>
            <a:fld id="{CC1FAFA7-493E-49BA-8E70-4BF319AEABD7}" type="slidenum">
              <a:rPr lang="en-GB" smtClean="0"/>
              <a:pPr/>
              <a:t>‹#›</a:t>
            </a:fld>
            <a:endParaRPr lang="en-GB"/>
          </a:p>
        </p:txBody>
      </p:sp>
      <p:sp>
        <p:nvSpPr>
          <p:cNvPr id="11" name="Footer Placeholder 3">
            <a:extLst>
              <a:ext uri="{FF2B5EF4-FFF2-40B4-BE49-F238E27FC236}">
                <a16:creationId xmlns:a16="http://schemas.microsoft.com/office/drawing/2014/main" id="{157659C7-48C8-49B6-BA31-4736BD07EDC8}"/>
              </a:ext>
            </a:extLst>
          </p:cNvPr>
          <p:cNvSpPr>
            <a:spLocks noGrp="1"/>
          </p:cNvSpPr>
          <p:nvPr>
            <p:ph type="ftr" sz="quarter" idx="3"/>
          </p:nvPr>
        </p:nvSpPr>
        <p:spPr>
          <a:xfrm>
            <a:off x="7239000" y="6335491"/>
            <a:ext cx="4114800" cy="365125"/>
          </a:xfrm>
          <a:prstGeom prst="rect">
            <a:avLst/>
          </a:prstGeom>
        </p:spPr>
        <p:txBody>
          <a:bodyPr anchor="ctr" anchorCtr="0"/>
          <a:lstStyle>
            <a:lvl1pPr>
              <a:defRPr sz="1200">
                <a:solidFill>
                  <a:srgbClr val="151615"/>
                </a:solidFill>
                <a:latin typeface="Arial" panose="020B0604020202020204" pitchFamily="34" charset="0"/>
                <a:cs typeface="Arial" panose="020B0604020202020204" pitchFamily="34" charset="0"/>
              </a:defRPr>
            </a:lvl1pPr>
          </a:lstStyle>
          <a:p>
            <a:pPr algn="r"/>
            <a:r>
              <a:rPr lang="en-GB"/>
              <a:t>bcs.org</a:t>
            </a:r>
          </a:p>
        </p:txBody>
      </p:sp>
      <p:pic>
        <p:nvPicPr>
          <p:cNvPr id="9" name="Picture 8">
            <a:extLst>
              <a:ext uri="{FF2B5EF4-FFF2-40B4-BE49-F238E27FC236}">
                <a16:creationId xmlns:a16="http://schemas.microsoft.com/office/drawing/2014/main" id="{0D0DEF1E-C845-8E4C-B87E-2B57CA8DC593}"/>
              </a:ext>
            </a:extLst>
          </p:cNvPr>
          <p:cNvPicPr>
            <a:picLocks noChangeAspect="1"/>
          </p:cNvPicPr>
          <p:nvPr userDrawn="1"/>
        </p:nvPicPr>
        <p:blipFill>
          <a:blip r:embed="rId3"/>
          <a:stretch>
            <a:fillRect/>
          </a:stretch>
        </p:blipFill>
        <p:spPr>
          <a:xfrm>
            <a:off x="243840" y="6335492"/>
            <a:ext cx="286015" cy="365125"/>
          </a:xfrm>
          <a:prstGeom prst="rect">
            <a:avLst/>
          </a:prstGeom>
        </p:spPr>
      </p:pic>
    </p:spTree>
    <p:extLst>
      <p:ext uri="{BB962C8B-B14F-4D97-AF65-F5344CB8AC3E}">
        <p14:creationId xmlns:p14="http://schemas.microsoft.com/office/powerpoint/2010/main" val="3868419602"/>
      </p:ext>
    </p:extLst>
  </p:cSld>
  <p:clrMap bg1="lt1" tx1="dk1" bg2="lt2" tx2="dk2" accent1="accent1" accent2="accent2" accent3="accent3" accent4="accent4" accent5="accent5" accent6="accent6" hlink="hlink" folHlink="folHlink"/>
  <p:sldLayoutIdLst>
    <p:sldLayoutId id="2147483738" r:id="rId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B2597624-BD4D-4D27-ABF3-4FA536A4FFC9}"/>
              </a:ext>
            </a:extLst>
          </p:cNvPr>
          <p:cNvSpPr>
            <a:spLocks noGrp="1"/>
          </p:cNvSpPr>
          <p:nvPr>
            <p:ph type="body" sz="quarter" idx="11"/>
          </p:nvPr>
        </p:nvSpPr>
        <p:spPr>
          <a:xfrm>
            <a:off x="2568271" y="4192125"/>
            <a:ext cx="8277307" cy="1103444"/>
          </a:xfrm>
        </p:spPr>
        <p:txBody>
          <a:bodyPr/>
          <a:lstStyle/>
          <a:p>
            <a:r>
              <a:rPr lang="en-GB" sz="4800" cap="none"/>
              <a:t>Write your presentation</a:t>
            </a:r>
          </a:p>
          <a:p>
            <a:endParaRPr lang="en-GB"/>
          </a:p>
        </p:txBody>
      </p:sp>
      <p:sp>
        <p:nvSpPr>
          <p:cNvPr id="5" name="Text Placeholder 4">
            <a:extLst>
              <a:ext uri="{FF2B5EF4-FFF2-40B4-BE49-F238E27FC236}">
                <a16:creationId xmlns:a16="http://schemas.microsoft.com/office/drawing/2014/main" id="{FCFCEBCB-896A-4A1B-A606-7202E754C282}"/>
              </a:ext>
            </a:extLst>
          </p:cNvPr>
          <p:cNvSpPr>
            <a:spLocks noGrp="1"/>
          </p:cNvSpPr>
          <p:nvPr>
            <p:ph type="body" sz="quarter" idx="10"/>
          </p:nvPr>
        </p:nvSpPr>
        <p:spPr/>
        <p:txBody>
          <a:bodyPr/>
          <a:lstStyle/>
          <a:p>
            <a:r>
              <a:rPr lang="en-GB" sz="4800" cap="none">
                <a:solidFill>
                  <a:schemeClr val="tx1"/>
                </a:solidFill>
              </a:rPr>
              <a:t>How to……..</a:t>
            </a:r>
          </a:p>
          <a:p>
            <a:endParaRPr lang="en-GB"/>
          </a:p>
        </p:txBody>
      </p:sp>
      <p:sp>
        <p:nvSpPr>
          <p:cNvPr id="2" name="Text Placeholder 1">
            <a:extLst>
              <a:ext uri="{FF2B5EF4-FFF2-40B4-BE49-F238E27FC236}">
                <a16:creationId xmlns:a16="http://schemas.microsoft.com/office/drawing/2014/main" id="{5C31F73A-404C-41BF-9BAD-BD85AF91D33C}"/>
              </a:ext>
            </a:extLst>
          </p:cNvPr>
          <p:cNvSpPr>
            <a:spLocks noGrp="1"/>
          </p:cNvSpPr>
          <p:nvPr>
            <p:ph type="body" sz="quarter" idx="12"/>
          </p:nvPr>
        </p:nvSpPr>
        <p:spPr>
          <a:xfrm>
            <a:off x="8446050" y="5673004"/>
            <a:ext cx="3467713" cy="738187"/>
          </a:xfrm>
        </p:spPr>
        <p:txBody>
          <a:bodyPr lIns="91440" tIns="45720" rIns="91440" bIns="45720" anchor="t"/>
          <a:lstStyle/>
          <a:p>
            <a:r>
              <a:rPr lang="en-GB"/>
              <a:t>Date</a:t>
            </a:r>
            <a:endParaRPr lang="en-US">
              <a:cs typeface="Arial"/>
            </a:endParaRPr>
          </a:p>
          <a:p>
            <a:r>
              <a:rPr lang="en-GB"/>
              <a:t>Presenter name</a:t>
            </a:r>
            <a:endParaRPr lang="en-US">
              <a:cs typeface="Arial"/>
            </a:endParaRPr>
          </a:p>
        </p:txBody>
      </p:sp>
    </p:spTree>
    <p:extLst>
      <p:ext uri="{BB962C8B-B14F-4D97-AF65-F5344CB8AC3E}">
        <p14:creationId xmlns:p14="http://schemas.microsoft.com/office/powerpoint/2010/main" val="575896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BCFE1B6-15E8-4289-AF29-51BAA1428842}"/>
              </a:ext>
            </a:extLst>
          </p:cNvPr>
          <p:cNvSpPr>
            <a:spLocks noGrp="1"/>
          </p:cNvSpPr>
          <p:nvPr>
            <p:ph type="title"/>
          </p:nvPr>
        </p:nvSpPr>
        <p:spPr>
          <a:xfrm>
            <a:off x="838200" y="365125"/>
            <a:ext cx="10515600" cy="1065642"/>
          </a:xfrm>
        </p:spPr>
        <p:txBody>
          <a:bodyPr/>
          <a:lstStyle/>
          <a:p>
            <a:r>
              <a:rPr lang="en-GB" sz="3600" cap="none"/>
              <a:t>Introduction</a:t>
            </a:r>
            <a:endParaRPr lang="en-GB"/>
          </a:p>
        </p:txBody>
      </p:sp>
      <p:sp>
        <p:nvSpPr>
          <p:cNvPr id="4" name="TextBox 3">
            <a:extLst>
              <a:ext uri="{FF2B5EF4-FFF2-40B4-BE49-F238E27FC236}">
                <a16:creationId xmlns:a16="http://schemas.microsoft.com/office/drawing/2014/main" id="{2CC0E02C-B2E8-4FE4-AD22-DE4315B18D97}"/>
              </a:ext>
            </a:extLst>
          </p:cNvPr>
          <p:cNvSpPr txBox="1"/>
          <p:nvPr/>
        </p:nvSpPr>
        <p:spPr>
          <a:xfrm>
            <a:off x="838200" y="1308031"/>
            <a:ext cx="10371268" cy="4524315"/>
          </a:xfrm>
          <a:prstGeom prst="rect">
            <a:avLst/>
          </a:prstGeom>
          <a:noFill/>
        </p:spPr>
        <p:txBody>
          <a:bodyPr wrap="square">
            <a:spAutoFit/>
          </a:bodyPr>
          <a:lstStyle/>
          <a:p>
            <a:pPr marL="0" indent="0">
              <a:buNone/>
            </a:pPr>
            <a:endParaRPr lang="en-GB"/>
          </a:p>
          <a:p>
            <a:pPr marL="0" indent="0">
              <a:buNone/>
            </a:pPr>
            <a:r>
              <a:rPr lang="en-GB">
                <a:solidFill>
                  <a:srgbClr val="002060"/>
                </a:solidFill>
              </a:rPr>
              <a:t>The purpose of this presentation is to guide you through what your assessors are expecting to see in relation to the topic of the lesson you have been told to prepare for.</a:t>
            </a:r>
          </a:p>
          <a:p>
            <a:pPr marL="0" indent="0">
              <a:buNone/>
            </a:pPr>
            <a:endParaRPr lang="en-GB">
              <a:solidFill>
                <a:srgbClr val="002060"/>
              </a:solidFill>
            </a:endParaRPr>
          </a:p>
          <a:p>
            <a:r>
              <a:rPr lang="en-GB">
                <a:solidFill>
                  <a:srgbClr val="002060"/>
                </a:solidFill>
              </a:rPr>
              <a:t>Most importantly, the assessors want to see the </a:t>
            </a:r>
            <a:r>
              <a:rPr lang="en-GB" b="1" i="1">
                <a:solidFill>
                  <a:srgbClr val="002060"/>
                </a:solidFill>
              </a:rPr>
              <a:t>actual material </a:t>
            </a:r>
            <a:r>
              <a:rPr lang="en-GB">
                <a:solidFill>
                  <a:srgbClr val="002060"/>
                </a:solidFill>
              </a:rPr>
              <a:t>that you would stand in front of the class and deliver.</a:t>
            </a:r>
          </a:p>
          <a:p>
            <a:endParaRPr lang="en-GB">
              <a:solidFill>
                <a:srgbClr val="002060"/>
              </a:solidFill>
            </a:endParaRPr>
          </a:p>
          <a:p>
            <a:r>
              <a:rPr lang="en-GB">
                <a:solidFill>
                  <a:srgbClr val="002060"/>
                </a:solidFill>
              </a:rPr>
              <a:t>The thought processes that you went through, the decisions you made about scope, levels, and complexity will all be discussed in the questions after your presentation.</a:t>
            </a:r>
          </a:p>
          <a:p>
            <a:endParaRPr lang="en-GB">
              <a:solidFill>
                <a:srgbClr val="002060"/>
              </a:solidFill>
            </a:endParaRPr>
          </a:p>
          <a:p>
            <a:r>
              <a:rPr lang="en-GB">
                <a:solidFill>
                  <a:srgbClr val="002060"/>
                </a:solidFill>
              </a:rPr>
              <a:t>Research your topic and how it can be </a:t>
            </a:r>
            <a:r>
              <a:rPr lang="en-GB" b="1" i="1">
                <a:solidFill>
                  <a:srgbClr val="002060"/>
                </a:solidFill>
              </a:rPr>
              <a:t>taught</a:t>
            </a:r>
            <a:r>
              <a:rPr lang="en-GB">
                <a:solidFill>
                  <a:srgbClr val="002060"/>
                </a:solidFill>
              </a:rPr>
              <a:t> to a class of teenagers. This is different to understanding the technicalities of the topic.</a:t>
            </a:r>
          </a:p>
          <a:p>
            <a:endParaRPr lang="en-GB">
              <a:solidFill>
                <a:srgbClr val="002060"/>
              </a:solidFill>
            </a:endParaRPr>
          </a:p>
          <a:p>
            <a:r>
              <a:rPr lang="en-GB">
                <a:solidFill>
                  <a:srgbClr val="002060"/>
                </a:solidFill>
              </a:rPr>
              <a:t>If you do use lesson material from the Internet or other sources, it won’t be viewed negatively by the assessors </a:t>
            </a:r>
            <a:r>
              <a:rPr lang="en-GB" b="1">
                <a:solidFill>
                  <a:srgbClr val="002060"/>
                </a:solidFill>
              </a:rPr>
              <a:t>BUT</a:t>
            </a:r>
            <a:r>
              <a:rPr lang="en-GB">
                <a:solidFill>
                  <a:srgbClr val="002060"/>
                </a:solidFill>
              </a:rPr>
              <a:t> you must be thoroughly conversant with what you are presenting and the resources you are using.</a:t>
            </a:r>
          </a:p>
        </p:txBody>
      </p:sp>
    </p:spTree>
    <p:extLst>
      <p:ext uri="{BB962C8B-B14F-4D97-AF65-F5344CB8AC3E}">
        <p14:creationId xmlns:p14="http://schemas.microsoft.com/office/powerpoint/2010/main" val="21797532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3BFBF1-6F0F-4EA3-5DAD-5386E68915C1}"/>
              </a:ext>
            </a:extLst>
          </p:cNvPr>
          <p:cNvSpPr>
            <a:spLocks noGrp="1"/>
          </p:cNvSpPr>
          <p:nvPr>
            <p:ph type="title"/>
          </p:nvPr>
        </p:nvSpPr>
        <p:spPr/>
        <p:txBody>
          <a:bodyPr/>
          <a:lstStyle/>
          <a:p>
            <a:r>
              <a:rPr lang="en-GB" sz="2000" cap="none" dirty="0"/>
              <a:t>Creating the Presentation – Guidance on Style</a:t>
            </a:r>
            <a:br>
              <a:rPr lang="en-GB" sz="1200" b="0" cap="none" dirty="0"/>
            </a:br>
            <a:r>
              <a:rPr lang="en-GB" sz="1600" b="0" cap="none" dirty="0"/>
              <a:t>To enable all students, including those with SEN needs related to reading and processing text, to learn from your presentation, please follow these guidelines:</a:t>
            </a:r>
            <a:br>
              <a:rPr lang="en-GB" sz="1600" b="0" cap="none" dirty="0"/>
            </a:br>
            <a:r>
              <a:rPr lang="en-GB" sz="1600" b="0" cap="none" dirty="0"/>
              <a:t>Keep it simple</a:t>
            </a:r>
            <a:br>
              <a:rPr lang="en-GB" sz="1600" b="0" cap="none" dirty="0"/>
            </a:br>
            <a:r>
              <a:rPr lang="en-GB" sz="1600" b="0" cap="none" dirty="0"/>
              <a:t>•	Use plain backgrounds, avoid multicoloured backgrounds and gradient fills</a:t>
            </a:r>
            <a:br>
              <a:rPr lang="en-GB" sz="1600" b="0" cap="none" dirty="0"/>
            </a:br>
            <a:r>
              <a:rPr lang="en-GB" sz="1600" b="0" cap="none" dirty="0"/>
              <a:t>•	Avoid transitions between slides; some students will take more notice of the transitions than the content</a:t>
            </a:r>
            <a:br>
              <a:rPr lang="en-GB" sz="1600" b="0" cap="none" dirty="0"/>
            </a:br>
            <a:r>
              <a:rPr lang="en-GB" sz="1600" b="0" cap="none" dirty="0"/>
              <a:t>•	Use sans serif fonts such as Arial, Gill Sans MT or Quicksand </a:t>
            </a:r>
            <a:br>
              <a:rPr lang="en-GB" sz="1600" b="0" cap="none" dirty="0"/>
            </a:br>
            <a:r>
              <a:rPr lang="en-GB" sz="1600" b="0" cap="none" dirty="0"/>
              <a:t>•	Use the same font throughout your presentation, employing one size (</a:t>
            </a:r>
            <a:r>
              <a:rPr lang="en-GB" sz="1600" b="0" cap="none" dirty="0" err="1"/>
              <a:t>eg</a:t>
            </a:r>
            <a:r>
              <a:rPr lang="en-GB" sz="1600" b="0" cap="none" dirty="0"/>
              <a:t> 36) for titles and one size (</a:t>
            </a:r>
            <a:r>
              <a:rPr lang="en-GB" sz="1600" b="0" cap="none" dirty="0" err="1"/>
              <a:t>eg</a:t>
            </a:r>
            <a:r>
              <a:rPr lang="en-GB" sz="1600" b="0" cap="none" dirty="0"/>
              <a:t> 24) for the points on each slide. Use the same font colour throughout, ensuring that it is easy to read on the colour you have chosen for the background (which should be the same throughout)</a:t>
            </a:r>
            <a:br>
              <a:rPr lang="en-GB" sz="1600" b="0" cap="none" dirty="0"/>
            </a:br>
            <a:r>
              <a:rPr lang="en-GB" sz="1600" b="0" cap="none" dirty="0"/>
              <a:t>•	Avoid italics and use bold sparingly.</a:t>
            </a:r>
            <a:br>
              <a:rPr lang="en-GB" sz="1600" b="0" cap="none" dirty="0"/>
            </a:br>
            <a:r>
              <a:rPr lang="en-GB" sz="1600" b="0" cap="none" dirty="0"/>
              <a:t>•	Never use underlining except for hyperlinks, </a:t>
            </a:r>
            <a:r>
              <a:rPr lang="en-GB" sz="1600" b="0" cap="none" dirty="0" err="1"/>
              <a:t>eg</a:t>
            </a:r>
            <a:r>
              <a:rPr lang="en-GB" sz="1600" b="0" cap="none" dirty="0"/>
              <a:t> to a video you may wish to show</a:t>
            </a:r>
            <a:br>
              <a:rPr lang="en-GB" sz="1600" b="0" cap="none" dirty="0"/>
            </a:br>
            <a:r>
              <a:rPr lang="en-GB" sz="1600" b="0" cap="none" dirty="0"/>
              <a:t>•	Use graphics only when strictly relevant. Graphics that are used simply to make a slide look </a:t>
            </a:r>
            <a:br>
              <a:rPr lang="en-GB" sz="1600" b="0" cap="none" dirty="0"/>
            </a:br>
            <a:r>
              <a:rPr lang="en-GB" sz="1600" b="0" cap="none" dirty="0"/>
              <a:t>more interesting will be distracting for some students.</a:t>
            </a:r>
            <a:br>
              <a:rPr lang="en-GB" sz="1600" b="0" cap="none" dirty="0"/>
            </a:br>
            <a:r>
              <a:rPr lang="en-GB" sz="1600" b="0" cap="none" dirty="0"/>
              <a:t>Use each slide to make one point, breaking content down into lines with bullet points for clarity.</a:t>
            </a:r>
            <a:br>
              <a:rPr lang="en-GB" sz="1600" b="0" cap="none" dirty="0"/>
            </a:br>
            <a:r>
              <a:rPr lang="en-GB" sz="1600" b="0" cap="none" dirty="0"/>
              <a:t>For example:</a:t>
            </a:r>
            <a:br>
              <a:rPr lang="en-GB" sz="1600" b="0" cap="none" dirty="0"/>
            </a:br>
            <a:r>
              <a:rPr lang="en-GB" sz="1600" b="0" cap="none" dirty="0"/>
              <a:t>To find the memory size of an 8 bit image 120 </a:t>
            </a:r>
            <a:r>
              <a:rPr lang="en-GB" sz="1600" b="0" cap="none" dirty="0" err="1"/>
              <a:t>px</a:t>
            </a:r>
            <a:r>
              <a:rPr lang="en-GB" sz="1600" b="0" cap="none" dirty="0"/>
              <a:t> by 100 </a:t>
            </a:r>
            <a:r>
              <a:rPr lang="en-GB" sz="1600" b="0" cap="none" dirty="0" err="1"/>
              <a:t>px</a:t>
            </a:r>
            <a:br>
              <a:rPr lang="en-GB" sz="1600" b="0" cap="none" dirty="0"/>
            </a:br>
            <a:r>
              <a:rPr lang="en-GB" sz="1600" b="0" cap="none" dirty="0"/>
              <a:t>•	Area - height by width: 120 x 100 = 12000</a:t>
            </a:r>
            <a:br>
              <a:rPr lang="en-GB" sz="1600" b="0" cap="none" dirty="0"/>
            </a:br>
            <a:r>
              <a:rPr lang="en-GB" sz="1600" b="0" cap="none" dirty="0"/>
              <a:t>•	Memory size – area by bit depth: 12000 x 8 = 96000</a:t>
            </a:r>
            <a:br>
              <a:rPr lang="en-GB" sz="1600" b="0" cap="none" dirty="0"/>
            </a:br>
            <a:r>
              <a:rPr lang="en-GB" sz="1600" b="0" cap="none" dirty="0"/>
              <a:t>•	Bit size = 96000</a:t>
            </a:r>
            <a:br>
              <a:rPr lang="en-GB" sz="1600" b="0" cap="none" dirty="0"/>
            </a:br>
            <a:endParaRPr lang="en-GB" sz="1600" b="0" cap="none" dirty="0"/>
          </a:p>
        </p:txBody>
      </p:sp>
      <p:sp>
        <p:nvSpPr>
          <p:cNvPr id="3" name="Footer Placeholder 2">
            <a:extLst>
              <a:ext uri="{FF2B5EF4-FFF2-40B4-BE49-F238E27FC236}">
                <a16:creationId xmlns:a16="http://schemas.microsoft.com/office/drawing/2014/main" id="{7896B361-CCA7-2CF8-49A1-7C91E30338CC}"/>
              </a:ext>
            </a:extLst>
          </p:cNvPr>
          <p:cNvSpPr>
            <a:spLocks noGrp="1"/>
          </p:cNvSpPr>
          <p:nvPr>
            <p:ph type="ftr" sz="quarter" idx="11"/>
          </p:nvPr>
        </p:nvSpPr>
        <p:spPr/>
        <p:txBody>
          <a:bodyPr/>
          <a:lstStyle/>
          <a:p>
            <a:pPr algn="r"/>
            <a:r>
              <a:rPr lang="en-GB"/>
              <a:t>bcs.org</a:t>
            </a:r>
          </a:p>
        </p:txBody>
      </p:sp>
      <p:sp>
        <p:nvSpPr>
          <p:cNvPr id="4" name="Slide Number Placeholder 3">
            <a:extLst>
              <a:ext uri="{FF2B5EF4-FFF2-40B4-BE49-F238E27FC236}">
                <a16:creationId xmlns:a16="http://schemas.microsoft.com/office/drawing/2014/main" id="{8DB53343-8618-94FF-5D2E-719C2102FE3E}"/>
              </a:ext>
            </a:extLst>
          </p:cNvPr>
          <p:cNvSpPr>
            <a:spLocks noGrp="1"/>
          </p:cNvSpPr>
          <p:nvPr>
            <p:ph type="sldNum" sz="quarter" idx="10"/>
          </p:nvPr>
        </p:nvSpPr>
        <p:spPr/>
        <p:txBody>
          <a:bodyPr/>
          <a:lstStyle/>
          <a:p>
            <a:fld id="{CC1FAFA7-493E-49BA-8E70-4BF319AEABD7}" type="slidenum">
              <a:rPr lang="en-GB" smtClean="0"/>
              <a:pPr/>
              <a:t>3</a:t>
            </a:fld>
            <a:endParaRPr lang="en-GB"/>
          </a:p>
        </p:txBody>
      </p:sp>
    </p:spTree>
    <p:extLst>
      <p:ext uri="{BB962C8B-B14F-4D97-AF65-F5344CB8AC3E}">
        <p14:creationId xmlns:p14="http://schemas.microsoft.com/office/powerpoint/2010/main" val="2990301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39CC6E3-DF56-4AF5-8A6D-C850810AD2F7}"/>
              </a:ext>
            </a:extLst>
          </p:cNvPr>
          <p:cNvSpPr>
            <a:spLocks noGrp="1"/>
          </p:cNvSpPr>
          <p:nvPr>
            <p:ph type="title"/>
          </p:nvPr>
        </p:nvSpPr>
        <p:spPr/>
        <p:txBody>
          <a:bodyPr/>
          <a:lstStyle/>
          <a:p>
            <a:r>
              <a:rPr lang="en-GB"/>
              <a:t>Starter</a:t>
            </a:r>
          </a:p>
        </p:txBody>
      </p:sp>
      <p:sp>
        <p:nvSpPr>
          <p:cNvPr id="6" name="Content Placeholder 5">
            <a:extLst>
              <a:ext uri="{FF2B5EF4-FFF2-40B4-BE49-F238E27FC236}">
                <a16:creationId xmlns:a16="http://schemas.microsoft.com/office/drawing/2014/main" id="{60A86B43-7B86-4B53-8750-00B5416C8397}"/>
              </a:ext>
            </a:extLst>
          </p:cNvPr>
          <p:cNvSpPr>
            <a:spLocks noGrp="1"/>
          </p:cNvSpPr>
          <p:nvPr>
            <p:ph sz="quarter" idx="12"/>
          </p:nvPr>
        </p:nvSpPr>
        <p:spPr/>
        <p:txBody>
          <a:bodyPr>
            <a:normAutofit/>
          </a:bodyPr>
          <a:lstStyle/>
          <a:p>
            <a:pPr marL="0" indent="0">
              <a:buNone/>
            </a:pPr>
            <a:r>
              <a:rPr lang="en-GB" sz="2000"/>
              <a:t>Remember the saying , “You never get a second chance to make a first impression”? This is never more true than when delivering a lesson to a class of KS3 or KS4 pupils </a:t>
            </a:r>
          </a:p>
          <a:p>
            <a:pPr marL="0" indent="0">
              <a:buNone/>
            </a:pPr>
            <a:r>
              <a:rPr lang="en-GB" sz="2000" b="1"/>
              <a:t>You need to have a strong lesson starter</a:t>
            </a:r>
          </a:p>
          <a:p>
            <a:pPr marL="0" indent="0">
              <a:buNone/>
            </a:pPr>
            <a:r>
              <a:rPr lang="en-GB" sz="2000"/>
              <a:t>The success of the lesson depends largely on your starter or opening activity and it could go one of two ways:</a:t>
            </a:r>
          </a:p>
          <a:p>
            <a:pPr marL="457200" lvl="1" indent="0">
              <a:buNone/>
            </a:pPr>
            <a:endParaRPr lang="en-GB"/>
          </a:p>
          <a:p>
            <a:pPr lvl="1"/>
            <a:r>
              <a:rPr lang="en-GB"/>
              <a:t>If you manage to hook them and arouse their natural curiosity about some new concept you have a good chance of leading them into a successful learning experience.</a:t>
            </a:r>
          </a:p>
          <a:p>
            <a:pPr lvl="1"/>
            <a:r>
              <a:rPr lang="en-GB"/>
              <a:t>If you lose your pupils in the first 2 minutes you’ll spend the next 58 minutes trying to get them back. </a:t>
            </a:r>
          </a:p>
        </p:txBody>
      </p:sp>
      <p:sp>
        <p:nvSpPr>
          <p:cNvPr id="7" name="Footer Placeholder 6">
            <a:extLst>
              <a:ext uri="{FF2B5EF4-FFF2-40B4-BE49-F238E27FC236}">
                <a16:creationId xmlns:a16="http://schemas.microsoft.com/office/drawing/2014/main" id="{1CC954A1-AF64-4236-9BCA-7D8BAAA87A8E}"/>
              </a:ext>
            </a:extLst>
          </p:cNvPr>
          <p:cNvSpPr>
            <a:spLocks noGrp="1"/>
          </p:cNvSpPr>
          <p:nvPr>
            <p:ph type="ftr" sz="quarter" idx="11"/>
          </p:nvPr>
        </p:nvSpPr>
        <p:spPr/>
        <p:txBody>
          <a:bodyPr/>
          <a:lstStyle/>
          <a:p>
            <a:pPr algn="r"/>
            <a:r>
              <a:rPr lang="en-GB"/>
              <a:t>bcs.org</a:t>
            </a:r>
          </a:p>
        </p:txBody>
      </p:sp>
      <p:sp>
        <p:nvSpPr>
          <p:cNvPr id="8" name="Slide Number Placeholder 7">
            <a:extLst>
              <a:ext uri="{FF2B5EF4-FFF2-40B4-BE49-F238E27FC236}">
                <a16:creationId xmlns:a16="http://schemas.microsoft.com/office/drawing/2014/main" id="{271163F3-9164-4BA7-8D59-FC2CE8AEB583}"/>
              </a:ext>
            </a:extLst>
          </p:cNvPr>
          <p:cNvSpPr>
            <a:spLocks noGrp="1"/>
          </p:cNvSpPr>
          <p:nvPr>
            <p:ph type="sldNum" sz="quarter" idx="10"/>
          </p:nvPr>
        </p:nvSpPr>
        <p:spPr/>
        <p:txBody>
          <a:bodyPr/>
          <a:lstStyle/>
          <a:p>
            <a:fld id="{CC1FAFA7-493E-49BA-8E70-4BF319AEABD7}" type="slidenum">
              <a:rPr lang="en-GB" smtClean="0"/>
              <a:pPr/>
              <a:t>4</a:t>
            </a:fld>
            <a:endParaRPr lang="en-GB"/>
          </a:p>
        </p:txBody>
      </p:sp>
    </p:spTree>
    <p:extLst>
      <p:ext uri="{BB962C8B-B14F-4D97-AF65-F5344CB8AC3E}">
        <p14:creationId xmlns:p14="http://schemas.microsoft.com/office/powerpoint/2010/main" val="37450994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CBC09F-11B6-433A-87B8-DEE4B6D5766C}"/>
              </a:ext>
            </a:extLst>
          </p:cNvPr>
          <p:cNvSpPr>
            <a:spLocks noGrp="1"/>
          </p:cNvSpPr>
          <p:nvPr>
            <p:ph type="title"/>
          </p:nvPr>
        </p:nvSpPr>
        <p:spPr/>
        <p:txBody>
          <a:bodyPr/>
          <a:lstStyle/>
          <a:p>
            <a:r>
              <a:rPr lang="en-GB"/>
              <a:t>Starter </a:t>
            </a:r>
            <a:r>
              <a:rPr lang="en-GB" sz="3600"/>
              <a:t>.. Continued</a:t>
            </a:r>
            <a:endParaRPr lang="en-GB"/>
          </a:p>
        </p:txBody>
      </p:sp>
      <p:sp>
        <p:nvSpPr>
          <p:cNvPr id="3" name="Slide Number Placeholder 2">
            <a:extLst>
              <a:ext uri="{FF2B5EF4-FFF2-40B4-BE49-F238E27FC236}">
                <a16:creationId xmlns:a16="http://schemas.microsoft.com/office/drawing/2014/main" id="{CE2ACC0F-C501-4046-9D0D-F731C3B00894}"/>
              </a:ext>
            </a:extLst>
          </p:cNvPr>
          <p:cNvSpPr>
            <a:spLocks noGrp="1"/>
          </p:cNvSpPr>
          <p:nvPr>
            <p:ph type="sldNum" sz="quarter" idx="10"/>
          </p:nvPr>
        </p:nvSpPr>
        <p:spPr/>
        <p:txBody>
          <a:bodyPr/>
          <a:lstStyle/>
          <a:p>
            <a:fld id="{CC1FAFA7-493E-49BA-8E70-4BF319AEABD7}" type="slidenum">
              <a:rPr lang="en-GB" smtClean="0"/>
              <a:pPr/>
              <a:t>5</a:t>
            </a:fld>
            <a:endParaRPr lang="en-GB"/>
          </a:p>
        </p:txBody>
      </p:sp>
      <p:sp>
        <p:nvSpPr>
          <p:cNvPr id="4" name="Footer Placeholder 3">
            <a:extLst>
              <a:ext uri="{FF2B5EF4-FFF2-40B4-BE49-F238E27FC236}">
                <a16:creationId xmlns:a16="http://schemas.microsoft.com/office/drawing/2014/main" id="{A4D9D173-612B-4021-ADCC-7F1D8CC94410}"/>
              </a:ext>
            </a:extLst>
          </p:cNvPr>
          <p:cNvSpPr>
            <a:spLocks noGrp="1"/>
          </p:cNvSpPr>
          <p:nvPr>
            <p:ph type="ftr" sz="quarter" idx="11"/>
          </p:nvPr>
        </p:nvSpPr>
        <p:spPr/>
        <p:txBody>
          <a:bodyPr/>
          <a:lstStyle/>
          <a:p>
            <a:pPr algn="r"/>
            <a:r>
              <a:rPr lang="en-GB"/>
              <a:t>bcs.org</a:t>
            </a:r>
          </a:p>
        </p:txBody>
      </p:sp>
      <p:sp>
        <p:nvSpPr>
          <p:cNvPr id="5" name="Content Placeholder 4">
            <a:extLst>
              <a:ext uri="{FF2B5EF4-FFF2-40B4-BE49-F238E27FC236}">
                <a16:creationId xmlns:a16="http://schemas.microsoft.com/office/drawing/2014/main" id="{84A20E3D-6384-4D4F-BB2C-1DE8010CF13E}"/>
              </a:ext>
            </a:extLst>
          </p:cNvPr>
          <p:cNvSpPr>
            <a:spLocks noGrp="1"/>
          </p:cNvSpPr>
          <p:nvPr>
            <p:ph sz="quarter" idx="12"/>
          </p:nvPr>
        </p:nvSpPr>
        <p:spPr/>
        <p:txBody>
          <a:bodyPr/>
          <a:lstStyle/>
          <a:p>
            <a:r>
              <a:rPr lang="en-GB" b="1"/>
              <a:t>It should:</a:t>
            </a:r>
          </a:p>
          <a:p>
            <a:pPr lvl="1"/>
            <a:r>
              <a:rPr lang="en-GB"/>
              <a:t>Engage the class in the lesson topic</a:t>
            </a:r>
          </a:p>
          <a:p>
            <a:pPr lvl="1"/>
            <a:r>
              <a:rPr lang="en-GB"/>
              <a:t>Something that the majority of the class can successfully complete </a:t>
            </a:r>
          </a:p>
          <a:p>
            <a:pPr lvl="1"/>
            <a:r>
              <a:rPr lang="en-GB"/>
              <a:t>Require little in the way of resources (e.g. only pen &amp; paper)</a:t>
            </a:r>
          </a:p>
          <a:p>
            <a:pPr lvl="1"/>
            <a:r>
              <a:rPr lang="en-GB"/>
              <a:t>Appropriate to the topic, even if this isn’t immediately obvious </a:t>
            </a:r>
          </a:p>
          <a:p>
            <a:pPr lvl="1"/>
            <a:r>
              <a:rPr lang="en-GB"/>
              <a:t>Be easily extendible for those who complete it quickly</a:t>
            </a:r>
          </a:p>
          <a:p>
            <a:r>
              <a:rPr lang="en-GB" b="1"/>
              <a:t>It should not: </a:t>
            </a:r>
          </a:p>
          <a:p>
            <a:pPr lvl="1"/>
            <a:r>
              <a:rPr lang="en-GB"/>
              <a:t>Take long to complete </a:t>
            </a:r>
          </a:p>
          <a:p>
            <a:pPr lvl="1"/>
            <a:r>
              <a:rPr lang="en-GB"/>
              <a:t>Require detailed knowledge of the content that you are about to teach </a:t>
            </a:r>
          </a:p>
          <a:p>
            <a:pPr lvl="1"/>
            <a:r>
              <a:rPr lang="en-GB"/>
              <a:t>Require access to computers or other complex technology</a:t>
            </a:r>
          </a:p>
          <a:p>
            <a:endParaRPr lang="en-GB"/>
          </a:p>
        </p:txBody>
      </p:sp>
    </p:spTree>
    <p:extLst>
      <p:ext uri="{BB962C8B-B14F-4D97-AF65-F5344CB8AC3E}">
        <p14:creationId xmlns:p14="http://schemas.microsoft.com/office/powerpoint/2010/main" val="19150690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6EDA8-BB8F-415E-AB44-1F3454CDA907}"/>
              </a:ext>
            </a:extLst>
          </p:cNvPr>
          <p:cNvSpPr>
            <a:spLocks noGrp="1"/>
          </p:cNvSpPr>
          <p:nvPr>
            <p:ph type="title"/>
          </p:nvPr>
        </p:nvSpPr>
        <p:spPr/>
        <p:txBody>
          <a:bodyPr/>
          <a:lstStyle/>
          <a:p>
            <a:r>
              <a:rPr lang="en-GB"/>
              <a:t>Teaching the topic</a:t>
            </a:r>
          </a:p>
        </p:txBody>
      </p:sp>
      <p:sp>
        <p:nvSpPr>
          <p:cNvPr id="3" name="Slide Number Placeholder 2">
            <a:extLst>
              <a:ext uri="{FF2B5EF4-FFF2-40B4-BE49-F238E27FC236}">
                <a16:creationId xmlns:a16="http://schemas.microsoft.com/office/drawing/2014/main" id="{EE46DC86-18EF-48C7-B963-2123C6FA30C0}"/>
              </a:ext>
            </a:extLst>
          </p:cNvPr>
          <p:cNvSpPr>
            <a:spLocks noGrp="1"/>
          </p:cNvSpPr>
          <p:nvPr>
            <p:ph type="sldNum" sz="quarter" idx="10"/>
          </p:nvPr>
        </p:nvSpPr>
        <p:spPr/>
        <p:txBody>
          <a:bodyPr/>
          <a:lstStyle/>
          <a:p>
            <a:fld id="{CC1FAFA7-493E-49BA-8E70-4BF319AEABD7}" type="slidenum">
              <a:rPr lang="en-GB" smtClean="0"/>
              <a:pPr/>
              <a:t>6</a:t>
            </a:fld>
            <a:endParaRPr lang="en-GB"/>
          </a:p>
        </p:txBody>
      </p:sp>
      <p:sp>
        <p:nvSpPr>
          <p:cNvPr id="4" name="Footer Placeholder 3">
            <a:extLst>
              <a:ext uri="{FF2B5EF4-FFF2-40B4-BE49-F238E27FC236}">
                <a16:creationId xmlns:a16="http://schemas.microsoft.com/office/drawing/2014/main" id="{D7BA8371-3B51-43FD-833D-9CBE70B5AA9B}"/>
              </a:ext>
            </a:extLst>
          </p:cNvPr>
          <p:cNvSpPr>
            <a:spLocks noGrp="1"/>
          </p:cNvSpPr>
          <p:nvPr>
            <p:ph type="ftr" sz="quarter" idx="11"/>
          </p:nvPr>
        </p:nvSpPr>
        <p:spPr/>
        <p:txBody>
          <a:bodyPr/>
          <a:lstStyle/>
          <a:p>
            <a:pPr algn="r"/>
            <a:r>
              <a:rPr lang="en-GB"/>
              <a:t>bcs.org</a:t>
            </a:r>
          </a:p>
        </p:txBody>
      </p:sp>
      <p:sp>
        <p:nvSpPr>
          <p:cNvPr id="5" name="Content Placeholder 4">
            <a:extLst>
              <a:ext uri="{FF2B5EF4-FFF2-40B4-BE49-F238E27FC236}">
                <a16:creationId xmlns:a16="http://schemas.microsoft.com/office/drawing/2014/main" id="{37DD2761-475D-439F-8ACF-AAE56107EC71}"/>
              </a:ext>
            </a:extLst>
          </p:cNvPr>
          <p:cNvSpPr>
            <a:spLocks noGrp="1"/>
          </p:cNvSpPr>
          <p:nvPr>
            <p:ph sz="quarter" idx="12"/>
          </p:nvPr>
        </p:nvSpPr>
        <p:spPr/>
        <p:txBody>
          <a:bodyPr>
            <a:normAutofit/>
          </a:bodyPr>
          <a:lstStyle/>
          <a:p>
            <a:r>
              <a:rPr lang="en-GB" sz="2000"/>
              <a:t>When you plan a 60 minute lesson you should aim to talk for no more than 12 – 15 minutes</a:t>
            </a:r>
          </a:p>
          <a:p>
            <a:r>
              <a:rPr lang="en-GB" sz="2000"/>
              <a:t>The supporting material in your presentation must be engaging:</a:t>
            </a:r>
          </a:p>
          <a:p>
            <a:pPr lvl="1"/>
            <a:r>
              <a:rPr lang="en-GB"/>
              <a:t>Not text heavy </a:t>
            </a:r>
          </a:p>
          <a:p>
            <a:pPr lvl="1"/>
            <a:r>
              <a:rPr lang="en-GB"/>
              <a:t>Easily read from the back of the classroom</a:t>
            </a:r>
          </a:p>
          <a:p>
            <a:r>
              <a:rPr lang="en-GB" sz="2000"/>
              <a:t>Make sure you have opportunities to ask the class questions whilst you are teaching the topic so that you maintain their interest and engagement </a:t>
            </a:r>
          </a:p>
          <a:p>
            <a:r>
              <a:rPr lang="en-GB" sz="2000"/>
              <a:t>You must be clear about:</a:t>
            </a:r>
          </a:p>
          <a:p>
            <a:pPr lvl="1"/>
            <a:r>
              <a:rPr lang="en-GB"/>
              <a:t>Assumptions that you are making in terms of prior knowledge</a:t>
            </a:r>
          </a:p>
          <a:p>
            <a:pPr lvl="1"/>
            <a:r>
              <a:rPr lang="en-GB"/>
              <a:t>What can lead on from this lesson</a:t>
            </a:r>
          </a:p>
          <a:p>
            <a:r>
              <a:rPr lang="en-GB" sz="2000" b="1"/>
              <a:t>Do not overload the lesson with content. If you have been given a topic which feels to you that it would be too much to teach in one lesson, say so.  </a:t>
            </a:r>
          </a:p>
          <a:p>
            <a:endParaRPr lang="en-GB"/>
          </a:p>
        </p:txBody>
      </p:sp>
    </p:spTree>
    <p:extLst>
      <p:ext uri="{BB962C8B-B14F-4D97-AF65-F5344CB8AC3E}">
        <p14:creationId xmlns:p14="http://schemas.microsoft.com/office/powerpoint/2010/main" val="41013309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0DFB00-4DB3-4EDE-AF2D-7FCD587E1B52}"/>
              </a:ext>
            </a:extLst>
          </p:cNvPr>
          <p:cNvSpPr>
            <a:spLocks noGrp="1"/>
          </p:cNvSpPr>
          <p:nvPr>
            <p:ph type="title"/>
          </p:nvPr>
        </p:nvSpPr>
        <p:spPr/>
        <p:txBody>
          <a:bodyPr/>
          <a:lstStyle/>
          <a:p>
            <a:r>
              <a:rPr lang="en-GB"/>
              <a:t>Activities</a:t>
            </a:r>
          </a:p>
        </p:txBody>
      </p:sp>
      <p:sp>
        <p:nvSpPr>
          <p:cNvPr id="3" name="Slide Number Placeholder 2">
            <a:extLst>
              <a:ext uri="{FF2B5EF4-FFF2-40B4-BE49-F238E27FC236}">
                <a16:creationId xmlns:a16="http://schemas.microsoft.com/office/drawing/2014/main" id="{E6E44AAC-106D-4177-BA8C-B7FAE0AB935C}"/>
              </a:ext>
            </a:extLst>
          </p:cNvPr>
          <p:cNvSpPr>
            <a:spLocks noGrp="1"/>
          </p:cNvSpPr>
          <p:nvPr>
            <p:ph type="sldNum" sz="quarter" idx="10"/>
          </p:nvPr>
        </p:nvSpPr>
        <p:spPr/>
        <p:txBody>
          <a:bodyPr/>
          <a:lstStyle/>
          <a:p>
            <a:fld id="{CC1FAFA7-493E-49BA-8E70-4BF319AEABD7}" type="slidenum">
              <a:rPr lang="en-GB" smtClean="0"/>
              <a:pPr/>
              <a:t>7</a:t>
            </a:fld>
            <a:endParaRPr lang="en-GB"/>
          </a:p>
        </p:txBody>
      </p:sp>
      <p:sp>
        <p:nvSpPr>
          <p:cNvPr id="4" name="Footer Placeholder 3">
            <a:extLst>
              <a:ext uri="{FF2B5EF4-FFF2-40B4-BE49-F238E27FC236}">
                <a16:creationId xmlns:a16="http://schemas.microsoft.com/office/drawing/2014/main" id="{2F5D3C4D-243A-4958-8D94-89C40D1B8448}"/>
              </a:ext>
            </a:extLst>
          </p:cNvPr>
          <p:cNvSpPr>
            <a:spLocks noGrp="1"/>
          </p:cNvSpPr>
          <p:nvPr>
            <p:ph type="ftr" sz="quarter" idx="11"/>
          </p:nvPr>
        </p:nvSpPr>
        <p:spPr/>
        <p:txBody>
          <a:bodyPr/>
          <a:lstStyle/>
          <a:p>
            <a:pPr algn="r"/>
            <a:r>
              <a:rPr lang="en-GB"/>
              <a:t>bcs.org</a:t>
            </a:r>
          </a:p>
        </p:txBody>
      </p:sp>
      <p:sp>
        <p:nvSpPr>
          <p:cNvPr id="5" name="Content Placeholder 4">
            <a:extLst>
              <a:ext uri="{FF2B5EF4-FFF2-40B4-BE49-F238E27FC236}">
                <a16:creationId xmlns:a16="http://schemas.microsoft.com/office/drawing/2014/main" id="{B07B5E14-33F9-49B1-872C-85550925CBDB}"/>
              </a:ext>
            </a:extLst>
          </p:cNvPr>
          <p:cNvSpPr>
            <a:spLocks noGrp="1"/>
          </p:cNvSpPr>
          <p:nvPr>
            <p:ph sz="quarter" idx="12"/>
          </p:nvPr>
        </p:nvSpPr>
        <p:spPr/>
        <p:txBody>
          <a:bodyPr>
            <a:normAutofit lnSpcReduction="10000"/>
          </a:bodyPr>
          <a:lstStyle/>
          <a:p>
            <a:r>
              <a:rPr lang="en-GB" sz="2000"/>
              <a:t>Computer based</a:t>
            </a:r>
          </a:p>
          <a:p>
            <a:pPr lvl="1"/>
            <a:r>
              <a:rPr lang="en-GB"/>
              <a:t>Make sure relevant reference documents are easily available</a:t>
            </a:r>
          </a:p>
          <a:p>
            <a:pPr lvl="1"/>
            <a:r>
              <a:rPr lang="en-GB"/>
              <a:t>Telling pupils to research a topic is not an effective use of lesson time</a:t>
            </a:r>
          </a:p>
          <a:p>
            <a:pPr lvl="1"/>
            <a:r>
              <a:rPr lang="en-GB"/>
              <a:t>Make sure the class knows what document(s) they need to complete and how/where to save it</a:t>
            </a:r>
          </a:p>
          <a:p>
            <a:pPr lvl="1"/>
            <a:r>
              <a:rPr lang="en-GB"/>
              <a:t>At the end of the lesson each student should be able to refer to the work they have completed in subsequent lessons and use it as revision material</a:t>
            </a:r>
          </a:p>
          <a:p>
            <a:r>
              <a:rPr lang="en-GB" sz="2000"/>
              <a:t>Unplugged</a:t>
            </a:r>
          </a:p>
          <a:p>
            <a:pPr lvl="1"/>
            <a:r>
              <a:rPr lang="en-GB"/>
              <a:t>Unplugged activities can be extremely effective but they do require more managing and you must be very clear how the activity will run</a:t>
            </a:r>
          </a:p>
          <a:p>
            <a:pPr lvl="1"/>
            <a:r>
              <a:rPr lang="en-GB"/>
              <a:t>What will the students have to show for it at the end of the lesson? </a:t>
            </a:r>
          </a:p>
          <a:p>
            <a:pPr lvl="1"/>
            <a:r>
              <a:rPr lang="en-GB"/>
              <a:t>Although you will get high levels of engagement for the activity, it is equally important that there is a permanent record at the end of the lesson, so you will probably need some of the pointers from the computer based activities too </a:t>
            </a:r>
          </a:p>
        </p:txBody>
      </p:sp>
    </p:spTree>
    <p:extLst>
      <p:ext uri="{BB962C8B-B14F-4D97-AF65-F5344CB8AC3E}">
        <p14:creationId xmlns:p14="http://schemas.microsoft.com/office/powerpoint/2010/main" val="5394854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8930B-452B-4D21-91D2-E8D177FAD933}"/>
              </a:ext>
            </a:extLst>
          </p:cNvPr>
          <p:cNvSpPr>
            <a:spLocks noGrp="1"/>
          </p:cNvSpPr>
          <p:nvPr>
            <p:ph type="title"/>
          </p:nvPr>
        </p:nvSpPr>
        <p:spPr/>
        <p:txBody>
          <a:bodyPr/>
          <a:lstStyle/>
          <a:p>
            <a:r>
              <a:rPr lang="en-GB"/>
              <a:t>Assessment</a:t>
            </a:r>
          </a:p>
        </p:txBody>
      </p:sp>
      <p:sp>
        <p:nvSpPr>
          <p:cNvPr id="3" name="Slide Number Placeholder 2">
            <a:extLst>
              <a:ext uri="{FF2B5EF4-FFF2-40B4-BE49-F238E27FC236}">
                <a16:creationId xmlns:a16="http://schemas.microsoft.com/office/drawing/2014/main" id="{B71AE60F-54B9-4F19-A679-70E6C7606031}"/>
              </a:ext>
            </a:extLst>
          </p:cNvPr>
          <p:cNvSpPr>
            <a:spLocks noGrp="1"/>
          </p:cNvSpPr>
          <p:nvPr>
            <p:ph type="sldNum" sz="quarter" idx="10"/>
          </p:nvPr>
        </p:nvSpPr>
        <p:spPr/>
        <p:txBody>
          <a:bodyPr/>
          <a:lstStyle/>
          <a:p>
            <a:fld id="{CC1FAFA7-493E-49BA-8E70-4BF319AEABD7}" type="slidenum">
              <a:rPr lang="en-GB" smtClean="0"/>
              <a:pPr/>
              <a:t>8</a:t>
            </a:fld>
            <a:endParaRPr lang="en-GB"/>
          </a:p>
        </p:txBody>
      </p:sp>
      <p:sp>
        <p:nvSpPr>
          <p:cNvPr id="4" name="Footer Placeholder 3">
            <a:extLst>
              <a:ext uri="{FF2B5EF4-FFF2-40B4-BE49-F238E27FC236}">
                <a16:creationId xmlns:a16="http://schemas.microsoft.com/office/drawing/2014/main" id="{5CF72B80-87E8-45D7-8474-13EC0663A245}"/>
              </a:ext>
            </a:extLst>
          </p:cNvPr>
          <p:cNvSpPr>
            <a:spLocks noGrp="1"/>
          </p:cNvSpPr>
          <p:nvPr>
            <p:ph type="ftr" sz="quarter" idx="11"/>
          </p:nvPr>
        </p:nvSpPr>
        <p:spPr/>
        <p:txBody>
          <a:bodyPr/>
          <a:lstStyle/>
          <a:p>
            <a:pPr algn="r"/>
            <a:r>
              <a:rPr lang="en-GB"/>
              <a:t>bcs.org</a:t>
            </a:r>
          </a:p>
        </p:txBody>
      </p:sp>
      <p:sp>
        <p:nvSpPr>
          <p:cNvPr id="5" name="Content Placeholder 4">
            <a:extLst>
              <a:ext uri="{FF2B5EF4-FFF2-40B4-BE49-F238E27FC236}">
                <a16:creationId xmlns:a16="http://schemas.microsoft.com/office/drawing/2014/main" id="{9301D45D-768D-4101-BB0A-152CEA53CFB3}"/>
              </a:ext>
            </a:extLst>
          </p:cNvPr>
          <p:cNvSpPr>
            <a:spLocks noGrp="1"/>
          </p:cNvSpPr>
          <p:nvPr>
            <p:ph sz="quarter" idx="12"/>
          </p:nvPr>
        </p:nvSpPr>
        <p:spPr/>
        <p:txBody>
          <a:bodyPr/>
          <a:lstStyle/>
          <a:p>
            <a:r>
              <a:rPr lang="en-GB" sz="2000"/>
              <a:t>How you plan to assess student progress is one of the key aspects of your presentation the assessors will be looking for</a:t>
            </a:r>
          </a:p>
          <a:p>
            <a:endParaRPr lang="en-GB" sz="2000"/>
          </a:p>
          <a:p>
            <a:pPr lvl="1"/>
            <a:r>
              <a:rPr lang="en-GB"/>
              <a:t>Will you collect in worksheets to mark?</a:t>
            </a:r>
          </a:p>
          <a:p>
            <a:pPr lvl="1"/>
            <a:r>
              <a:rPr lang="en-GB"/>
              <a:t>Will you make informal assessments whilst observing students working</a:t>
            </a:r>
          </a:p>
          <a:p>
            <a:pPr lvl="1"/>
            <a:r>
              <a:rPr lang="en-GB"/>
              <a:t>Will there be a quiz that you can analyse the results?</a:t>
            </a:r>
          </a:p>
          <a:p>
            <a:pPr marL="457200" lvl="1" indent="0">
              <a:buNone/>
            </a:pPr>
            <a:endParaRPr lang="en-GB"/>
          </a:p>
          <a:p>
            <a:r>
              <a:rPr lang="en-GB" sz="2000"/>
              <a:t>You may choose to use more than one type of assessment but be prepared for the question and be able to justify your answer</a:t>
            </a:r>
          </a:p>
          <a:p>
            <a:pPr marL="0" indent="0">
              <a:buNone/>
            </a:pPr>
            <a:endParaRPr lang="en-GB"/>
          </a:p>
        </p:txBody>
      </p:sp>
    </p:spTree>
    <p:extLst>
      <p:ext uri="{BB962C8B-B14F-4D97-AF65-F5344CB8AC3E}">
        <p14:creationId xmlns:p14="http://schemas.microsoft.com/office/powerpoint/2010/main" val="16371138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EBDA51-D100-4E78-BF83-C8193B04380A}"/>
              </a:ext>
            </a:extLst>
          </p:cNvPr>
          <p:cNvSpPr>
            <a:spLocks noGrp="1"/>
          </p:cNvSpPr>
          <p:nvPr>
            <p:ph type="title"/>
          </p:nvPr>
        </p:nvSpPr>
        <p:spPr/>
        <p:txBody>
          <a:bodyPr/>
          <a:lstStyle/>
          <a:p>
            <a:r>
              <a:rPr lang="en-GB"/>
              <a:t>Adaptive Teaching</a:t>
            </a:r>
          </a:p>
        </p:txBody>
      </p:sp>
      <p:sp>
        <p:nvSpPr>
          <p:cNvPr id="3" name="Slide Number Placeholder 2">
            <a:extLst>
              <a:ext uri="{FF2B5EF4-FFF2-40B4-BE49-F238E27FC236}">
                <a16:creationId xmlns:a16="http://schemas.microsoft.com/office/drawing/2014/main" id="{0DE07CEC-D02E-499E-9F4A-4D64F70ABE3C}"/>
              </a:ext>
            </a:extLst>
          </p:cNvPr>
          <p:cNvSpPr>
            <a:spLocks noGrp="1"/>
          </p:cNvSpPr>
          <p:nvPr>
            <p:ph type="sldNum" sz="quarter" idx="10"/>
          </p:nvPr>
        </p:nvSpPr>
        <p:spPr/>
        <p:txBody>
          <a:bodyPr/>
          <a:lstStyle/>
          <a:p>
            <a:fld id="{CC1FAFA7-493E-49BA-8E70-4BF319AEABD7}" type="slidenum">
              <a:rPr lang="en-GB" smtClean="0"/>
              <a:pPr/>
              <a:t>9</a:t>
            </a:fld>
            <a:endParaRPr lang="en-GB"/>
          </a:p>
        </p:txBody>
      </p:sp>
      <p:sp>
        <p:nvSpPr>
          <p:cNvPr id="4" name="Footer Placeholder 3">
            <a:extLst>
              <a:ext uri="{FF2B5EF4-FFF2-40B4-BE49-F238E27FC236}">
                <a16:creationId xmlns:a16="http://schemas.microsoft.com/office/drawing/2014/main" id="{4D3026C6-FC83-4D8F-975D-8BCD818EFA75}"/>
              </a:ext>
            </a:extLst>
          </p:cNvPr>
          <p:cNvSpPr>
            <a:spLocks noGrp="1"/>
          </p:cNvSpPr>
          <p:nvPr>
            <p:ph type="ftr" sz="quarter" idx="11"/>
          </p:nvPr>
        </p:nvSpPr>
        <p:spPr/>
        <p:txBody>
          <a:bodyPr/>
          <a:lstStyle/>
          <a:p>
            <a:pPr algn="r"/>
            <a:r>
              <a:rPr lang="en-GB"/>
              <a:t>bcs.org</a:t>
            </a:r>
          </a:p>
        </p:txBody>
      </p:sp>
      <p:sp>
        <p:nvSpPr>
          <p:cNvPr id="5" name="Content Placeholder 4">
            <a:extLst>
              <a:ext uri="{FF2B5EF4-FFF2-40B4-BE49-F238E27FC236}">
                <a16:creationId xmlns:a16="http://schemas.microsoft.com/office/drawing/2014/main" id="{488A001A-2443-44B0-8A02-7153A9D39ACD}"/>
              </a:ext>
            </a:extLst>
          </p:cNvPr>
          <p:cNvSpPr>
            <a:spLocks noGrp="1"/>
          </p:cNvSpPr>
          <p:nvPr>
            <p:ph sz="quarter" idx="12"/>
          </p:nvPr>
        </p:nvSpPr>
        <p:spPr/>
        <p:txBody>
          <a:bodyPr lIns="91440" tIns="45720" rIns="91440" bIns="45720" anchor="t">
            <a:normAutofit/>
          </a:bodyPr>
          <a:lstStyle/>
          <a:p>
            <a:r>
              <a:rPr lang="en-GB" sz="2000">
                <a:latin typeface="Arial"/>
                <a:cs typeface="Arial"/>
              </a:rPr>
              <a:t>It is important to remember that there will be a range of abilities and different levels of motivation within the class</a:t>
            </a:r>
          </a:p>
          <a:p>
            <a:r>
              <a:rPr lang="en-GB" sz="2000">
                <a:latin typeface="Arial"/>
                <a:cs typeface="Arial"/>
              </a:rPr>
              <a:t>Structure you activities so that everyone has the chance of completing some of them successfully and with the minimum of input from you</a:t>
            </a:r>
          </a:p>
          <a:p>
            <a:pPr marL="0" indent="0">
              <a:buNone/>
            </a:pPr>
            <a:endParaRPr lang="en-GB" sz="2000"/>
          </a:p>
          <a:p>
            <a:r>
              <a:rPr lang="en-GB" sz="2000">
                <a:latin typeface="Arial"/>
                <a:cs typeface="Arial"/>
              </a:rPr>
              <a:t>Do not forget the higher achievers</a:t>
            </a:r>
          </a:p>
          <a:p>
            <a:r>
              <a:rPr lang="en-GB" sz="2000">
                <a:latin typeface="Arial"/>
                <a:cs typeface="Arial"/>
              </a:rPr>
              <a:t>Don’t give them more of the same!</a:t>
            </a:r>
          </a:p>
          <a:p>
            <a:r>
              <a:rPr lang="en-GB" sz="2000">
                <a:latin typeface="Arial"/>
                <a:cs typeface="Arial"/>
              </a:rPr>
              <a:t>These are students who will enjoy the subject and want to do well </a:t>
            </a:r>
          </a:p>
          <a:p>
            <a:r>
              <a:rPr lang="en-GB" sz="2000">
                <a:latin typeface="Arial"/>
                <a:cs typeface="Arial"/>
              </a:rPr>
              <a:t>They will need something which is relevant to the topic to challenge them and keep them interested</a:t>
            </a:r>
            <a:endParaRPr lang="en-GB" sz="2000"/>
          </a:p>
          <a:p>
            <a:endParaRPr lang="en-GB"/>
          </a:p>
        </p:txBody>
      </p:sp>
    </p:spTree>
    <p:extLst>
      <p:ext uri="{BB962C8B-B14F-4D97-AF65-F5344CB8AC3E}">
        <p14:creationId xmlns:p14="http://schemas.microsoft.com/office/powerpoint/2010/main" val="34836672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907EEA-4E8F-4461-90F4-716325801D7E}"/>
              </a:ext>
            </a:extLst>
          </p:cNvPr>
          <p:cNvSpPr>
            <a:spLocks noGrp="1"/>
          </p:cNvSpPr>
          <p:nvPr>
            <p:ph type="title"/>
          </p:nvPr>
        </p:nvSpPr>
        <p:spPr/>
        <p:txBody>
          <a:bodyPr/>
          <a:lstStyle/>
          <a:p>
            <a:r>
              <a:rPr lang="en-GB"/>
              <a:t>Plenary</a:t>
            </a:r>
          </a:p>
        </p:txBody>
      </p:sp>
      <p:sp>
        <p:nvSpPr>
          <p:cNvPr id="3" name="Slide Number Placeholder 2">
            <a:extLst>
              <a:ext uri="{FF2B5EF4-FFF2-40B4-BE49-F238E27FC236}">
                <a16:creationId xmlns:a16="http://schemas.microsoft.com/office/drawing/2014/main" id="{956D4905-9CEF-4A7D-B06E-AE78B4A8B98D}"/>
              </a:ext>
            </a:extLst>
          </p:cNvPr>
          <p:cNvSpPr>
            <a:spLocks noGrp="1"/>
          </p:cNvSpPr>
          <p:nvPr>
            <p:ph type="sldNum" sz="quarter" idx="10"/>
          </p:nvPr>
        </p:nvSpPr>
        <p:spPr/>
        <p:txBody>
          <a:bodyPr/>
          <a:lstStyle/>
          <a:p>
            <a:fld id="{CC1FAFA7-493E-49BA-8E70-4BF319AEABD7}" type="slidenum">
              <a:rPr lang="en-GB" smtClean="0"/>
              <a:pPr/>
              <a:t>10</a:t>
            </a:fld>
            <a:endParaRPr lang="en-GB"/>
          </a:p>
        </p:txBody>
      </p:sp>
      <p:sp>
        <p:nvSpPr>
          <p:cNvPr id="4" name="Footer Placeholder 3">
            <a:extLst>
              <a:ext uri="{FF2B5EF4-FFF2-40B4-BE49-F238E27FC236}">
                <a16:creationId xmlns:a16="http://schemas.microsoft.com/office/drawing/2014/main" id="{7B40A093-A3BD-434F-A2B5-B4F18CE33E58}"/>
              </a:ext>
            </a:extLst>
          </p:cNvPr>
          <p:cNvSpPr>
            <a:spLocks noGrp="1"/>
          </p:cNvSpPr>
          <p:nvPr>
            <p:ph type="ftr" sz="quarter" idx="11"/>
          </p:nvPr>
        </p:nvSpPr>
        <p:spPr/>
        <p:txBody>
          <a:bodyPr/>
          <a:lstStyle/>
          <a:p>
            <a:pPr algn="r"/>
            <a:r>
              <a:rPr lang="en-GB"/>
              <a:t>bcs.org</a:t>
            </a:r>
          </a:p>
        </p:txBody>
      </p:sp>
      <p:sp>
        <p:nvSpPr>
          <p:cNvPr id="5" name="Content Placeholder 4">
            <a:extLst>
              <a:ext uri="{FF2B5EF4-FFF2-40B4-BE49-F238E27FC236}">
                <a16:creationId xmlns:a16="http://schemas.microsoft.com/office/drawing/2014/main" id="{F8E44542-3FCA-4890-AD31-3C11C8B571A7}"/>
              </a:ext>
            </a:extLst>
          </p:cNvPr>
          <p:cNvSpPr>
            <a:spLocks noGrp="1"/>
          </p:cNvSpPr>
          <p:nvPr>
            <p:ph sz="quarter" idx="12"/>
          </p:nvPr>
        </p:nvSpPr>
        <p:spPr/>
        <p:txBody>
          <a:bodyPr/>
          <a:lstStyle/>
          <a:p>
            <a:r>
              <a:rPr lang="en-GB" sz="2000"/>
              <a:t>The plenary should recap the objective that you went through at the beginning of the lesson</a:t>
            </a:r>
          </a:p>
          <a:p>
            <a:r>
              <a:rPr lang="en-GB" sz="2000"/>
              <a:t>Try to make it as inclusive as possible</a:t>
            </a:r>
          </a:p>
          <a:p>
            <a:r>
              <a:rPr lang="en-GB" sz="2000"/>
              <a:t>Remember that it’s unlikely students will have access to exercise books and you will not want to have them access to computers so the plenary is most likely to be verbal or possibly paper based</a:t>
            </a:r>
          </a:p>
          <a:p>
            <a:r>
              <a:rPr lang="en-GB" sz="2000"/>
              <a:t>If you are using a quiz such a Kahoot remember it will take longer than 5 minutes.  Also do not rely on the titles that you find in the Kahoot quiz library. You need to curate the questions so that they relate to your teaching</a:t>
            </a:r>
          </a:p>
          <a:p>
            <a:r>
              <a:rPr lang="en-GB" sz="2000"/>
              <a:t>How will the plenary feedback into your assessment strategy?</a:t>
            </a:r>
          </a:p>
          <a:p>
            <a:pPr marL="0" indent="0">
              <a:buNone/>
            </a:pPr>
            <a:endParaRPr lang="en-GB"/>
          </a:p>
        </p:txBody>
      </p:sp>
    </p:spTree>
    <p:extLst>
      <p:ext uri="{BB962C8B-B14F-4D97-AF65-F5344CB8AC3E}">
        <p14:creationId xmlns:p14="http://schemas.microsoft.com/office/powerpoint/2010/main" val="696794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07F326-5FD6-4A6C-A440-856A70724EEA}"/>
              </a:ext>
            </a:extLst>
          </p:cNvPr>
          <p:cNvSpPr>
            <a:spLocks noGrp="1"/>
          </p:cNvSpPr>
          <p:nvPr>
            <p:ph type="title"/>
          </p:nvPr>
        </p:nvSpPr>
        <p:spPr/>
        <p:txBody>
          <a:bodyPr/>
          <a:lstStyle/>
          <a:p>
            <a:r>
              <a:rPr lang="en-GB"/>
              <a:t>Summary</a:t>
            </a:r>
          </a:p>
        </p:txBody>
      </p:sp>
      <p:sp>
        <p:nvSpPr>
          <p:cNvPr id="3" name="Slide Number Placeholder 2">
            <a:extLst>
              <a:ext uri="{FF2B5EF4-FFF2-40B4-BE49-F238E27FC236}">
                <a16:creationId xmlns:a16="http://schemas.microsoft.com/office/drawing/2014/main" id="{57D5E57F-DFE9-47B5-ABC7-3940D311CF32}"/>
              </a:ext>
            </a:extLst>
          </p:cNvPr>
          <p:cNvSpPr>
            <a:spLocks noGrp="1"/>
          </p:cNvSpPr>
          <p:nvPr>
            <p:ph type="sldNum" sz="quarter" idx="10"/>
          </p:nvPr>
        </p:nvSpPr>
        <p:spPr/>
        <p:txBody>
          <a:bodyPr/>
          <a:lstStyle/>
          <a:p>
            <a:fld id="{CC1FAFA7-493E-49BA-8E70-4BF319AEABD7}" type="slidenum">
              <a:rPr lang="en-GB" smtClean="0"/>
              <a:pPr/>
              <a:t>11</a:t>
            </a:fld>
            <a:endParaRPr lang="en-GB"/>
          </a:p>
        </p:txBody>
      </p:sp>
      <p:sp>
        <p:nvSpPr>
          <p:cNvPr id="4" name="Footer Placeholder 3">
            <a:extLst>
              <a:ext uri="{FF2B5EF4-FFF2-40B4-BE49-F238E27FC236}">
                <a16:creationId xmlns:a16="http://schemas.microsoft.com/office/drawing/2014/main" id="{F19F8898-5452-4839-9C70-35577002C573}"/>
              </a:ext>
            </a:extLst>
          </p:cNvPr>
          <p:cNvSpPr>
            <a:spLocks noGrp="1"/>
          </p:cNvSpPr>
          <p:nvPr>
            <p:ph type="ftr" sz="quarter" idx="11"/>
          </p:nvPr>
        </p:nvSpPr>
        <p:spPr/>
        <p:txBody>
          <a:bodyPr/>
          <a:lstStyle/>
          <a:p>
            <a:pPr algn="r"/>
            <a:r>
              <a:rPr lang="en-GB"/>
              <a:t>bcs.org</a:t>
            </a:r>
          </a:p>
        </p:txBody>
      </p:sp>
      <p:sp>
        <p:nvSpPr>
          <p:cNvPr id="5" name="Content Placeholder 4">
            <a:extLst>
              <a:ext uri="{FF2B5EF4-FFF2-40B4-BE49-F238E27FC236}">
                <a16:creationId xmlns:a16="http://schemas.microsoft.com/office/drawing/2014/main" id="{72489918-11C8-441D-94FD-A23453C77E1D}"/>
              </a:ext>
            </a:extLst>
          </p:cNvPr>
          <p:cNvSpPr>
            <a:spLocks noGrp="1"/>
          </p:cNvSpPr>
          <p:nvPr>
            <p:ph sz="quarter" idx="12"/>
          </p:nvPr>
        </p:nvSpPr>
        <p:spPr/>
        <p:txBody>
          <a:bodyPr/>
          <a:lstStyle/>
          <a:p>
            <a:r>
              <a:rPr lang="en-GB" sz="2000"/>
              <a:t>Don’t feel overwhelmed by information in this presentation</a:t>
            </a:r>
          </a:p>
          <a:p>
            <a:r>
              <a:rPr lang="en-GB" sz="2000"/>
              <a:t>Your assessors will appreciate that you are not an experienced teacher</a:t>
            </a:r>
          </a:p>
          <a:p>
            <a:r>
              <a:rPr lang="en-GB" sz="2000"/>
              <a:t>They will be making a judgment on your overall approach rather than on the fine detail</a:t>
            </a:r>
          </a:p>
          <a:p>
            <a:pPr marL="0" indent="0">
              <a:buNone/>
            </a:pPr>
            <a:endParaRPr lang="en-GB" sz="2000"/>
          </a:p>
          <a:p>
            <a:r>
              <a:rPr lang="en-GB" sz="2000"/>
              <a:t>They will want to see:</a:t>
            </a:r>
          </a:p>
          <a:p>
            <a:pPr lvl="1"/>
            <a:r>
              <a:rPr lang="en-GB"/>
              <a:t>A good presentation that you could deliver to a class</a:t>
            </a:r>
          </a:p>
          <a:p>
            <a:pPr lvl="1"/>
            <a:r>
              <a:rPr lang="en-GB"/>
              <a:t>Activities such as worksheets etc that could be completed by the students</a:t>
            </a:r>
          </a:p>
          <a:p>
            <a:pPr lvl="1"/>
            <a:r>
              <a:rPr lang="en-GB"/>
              <a:t>You deliver your presentation with confidence and conviction</a:t>
            </a:r>
          </a:p>
          <a:p>
            <a:endParaRPr lang="en-GB"/>
          </a:p>
        </p:txBody>
      </p:sp>
    </p:spTree>
    <p:extLst>
      <p:ext uri="{BB962C8B-B14F-4D97-AF65-F5344CB8AC3E}">
        <p14:creationId xmlns:p14="http://schemas.microsoft.com/office/powerpoint/2010/main" val="7637054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18F9355-2DD0-412D-9989-9AC53BFDCE15}"/>
              </a:ext>
            </a:extLst>
          </p:cNvPr>
          <p:cNvSpPr>
            <a:spLocks noGrp="1"/>
          </p:cNvSpPr>
          <p:nvPr>
            <p:ph type="title"/>
          </p:nvPr>
        </p:nvSpPr>
        <p:spPr/>
        <p:txBody>
          <a:bodyPr/>
          <a:lstStyle/>
          <a:p>
            <a:r>
              <a:rPr lang="en-GB"/>
              <a:t>Thank YOU</a:t>
            </a:r>
          </a:p>
        </p:txBody>
      </p:sp>
    </p:spTree>
    <p:extLst>
      <p:ext uri="{BB962C8B-B14F-4D97-AF65-F5344CB8AC3E}">
        <p14:creationId xmlns:p14="http://schemas.microsoft.com/office/powerpoint/2010/main" val="137083722"/>
      </p:ext>
    </p:extLst>
  </p:cSld>
  <p:clrMapOvr>
    <a:masterClrMapping/>
  </p:clrMapOvr>
</p:sld>
</file>

<file path=ppt/theme/theme1.xml><?xml version="1.0" encoding="utf-8"?>
<a:theme xmlns:a="http://schemas.openxmlformats.org/drawingml/2006/main" name="Title ">
  <a:themeElements>
    <a:clrScheme name="BCS Brand Colours">
      <a:dk1>
        <a:srgbClr val="006941"/>
      </a:dk1>
      <a:lt1>
        <a:sysClr val="window" lastClr="FFFFFF"/>
      </a:lt1>
      <a:dk2>
        <a:srgbClr val="55A618"/>
      </a:dk2>
      <a:lt2>
        <a:srgbClr val="FFFFFF"/>
      </a:lt2>
      <a:accent1>
        <a:srgbClr val="006941"/>
      </a:accent1>
      <a:accent2>
        <a:srgbClr val="55A618"/>
      </a:accent2>
      <a:accent3>
        <a:srgbClr val="BED600"/>
      </a:accent3>
      <a:accent4>
        <a:srgbClr val="879637"/>
      </a:accent4>
      <a:accent5>
        <a:srgbClr val="FF5F00"/>
      </a:accent5>
      <a:accent6>
        <a:srgbClr val="007A87"/>
      </a:accent6>
      <a:hlink>
        <a:srgbClr val="006941"/>
      </a:hlink>
      <a:folHlink>
        <a:srgbClr val="006941"/>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 Slides">
  <a:themeElements>
    <a:clrScheme name="BCS Brand Colours">
      <a:dk1>
        <a:srgbClr val="006941"/>
      </a:dk1>
      <a:lt1>
        <a:sysClr val="window" lastClr="FFFFFF"/>
      </a:lt1>
      <a:dk2>
        <a:srgbClr val="000000"/>
      </a:dk2>
      <a:lt2>
        <a:srgbClr val="D8D8D8"/>
      </a:lt2>
      <a:accent1>
        <a:srgbClr val="006941"/>
      </a:accent1>
      <a:accent2>
        <a:srgbClr val="55A618"/>
      </a:accent2>
      <a:accent3>
        <a:srgbClr val="BED600"/>
      </a:accent3>
      <a:accent4>
        <a:srgbClr val="879637"/>
      </a:accent4>
      <a:accent5>
        <a:srgbClr val="FF5F00"/>
      </a:accent5>
      <a:accent6>
        <a:srgbClr val="007A87"/>
      </a:accent6>
      <a:hlink>
        <a:srgbClr val="006941"/>
      </a:hlink>
      <a:folHlink>
        <a:srgbClr val="006941"/>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Dividers">
  <a:themeElements>
    <a:clrScheme name="BCS Brand Colours">
      <a:dk1>
        <a:srgbClr val="006941"/>
      </a:dk1>
      <a:lt1>
        <a:sysClr val="window" lastClr="FFFFFF"/>
      </a:lt1>
      <a:dk2>
        <a:srgbClr val="55A618"/>
      </a:dk2>
      <a:lt2>
        <a:srgbClr val="FFFFFF"/>
      </a:lt2>
      <a:accent1>
        <a:srgbClr val="006941"/>
      </a:accent1>
      <a:accent2>
        <a:srgbClr val="55A618"/>
      </a:accent2>
      <a:accent3>
        <a:srgbClr val="BED600"/>
      </a:accent3>
      <a:accent4>
        <a:srgbClr val="879637"/>
      </a:accent4>
      <a:accent5>
        <a:srgbClr val="FF5F00"/>
      </a:accent5>
      <a:accent6>
        <a:srgbClr val="007A87"/>
      </a:accent6>
      <a:hlink>
        <a:srgbClr val="006941"/>
      </a:hlink>
      <a:folHlink>
        <a:srgbClr val="006941"/>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Quotes">
  <a:themeElements>
    <a:clrScheme name="BCS Brand Colours">
      <a:dk1>
        <a:srgbClr val="006941"/>
      </a:dk1>
      <a:lt1>
        <a:sysClr val="window" lastClr="FFFFFF"/>
      </a:lt1>
      <a:dk2>
        <a:srgbClr val="55A618"/>
      </a:dk2>
      <a:lt2>
        <a:srgbClr val="FFFFFF"/>
      </a:lt2>
      <a:accent1>
        <a:srgbClr val="006941"/>
      </a:accent1>
      <a:accent2>
        <a:srgbClr val="55A618"/>
      </a:accent2>
      <a:accent3>
        <a:srgbClr val="BED600"/>
      </a:accent3>
      <a:accent4>
        <a:srgbClr val="879637"/>
      </a:accent4>
      <a:accent5>
        <a:srgbClr val="FF5F00"/>
      </a:accent5>
      <a:accent6>
        <a:srgbClr val="007A87"/>
      </a:accent6>
      <a:hlink>
        <a:srgbClr val="006941"/>
      </a:hlink>
      <a:folHlink>
        <a:srgbClr val="006941"/>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C85C8FCD0BBC9A4CB658590E23F24B95" ma:contentTypeVersion="18" ma:contentTypeDescription="Create a new document." ma:contentTypeScope="" ma:versionID="efc6a444fcaa126eda0ea06e389025b6">
  <xsd:schema xmlns:xsd="http://www.w3.org/2001/XMLSchema" xmlns:xs="http://www.w3.org/2001/XMLSchema" xmlns:p="http://schemas.microsoft.com/office/2006/metadata/properties" xmlns:ns2="8dfc7da8-0959-49d2-aecd-2138e6ab1c1e" xmlns:ns3="e44acf44-1337-4fc9-92f1-1a7c8f64e4a7" xmlns:ns4="dcc682b7-513e-4c22-9fc0-4b2be07a9cdf" targetNamespace="http://schemas.microsoft.com/office/2006/metadata/properties" ma:root="true" ma:fieldsID="1935fbf43fdcdafd6e9542df5b7dfa2a" ns2:_="" ns3:_="" ns4:_="">
    <xsd:import namespace="8dfc7da8-0959-49d2-aecd-2138e6ab1c1e"/>
    <xsd:import namespace="e44acf44-1337-4fc9-92f1-1a7c8f64e4a7"/>
    <xsd:import namespace="dcc682b7-513e-4c22-9fc0-4b2be07a9cdf"/>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LengthInSeconds" minOccurs="0"/>
                <xsd:element ref="ns2:lcf76f155ced4ddcb4097134ff3c332f" minOccurs="0"/>
                <xsd:element ref="ns4:TaxCatchAll" minOccurs="0"/>
                <xsd:element ref="ns2:MediaServiceObjectDetectorVersions" minOccurs="0"/>
                <xsd:element ref="ns2:MediaServiceLocation"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dfc7da8-0959-49d2-aecd-2138e6ab1c1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babc9f92-c6fb-43c1-a5b4-65b1067b7748"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Location" ma:index="24" nillable="true" ma:displayName="Location" ma:indexed="true" ma:internalName="MediaServiceLocation"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44acf44-1337-4fc9-92f1-1a7c8f64e4a7"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dcc682b7-513e-4c22-9fc0-4b2be07a9cdf" elementFormDefault="qualified">
    <xsd:import namespace="http://schemas.microsoft.com/office/2006/documentManagement/types"/>
    <xsd:import namespace="http://schemas.microsoft.com/office/infopath/2007/PartnerControls"/>
    <xsd:element name="TaxCatchAll" ma:index="22" nillable="true" ma:displayName="Taxonomy Catch All Column" ma:hidden="true" ma:list="{89626316-2caa-46f8-8839-058ee9f1c4e1}" ma:internalName="TaxCatchAll" ma:showField="CatchAllData" ma:web="b2dcfdb3-79be-47d5-86f7-05cdcdeebf2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dcc682b7-513e-4c22-9fc0-4b2be07a9cdf" xsi:nil="true"/>
    <lcf76f155ced4ddcb4097134ff3c332f xmlns="8dfc7da8-0959-49d2-aecd-2138e6ab1c1e">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FCDD70AA-5638-4EB4-8966-BD62825332DD}">
  <ds:schemaRefs>
    <ds:schemaRef ds:uri="http://schemas.microsoft.com/sharepoint/v3/contenttype/forms"/>
  </ds:schemaRefs>
</ds:datastoreItem>
</file>

<file path=customXml/itemProps2.xml><?xml version="1.0" encoding="utf-8"?>
<ds:datastoreItem xmlns:ds="http://schemas.openxmlformats.org/officeDocument/2006/customXml" ds:itemID="{EFDE0D14-D24C-44C8-B0EA-7C80E90FDE07}">
  <ds:schemaRefs>
    <ds:schemaRef ds:uri="8dfc7da8-0959-49d2-aecd-2138e6ab1c1e"/>
    <ds:schemaRef ds:uri="dcc682b7-513e-4c22-9fc0-4b2be07a9cdf"/>
    <ds:schemaRef ds:uri="e44acf44-1337-4fc9-92f1-1a7c8f64e4a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FB988F6B-7F10-4F65-90A7-6AB59D062B4A}">
  <ds:schemaRefs>
    <ds:schemaRef ds:uri="http://purl.org/dc/dcmitype/"/>
    <ds:schemaRef ds:uri="e44acf44-1337-4fc9-92f1-1a7c8f64e4a7"/>
    <ds:schemaRef ds:uri="dcc682b7-513e-4c22-9fc0-4b2be07a9cdf"/>
    <ds:schemaRef ds:uri="http://schemas.openxmlformats.org/package/2006/metadata/core-properties"/>
    <ds:schemaRef ds:uri="http://schemas.microsoft.com/office/2006/metadata/properties"/>
    <ds:schemaRef ds:uri="http://schemas.microsoft.com/office/2006/documentManagement/types"/>
    <ds:schemaRef ds:uri="8dfc7da8-0959-49d2-aecd-2138e6ab1c1e"/>
    <ds:schemaRef ds:uri="http://schemas.microsoft.com/office/infopath/2007/PartnerControls"/>
    <ds:schemaRef ds:uri="http://www.w3.org/XML/1998/namespace"/>
    <ds:schemaRef ds:uri="http://purl.org/dc/terms/"/>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
  <TotalTime>0</TotalTime>
  <Words>1750</Words>
  <Application>Microsoft Office PowerPoint</Application>
  <PresentationFormat>Widescreen</PresentationFormat>
  <Paragraphs>142</Paragraphs>
  <Slides>12</Slides>
  <Notes>9</Notes>
  <HiddenSlides>0</HiddenSlides>
  <MMClips>0</MMClips>
  <ScaleCrop>false</ScaleCrop>
  <HeadingPairs>
    <vt:vector size="6" baseType="variant">
      <vt:variant>
        <vt:lpstr>Fonts Used</vt:lpstr>
      </vt:variant>
      <vt:variant>
        <vt:i4>3</vt:i4>
      </vt:variant>
      <vt:variant>
        <vt:lpstr>Theme</vt:lpstr>
      </vt:variant>
      <vt:variant>
        <vt:i4>4</vt:i4>
      </vt:variant>
      <vt:variant>
        <vt:lpstr>Slide Titles</vt:lpstr>
      </vt:variant>
      <vt:variant>
        <vt:i4>12</vt:i4>
      </vt:variant>
    </vt:vector>
  </HeadingPairs>
  <TitlesOfParts>
    <vt:vector size="19" baseType="lpstr">
      <vt:lpstr>Arial</vt:lpstr>
      <vt:lpstr>Calibri</vt:lpstr>
      <vt:lpstr>Wingdings</vt:lpstr>
      <vt:lpstr>Title </vt:lpstr>
      <vt:lpstr>Content Slides</vt:lpstr>
      <vt:lpstr>Dividers</vt:lpstr>
      <vt:lpstr>Quotes</vt:lpstr>
      <vt:lpstr>PowerPoint Presentation</vt:lpstr>
      <vt:lpstr>Introduction</vt:lpstr>
      <vt:lpstr>Creating the Presentation – Guidance on Style To enable all students, including those with SEN needs related to reading and processing text, to learn from your presentation, please follow these guidelines: Keep it simple • Use plain backgrounds, avoid multicoloured backgrounds and gradient fills • Avoid transitions between slides; some students will take more notice of the transitions than the content • Use sans serif fonts such as Arial, Gill Sans MT or Quicksand  • Use the same font throughout your presentation, employing one size (eg 36) for titles and one size (eg 24) for the points on each slide. Use the same font colour throughout, ensuring that it is easy to read on the colour you have chosen for the background (which should be the same throughout) • Avoid italics and use bold sparingly. • Never use underlining except for hyperlinks, eg to a video you may wish to show • Use graphics only when strictly relevant. Graphics that are used simply to make a slide look  more interesting will be distracting for some students. Use each slide to make one point, breaking content down into lines with bullet points for clarity. For example: To find the memory size of an 8 bit image 120 px by 100 px • Area - height by width: 120 x 100 = 12000 • Memory size – area by bit depth: 12000 x 8 = 96000 • Bit size = 96000 </vt:lpstr>
      <vt:lpstr>Starter</vt:lpstr>
      <vt:lpstr>Starter .. Continued</vt:lpstr>
      <vt:lpstr>Teaching the topic</vt:lpstr>
      <vt:lpstr>Activities</vt:lpstr>
      <vt:lpstr>Assessment</vt:lpstr>
      <vt:lpstr>Adaptive Teaching</vt:lpstr>
      <vt:lpstr>Plenary</vt:lpstr>
      <vt:lpstr>Summary</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Crane, Callum</dc:creator>
  <cp:lastModifiedBy>Helen Allison</cp:lastModifiedBy>
  <cp:revision>1</cp:revision>
  <cp:lastPrinted>2018-11-28T09:26:14Z</cp:lastPrinted>
  <dcterms:created xsi:type="dcterms:W3CDTF">2018-07-13T08:28:25Z</dcterms:created>
  <dcterms:modified xsi:type="dcterms:W3CDTF">2024-10-25T10:13:48Z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0x010100C85C8FCD0BBC9A4CB658590E23F24B95</vt:lpwstr>
  </property>
  <property fmtid="{D5CDD505-2E9C-101B-9397-08002B2CF9AE}" pid="3" name="Order">
    <vt:r8>84600</vt:r8>
  </property>
  <property fmtid="{D5CDD505-2E9C-101B-9397-08002B2CF9AE}" pid="4" name="MediaServiceImageTags">
    <vt:lpwstr/>
  </property>
</Properties>
</file>