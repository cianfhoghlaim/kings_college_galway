
<file path=[Content_Types].xml><?xml version="1.0" encoding="utf-8"?>
<Types xmlns="http://schemas.openxmlformats.org/package/2006/content-types">
  <Default Extension="fntdata" ContentType="application/x-fontdata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  <p:sldMasterId id="2147483663" r:id="rId2"/>
  </p:sldMasterIdLst>
  <p:notesMasterIdLst>
    <p:notesMasterId r:id="rId18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9144000" cy="5143500" type="screen16x9"/>
  <p:notesSz cx="6858000" cy="9144000"/>
  <p:embeddedFontLst>
    <p:embeddedFont>
      <p:font typeface="Handlee" panose="02000000000000000000" pitchFamily="2" charset="77"/>
      <p:regular r:id="rId19"/>
    </p:embeddedFont>
    <p:embeddedFont>
      <p:font typeface="Oswald" pitchFamily="2" charset="77"/>
      <p:regular r:id="rId20"/>
      <p:bold r:id="rId21"/>
    </p:embeddedFont>
    <p:embeddedFont>
      <p:font typeface="Quicksand" pitchFamily="2" charset="77"/>
      <p:regular r:id="rId22"/>
      <p:bold r:id="rId23"/>
    </p:embeddedFont>
    <p:embeddedFont>
      <p:font typeface="Quicksand Medium" pitchFamily="2" charset="77"/>
      <p:regular r:id="rId24"/>
      <p:bold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659B381-CA1D-47BE-BFB0-48FEA3EB5488}">
  <a:tblStyle styleId="{C659B381-CA1D-47BE-BFB0-48FEA3EB548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43"/>
  </p:normalViewPr>
  <p:slideViewPr>
    <p:cSldViewPr snapToGrid="0" snapToObjects="1">
      <p:cViewPr varScale="1">
        <p:scale>
          <a:sx n="147" d="100"/>
          <a:sy n="147" d="100"/>
        </p:scale>
        <p:origin x="64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font" Target="fonts/font3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7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2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6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5.fntdata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font" Target="fonts/font1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4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ncce.io/tcc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ncce.io/ogl" TargetMode="Externa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illustrations/american-flag-usa-flag-symbol-2144392/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pixabay.com/vectors/japan-flag-asia-national-signs-26803/" TargetMode="Externa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vectors/spain-flag-spanish-national-ensign-28530/" TargetMode="External"/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pixabay.com/vectors/japan-flag-asia-national-signs-26803/" TargetMode="External"/><Relationship Id="rId5" Type="http://schemas.openxmlformats.org/officeDocument/2006/relationships/hyperlink" Target="https://pixabay.com/illustrations/american-flag-usa-flag-symbol-2144392/" TargetMode="External"/><Relationship Id="rId4" Type="http://schemas.openxmlformats.org/officeDocument/2006/relationships/hyperlink" Target="https://pixabay.com/vectors/flag-england-civil-state-red-28514/" TargetMode="Externa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vectors/germany-flag-nationality-country-31017/" TargetMode="External"/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pixabay.com/vectors/flag-swedish-sweden-national-257636/" TargetMode="External"/><Relationship Id="rId5" Type="http://schemas.openxmlformats.org/officeDocument/2006/relationships/hyperlink" Target="https://pixabay.com/vectors/south-korea-flag-national-flag-162427/" TargetMode="External"/><Relationship Id="rId4" Type="http://schemas.openxmlformats.org/officeDocument/2006/relationships/hyperlink" Target="https://pixabay.com/vectors/mexico-flag-mexican-national-26989/" TargetMode="Externa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vectors/thumb-up-hand-like-confirm-go-top-307176/" TargetMode="External"/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e8649549cc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e8649549cc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Last updated: 07-02-22</a:t>
            </a:r>
            <a:endParaRPr sz="100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Resources are updated regularly — the latest version is available at:</a:t>
            </a:r>
            <a:r>
              <a:rPr lang="en-GB" sz="1000">
                <a:solidFill>
                  <a:srgbClr val="666666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lang="en-GB" sz="1000" u="sng">
                <a:solidFill>
                  <a:srgbClr val="1155CC"/>
                </a:solidFill>
                <a:latin typeface="Quicksand"/>
                <a:ea typeface="Quicksand"/>
                <a:cs typeface="Quicksand"/>
                <a:sym typeface="Quicksa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ncce.io/tcc</a:t>
            </a:r>
            <a:r>
              <a:rPr lang="en-GB" sz="1000">
                <a:solidFill>
                  <a:srgbClr val="666666"/>
                </a:solidFill>
                <a:latin typeface="Quicksand"/>
                <a:ea typeface="Quicksand"/>
                <a:cs typeface="Quicksand"/>
                <a:sym typeface="Quicksand"/>
              </a:rPr>
              <a:t>.</a:t>
            </a:r>
            <a:endParaRPr sz="1000">
              <a:solidFill>
                <a:srgbClr val="666666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>
              <a:solidFill>
                <a:srgbClr val="666666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This resource is licensed under the Open Government Licence, version 3. For more information on this licence, see </a:t>
            </a:r>
            <a:r>
              <a:rPr lang="en-GB" sz="1000" u="sng">
                <a:solidFill>
                  <a:srgbClr val="1155CC"/>
                </a:solidFill>
                <a:latin typeface="Quicksand"/>
                <a:ea typeface="Quicksand"/>
                <a:cs typeface="Quicksand"/>
                <a:sym typeface="Quicksa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ncce.io/ogl</a:t>
            </a:r>
            <a:r>
              <a:rPr lang="en-GB" sz="1000">
                <a:solidFill>
                  <a:srgbClr val="666666"/>
                </a:solidFill>
                <a:latin typeface="Quicksand"/>
                <a:ea typeface="Quicksand"/>
                <a:cs typeface="Quicksand"/>
                <a:sym typeface="Quicksand"/>
              </a:rPr>
              <a:t>.</a:t>
            </a:r>
            <a:endParaRPr sz="1000">
              <a:solidFill>
                <a:srgbClr val="666666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7e3d9e063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7e3d9e063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7e3d9e0630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7e3d9e0630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85f9cff0ee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85f9cff0ee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latin typeface="Quicksand"/>
                <a:ea typeface="Quicksand"/>
                <a:cs typeface="Quicksand"/>
                <a:sym typeface="Quicksand"/>
              </a:rPr>
              <a:t>Image sources:</a:t>
            </a:r>
            <a:endParaRPr sz="1000"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latin typeface="Quicksand"/>
                <a:ea typeface="Quicksand"/>
                <a:cs typeface="Quicksand"/>
                <a:sym typeface="Quicksand"/>
              </a:rPr>
              <a:t>USA flag: </a:t>
            </a:r>
            <a:r>
              <a:rPr lang="en-GB" sz="1000" u="sng">
                <a:solidFill>
                  <a:schemeClr val="hlink"/>
                </a:solidFill>
                <a:latin typeface="Quicksand"/>
                <a:ea typeface="Quicksand"/>
                <a:cs typeface="Quicksand"/>
                <a:sym typeface="Quicksand"/>
                <a:hlinkClick r:id="rId3"/>
              </a:rPr>
              <a:t>https://pixabay.com/illustrations/american-flag-usa-flag-symbol-2144392/</a:t>
            </a:r>
            <a:endParaRPr sz="1000"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latin typeface="Quicksand"/>
                <a:ea typeface="Quicksand"/>
                <a:cs typeface="Quicksand"/>
                <a:sym typeface="Quicksand"/>
              </a:rPr>
              <a:t>Japan flag: </a:t>
            </a:r>
            <a:r>
              <a:rPr lang="en-GB" sz="1000" u="sng">
                <a:solidFill>
                  <a:schemeClr val="hlink"/>
                </a:solidFill>
                <a:latin typeface="Quicksand"/>
                <a:ea typeface="Quicksand"/>
                <a:cs typeface="Quicksand"/>
                <a:sym typeface="Quicksand"/>
                <a:hlinkClick r:id="rId4"/>
              </a:rPr>
              <a:t>https://pixabay.com/vectors/japan-flag-asia-national-signs-26803/</a:t>
            </a:r>
            <a:endParaRPr sz="1000"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85ee979d0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85ee979d0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7e3d9e0630_0_1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7e3d9e0630_0_1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85f9cff0ee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85f9cff0ee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821a62d60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821a62d606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87e616966c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87e616966c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ece6c3c09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ece6c3c09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8b0f5910e1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8b0f5910e1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863443108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863443108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latin typeface="Quicksand"/>
                <a:ea typeface="Quicksand"/>
                <a:cs typeface="Quicksand"/>
                <a:sym typeface="Quicksand"/>
              </a:rPr>
              <a:t>Spain flag: </a:t>
            </a:r>
            <a:r>
              <a:rPr lang="en-GB" sz="1000" u="sng">
                <a:solidFill>
                  <a:schemeClr val="hlink"/>
                </a:solidFill>
                <a:latin typeface="Quicksand"/>
                <a:ea typeface="Quicksand"/>
                <a:cs typeface="Quicksand"/>
                <a:sym typeface="Quicksand"/>
                <a:hlinkClick r:id="rId3"/>
              </a:rPr>
              <a:t>https://pixabay.com/vectors/spain-flag-spanish-national-ensign-28530/</a:t>
            </a:r>
            <a:endParaRPr sz="1000"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latin typeface="Quicksand"/>
                <a:ea typeface="Quicksand"/>
                <a:cs typeface="Quicksand"/>
                <a:sym typeface="Quicksand"/>
              </a:rPr>
              <a:t>England flag: </a:t>
            </a:r>
            <a:r>
              <a:rPr lang="en-GB" sz="1000" u="sng">
                <a:solidFill>
                  <a:schemeClr val="hlink"/>
                </a:solidFill>
                <a:latin typeface="Quicksand"/>
                <a:ea typeface="Quicksand"/>
                <a:cs typeface="Quicksand"/>
                <a:sym typeface="Quicksand"/>
                <a:hlinkClick r:id="rId4"/>
              </a:rPr>
              <a:t>https://pixabay.com/vectors/flag-england-civil-state-red-28514/</a:t>
            </a:r>
            <a:endParaRPr sz="1000"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latin typeface="Quicksand"/>
                <a:ea typeface="Quicksand"/>
                <a:cs typeface="Quicksand"/>
                <a:sym typeface="Quicksand"/>
              </a:rPr>
              <a:t>USA flag: </a:t>
            </a:r>
            <a:r>
              <a:rPr lang="en-GB" sz="1000" u="sng">
                <a:solidFill>
                  <a:schemeClr val="hlink"/>
                </a:solidFill>
                <a:latin typeface="Quicksand"/>
                <a:ea typeface="Quicksand"/>
                <a:cs typeface="Quicksand"/>
                <a:sym typeface="Quicksand"/>
                <a:hlinkClick r:id="rId5"/>
              </a:rPr>
              <a:t>https://pixabay.com/illustrations/american-flag-usa-flag-symbol-2144392/</a:t>
            </a:r>
            <a:endParaRPr sz="1000"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latin typeface="Quicksand"/>
                <a:ea typeface="Quicksand"/>
                <a:cs typeface="Quicksand"/>
                <a:sym typeface="Quicksand"/>
              </a:rPr>
              <a:t>Japan flag: </a:t>
            </a:r>
            <a:r>
              <a:rPr lang="en-GB" sz="1000" u="sng">
                <a:solidFill>
                  <a:schemeClr val="hlink"/>
                </a:solidFill>
                <a:latin typeface="Quicksand"/>
                <a:ea typeface="Quicksand"/>
                <a:cs typeface="Quicksand"/>
                <a:sym typeface="Quicksand"/>
                <a:hlinkClick r:id="rId6"/>
              </a:rPr>
              <a:t>https://pixabay.com/vectors/japan-flag-asia-national-signs-26803/</a:t>
            </a:r>
            <a:endParaRPr sz="1000"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87e616966c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87e616966c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latin typeface="Quicksand"/>
                <a:ea typeface="Quicksand"/>
                <a:cs typeface="Quicksand"/>
                <a:sym typeface="Quicksand"/>
              </a:rPr>
              <a:t>Germany flag: </a:t>
            </a:r>
            <a:r>
              <a:rPr lang="en-GB" sz="1000" u="sng">
                <a:solidFill>
                  <a:schemeClr val="hlink"/>
                </a:solidFill>
                <a:latin typeface="Quicksand"/>
                <a:ea typeface="Quicksand"/>
                <a:cs typeface="Quicksand"/>
                <a:sym typeface="Quicksand"/>
                <a:hlinkClick r:id="rId3"/>
              </a:rPr>
              <a:t>https://pixabay.com/vectors/germany-flag-nationality-country-31017/</a:t>
            </a:r>
            <a:endParaRPr sz="1000"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latin typeface="Quicksand"/>
                <a:ea typeface="Quicksand"/>
                <a:cs typeface="Quicksand"/>
                <a:sym typeface="Quicksand"/>
              </a:rPr>
              <a:t>Mexico flag: </a:t>
            </a:r>
            <a:r>
              <a:rPr lang="en-GB" sz="1000" u="sng">
                <a:solidFill>
                  <a:schemeClr val="hlink"/>
                </a:solidFill>
                <a:latin typeface="Quicksand"/>
                <a:ea typeface="Quicksand"/>
                <a:cs typeface="Quicksand"/>
                <a:sym typeface="Quicksand"/>
                <a:hlinkClick r:id="rId4"/>
              </a:rPr>
              <a:t>https://pixabay.com/vectors/mexico-flag-mexican-national-26989/</a:t>
            </a:r>
            <a:endParaRPr sz="1000"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latin typeface="Quicksand"/>
                <a:ea typeface="Quicksand"/>
                <a:cs typeface="Quicksand"/>
                <a:sym typeface="Quicksand"/>
              </a:rPr>
              <a:t>South Korea flag: </a:t>
            </a:r>
            <a:r>
              <a:rPr lang="en-GB" sz="1000" u="sng">
                <a:solidFill>
                  <a:schemeClr val="hlink"/>
                </a:solidFill>
                <a:latin typeface="Quicksand"/>
                <a:ea typeface="Quicksand"/>
                <a:cs typeface="Quicksand"/>
                <a:sym typeface="Quicksand"/>
                <a:hlinkClick r:id="rId5"/>
              </a:rPr>
              <a:t>https://pixabay.com/vectors/south-korea-flag-national-flag-162427/</a:t>
            </a:r>
            <a:endParaRPr sz="1000"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latin typeface="Quicksand"/>
                <a:ea typeface="Quicksand"/>
                <a:cs typeface="Quicksand"/>
                <a:sym typeface="Quicksand"/>
              </a:rPr>
              <a:t>Sweden flag: </a:t>
            </a:r>
            <a:r>
              <a:rPr lang="en-GB" sz="1000" u="sng">
                <a:solidFill>
                  <a:schemeClr val="hlink"/>
                </a:solidFill>
                <a:latin typeface="Quicksand"/>
                <a:ea typeface="Quicksand"/>
                <a:cs typeface="Quicksand"/>
                <a:sym typeface="Quicksand"/>
                <a:hlinkClick r:id="rId6"/>
              </a:rPr>
              <a:t>https://pixabay.com/vectors/flag-swedish-sweden-national-257636/</a:t>
            </a:r>
            <a:endParaRPr sz="1000"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7e3d9e0630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7e3d9e0630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latin typeface="Quicksand"/>
                <a:ea typeface="Quicksand"/>
                <a:cs typeface="Quicksand"/>
                <a:sym typeface="Quicksand"/>
              </a:rPr>
              <a:t>Image source: </a:t>
            </a:r>
            <a:r>
              <a:rPr lang="en-GB" sz="1000" u="sng">
                <a:solidFill>
                  <a:schemeClr val="hlink"/>
                </a:solidFill>
                <a:latin typeface="Quicksand"/>
                <a:ea typeface="Quicksand"/>
                <a:cs typeface="Quicksand"/>
                <a:sym typeface="Quicksand"/>
                <a:hlinkClick r:id="rId3"/>
              </a:rPr>
              <a:t>https://pixabay.com/vectors/thumb-up-hand-like-confirm-go-top-307176</a:t>
            </a:r>
            <a:endParaRPr sz="1000"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7e3d9e0630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7e3d9e0630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_3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8316875" y="4351925"/>
            <a:ext cx="564300" cy="465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" name="Google Shape;12;p2"/>
          <p:cNvPicPr preferRelativeResize="0"/>
          <p:nvPr/>
        </p:nvPicPr>
        <p:blipFill rotWithShape="1">
          <a:blip r:embed="rId2">
            <a:alphaModFix/>
          </a:blip>
          <a:srcRect l="14223" t="14372" r="15015" b="14825"/>
          <a:stretch/>
        </p:blipFill>
        <p:spPr>
          <a:xfrm>
            <a:off x="8255175" y="4304125"/>
            <a:ext cx="694023" cy="69402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 txBox="1">
            <a:spLocks noGrp="1"/>
          </p:cNvSpPr>
          <p:nvPr>
            <p:ph type="title"/>
          </p:nvPr>
        </p:nvSpPr>
        <p:spPr>
          <a:xfrm>
            <a:off x="526875" y="576775"/>
            <a:ext cx="8095800" cy="203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5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532725" y="2665400"/>
            <a:ext cx="8095800" cy="73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2"/>
          </p:nvPr>
        </p:nvSpPr>
        <p:spPr>
          <a:xfrm>
            <a:off x="5257800" y="0"/>
            <a:ext cx="3564900" cy="3141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bjectives / Questions / Lists">
  <p:cSld name="TITLE_4_1_1_1_2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>
            <a:spLocks noGrp="1"/>
          </p:cNvSpPr>
          <p:nvPr>
            <p:ph type="body" idx="1"/>
          </p:nvPr>
        </p:nvSpPr>
        <p:spPr>
          <a:xfrm>
            <a:off x="310900" y="1017725"/>
            <a:ext cx="8522100" cy="3811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310900" y="310900"/>
            <a:ext cx="8522100" cy="7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800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1pPr>
            <a:lvl2pPr lvl="1" rtl="0">
              <a:buNone/>
              <a:defRPr sz="800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2pPr>
            <a:lvl3pPr lvl="2" rtl="0">
              <a:buNone/>
              <a:defRPr sz="800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3pPr>
            <a:lvl4pPr lvl="3" rtl="0">
              <a:buNone/>
              <a:defRPr sz="800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4pPr>
            <a:lvl5pPr lvl="4" rtl="0">
              <a:buNone/>
              <a:defRPr sz="800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5pPr>
            <a:lvl6pPr lvl="5" rtl="0">
              <a:buNone/>
              <a:defRPr sz="800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6pPr>
            <a:lvl7pPr lvl="6" rtl="0">
              <a:buNone/>
              <a:defRPr sz="800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7pPr>
            <a:lvl8pPr lvl="7" rtl="0">
              <a:buNone/>
              <a:defRPr sz="800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8pPr>
            <a:lvl9pPr lvl="8" rtl="0">
              <a:buNone/>
              <a:defRPr sz="800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ubTitle" idx="2"/>
          </p:nvPr>
        </p:nvSpPr>
        <p:spPr>
          <a:xfrm>
            <a:off x="5257800" y="0"/>
            <a:ext cx="3564900" cy="3141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rge image and text under (with heading)">
  <p:cSld name="TITLE_4_1_1_2_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310900" y="1017725"/>
            <a:ext cx="8521200" cy="3097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2"/>
          </p:nvPr>
        </p:nvSpPr>
        <p:spPr>
          <a:xfrm>
            <a:off x="310900" y="4117599"/>
            <a:ext cx="8521200" cy="69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310900" y="319600"/>
            <a:ext cx="8521200" cy="69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sldNum" idx="12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800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1pPr>
            <a:lvl2pPr lvl="1" rtl="0">
              <a:buNone/>
              <a:defRPr sz="800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2pPr>
            <a:lvl3pPr lvl="2" rtl="0">
              <a:buNone/>
              <a:defRPr sz="800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3pPr>
            <a:lvl4pPr lvl="3" rtl="0">
              <a:buNone/>
              <a:defRPr sz="800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4pPr>
            <a:lvl5pPr lvl="4" rtl="0">
              <a:buNone/>
              <a:defRPr sz="800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5pPr>
            <a:lvl6pPr lvl="5" rtl="0">
              <a:buNone/>
              <a:defRPr sz="800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6pPr>
            <a:lvl7pPr lvl="6" rtl="0">
              <a:buNone/>
              <a:defRPr sz="800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7pPr>
            <a:lvl8pPr lvl="7" rtl="0">
              <a:buNone/>
              <a:defRPr sz="800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8pPr>
            <a:lvl9pPr lvl="8" rtl="0">
              <a:buNone/>
              <a:defRPr sz="800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ubTitle" idx="3"/>
          </p:nvPr>
        </p:nvSpPr>
        <p:spPr>
          <a:xfrm>
            <a:off x="5257800" y="0"/>
            <a:ext cx="3564900" cy="3141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rge image and text under (no heading)">
  <p:cSld name="TITLE_4_1_1_1_4_1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310900" y="472000"/>
            <a:ext cx="8521200" cy="3795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310900" y="4282175"/>
            <a:ext cx="8521200" cy="54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800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1pPr>
            <a:lvl2pPr lvl="1" rtl="0">
              <a:buNone/>
              <a:defRPr sz="800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2pPr>
            <a:lvl3pPr lvl="2" rtl="0">
              <a:buNone/>
              <a:defRPr sz="800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3pPr>
            <a:lvl4pPr lvl="3" rtl="0">
              <a:buNone/>
              <a:defRPr sz="800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4pPr>
            <a:lvl5pPr lvl="4" rtl="0">
              <a:buNone/>
              <a:defRPr sz="800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5pPr>
            <a:lvl6pPr lvl="5" rtl="0">
              <a:buNone/>
              <a:defRPr sz="800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6pPr>
            <a:lvl7pPr lvl="6" rtl="0">
              <a:buNone/>
              <a:defRPr sz="800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7pPr>
            <a:lvl8pPr lvl="7" rtl="0">
              <a:buNone/>
              <a:defRPr sz="800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8pPr>
            <a:lvl9pPr lvl="8" rtl="0">
              <a:buNone/>
              <a:defRPr sz="800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subTitle" idx="3"/>
          </p:nvPr>
        </p:nvSpPr>
        <p:spPr>
          <a:xfrm>
            <a:off x="5257800" y="0"/>
            <a:ext cx="3564900" cy="3141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rge image (no text under)">
  <p:cSld name="TITLE_4_1_1_1_3_2_1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>
            <a:spLocks noGrp="1"/>
          </p:cNvSpPr>
          <p:nvPr>
            <p:ph type="body" idx="1"/>
          </p:nvPr>
        </p:nvSpPr>
        <p:spPr>
          <a:xfrm>
            <a:off x="310900" y="1017725"/>
            <a:ext cx="8521200" cy="3811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310900" y="319600"/>
            <a:ext cx="8521200" cy="70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800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1pPr>
            <a:lvl2pPr lvl="1" rtl="0">
              <a:buNone/>
              <a:defRPr sz="800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2pPr>
            <a:lvl3pPr lvl="2" rtl="0">
              <a:buNone/>
              <a:defRPr sz="800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3pPr>
            <a:lvl4pPr lvl="3" rtl="0">
              <a:buNone/>
              <a:defRPr sz="800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4pPr>
            <a:lvl5pPr lvl="4" rtl="0">
              <a:buNone/>
              <a:defRPr sz="800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5pPr>
            <a:lvl6pPr lvl="5" rtl="0">
              <a:buNone/>
              <a:defRPr sz="800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6pPr>
            <a:lvl7pPr lvl="6" rtl="0">
              <a:buNone/>
              <a:defRPr sz="800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7pPr>
            <a:lvl8pPr lvl="7" rtl="0">
              <a:buNone/>
              <a:defRPr sz="800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8pPr>
            <a:lvl9pPr lvl="8" rtl="0">
              <a:buNone/>
              <a:defRPr sz="800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subTitle" idx="2"/>
          </p:nvPr>
        </p:nvSpPr>
        <p:spPr>
          <a:xfrm>
            <a:off x="5257800" y="0"/>
            <a:ext cx="3564900" cy="3141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or Images side by side">
  <p:cSld name="TITLE_4_1_1_1_3_1_1_1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>
            <a:spLocks noGrp="1"/>
          </p:cNvSpPr>
          <p:nvPr>
            <p:ph type="body" idx="1"/>
          </p:nvPr>
        </p:nvSpPr>
        <p:spPr>
          <a:xfrm>
            <a:off x="310900" y="1170124"/>
            <a:ext cx="4096500" cy="3659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310900" y="319600"/>
            <a:ext cx="8521200" cy="69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sldNum" idx="12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800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1pPr>
            <a:lvl2pPr lvl="1" rtl="0">
              <a:buNone/>
              <a:defRPr sz="800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2pPr>
            <a:lvl3pPr lvl="2" rtl="0">
              <a:buNone/>
              <a:defRPr sz="800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3pPr>
            <a:lvl4pPr lvl="3" rtl="0">
              <a:buNone/>
              <a:defRPr sz="800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4pPr>
            <a:lvl5pPr lvl="4" rtl="0">
              <a:buNone/>
              <a:defRPr sz="800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5pPr>
            <a:lvl6pPr lvl="5" rtl="0">
              <a:buNone/>
              <a:defRPr sz="800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6pPr>
            <a:lvl7pPr lvl="6" rtl="0">
              <a:buNone/>
              <a:defRPr sz="800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7pPr>
            <a:lvl8pPr lvl="7" rtl="0">
              <a:buNone/>
              <a:defRPr sz="800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8pPr>
            <a:lvl9pPr lvl="8" rtl="0">
              <a:buNone/>
              <a:defRPr sz="800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2"/>
          </p:nvPr>
        </p:nvSpPr>
        <p:spPr>
          <a:xfrm>
            <a:off x="4736600" y="1170100"/>
            <a:ext cx="4096500" cy="3659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subTitle" idx="3"/>
          </p:nvPr>
        </p:nvSpPr>
        <p:spPr>
          <a:xfrm>
            <a:off x="5257800" y="0"/>
            <a:ext cx="3564900" cy="3141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rge text">
  <p:cSld name="TITLE_4_1_1_1_1_1_1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8"/>
          <p:cNvSpPr txBox="1">
            <a:spLocks noGrp="1"/>
          </p:cNvSpPr>
          <p:nvPr>
            <p:ph type="title"/>
          </p:nvPr>
        </p:nvSpPr>
        <p:spPr>
          <a:xfrm>
            <a:off x="310900" y="319600"/>
            <a:ext cx="8521200" cy="450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600" b="0">
                <a:latin typeface="Quicksand"/>
                <a:ea typeface="Quicksand"/>
                <a:cs typeface="Quicksand"/>
                <a:sym typeface="Quicksan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sldNum" idx="12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800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1pPr>
            <a:lvl2pPr lvl="1" rtl="0">
              <a:buNone/>
              <a:defRPr sz="800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2pPr>
            <a:lvl3pPr lvl="2" rtl="0">
              <a:buNone/>
              <a:defRPr sz="800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3pPr>
            <a:lvl4pPr lvl="3" rtl="0">
              <a:buNone/>
              <a:defRPr sz="800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4pPr>
            <a:lvl5pPr lvl="4" rtl="0">
              <a:buNone/>
              <a:defRPr sz="800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5pPr>
            <a:lvl6pPr lvl="5" rtl="0">
              <a:buNone/>
              <a:defRPr sz="800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6pPr>
            <a:lvl7pPr lvl="6" rtl="0">
              <a:buNone/>
              <a:defRPr sz="800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7pPr>
            <a:lvl8pPr lvl="7" rtl="0">
              <a:buNone/>
              <a:defRPr sz="800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8pPr>
            <a:lvl9pPr lvl="8" rtl="0">
              <a:buNone/>
              <a:defRPr sz="800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subTitle" idx="1"/>
          </p:nvPr>
        </p:nvSpPr>
        <p:spPr>
          <a:xfrm>
            <a:off x="5257800" y="0"/>
            <a:ext cx="3564900" cy="3141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_3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>
            <a:spLocks noGrp="1"/>
          </p:cNvSpPr>
          <p:nvPr>
            <p:ph type="title"/>
          </p:nvPr>
        </p:nvSpPr>
        <p:spPr>
          <a:xfrm>
            <a:off x="526875" y="576775"/>
            <a:ext cx="8095800" cy="203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5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0"/>
          <p:cNvSpPr txBox="1">
            <a:spLocks noGrp="1"/>
          </p:cNvSpPr>
          <p:nvPr>
            <p:ph type="subTitle" idx="1"/>
          </p:nvPr>
        </p:nvSpPr>
        <p:spPr>
          <a:xfrm>
            <a:off x="532725" y="2665400"/>
            <a:ext cx="8095800" cy="73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0"/>
          <p:cNvSpPr txBox="1">
            <a:spLocks noGrp="1"/>
          </p:cNvSpPr>
          <p:nvPr>
            <p:ph type="subTitle" idx="2"/>
          </p:nvPr>
        </p:nvSpPr>
        <p:spPr>
          <a:xfrm>
            <a:off x="5257800" y="0"/>
            <a:ext cx="3564900" cy="3141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56" name="Google Shape;5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367675" y="4249150"/>
            <a:ext cx="1465423" cy="65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bjectives / Questions / Lists">
  <p:cSld name="TITLE_4_1_1_1_2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>
            <a:spLocks noGrp="1"/>
          </p:cNvSpPr>
          <p:nvPr>
            <p:ph type="body" idx="1"/>
          </p:nvPr>
        </p:nvSpPr>
        <p:spPr>
          <a:xfrm>
            <a:off x="310900" y="1017725"/>
            <a:ext cx="8522100" cy="3811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title"/>
          </p:nvPr>
        </p:nvSpPr>
        <p:spPr>
          <a:xfrm>
            <a:off x="310900" y="310900"/>
            <a:ext cx="8522100" cy="7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sldNum" idx="12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800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1pPr>
            <a:lvl2pPr lvl="1" rtl="0">
              <a:buNone/>
              <a:defRPr sz="800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2pPr>
            <a:lvl3pPr lvl="2" rtl="0">
              <a:buNone/>
              <a:defRPr sz="800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3pPr>
            <a:lvl4pPr lvl="3" rtl="0">
              <a:buNone/>
              <a:defRPr sz="800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4pPr>
            <a:lvl5pPr lvl="4" rtl="0">
              <a:buNone/>
              <a:defRPr sz="800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5pPr>
            <a:lvl6pPr lvl="5" rtl="0">
              <a:buNone/>
              <a:defRPr sz="800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6pPr>
            <a:lvl7pPr lvl="6" rtl="0">
              <a:buNone/>
              <a:defRPr sz="800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7pPr>
            <a:lvl8pPr lvl="7" rtl="0">
              <a:buNone/>
              <a:defRPr sz="800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8pPr>
            <a:lvl9pPr lvl="8" rtl="0">
              <a:buNone/>
              <a:defRPr sz="800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1" name="Google Shape;61;p11"/>
          <p:cNvSpPr txBox="1">
            <a:spLocks noGrp="1"/>
          </p:cNvSpPr>
          <p:nvPr>
            <p:ph type="subTitle" idx="2"/>
          </p:nvPr>
        </p:nvSpPr>
        <p:spPr>
          <a:xfrm>
            <a:off x="5257800" y="0"/>
            <a:ext cx="3564900" cy="3141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rge image and text under (with heading)">
  <p:cSld name="TITLE_4_1_1_2_1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2"/>
          <p:cNvSpPr txBox="1">
            <a:spLocks noGrp="1"/>
          </p:cNvSpPr>
          <p:nvPr>
            <p:ph type="body" idx="1"/>
          </p:nvPr>
        </p:nvSpPr>
        <p:spPr>
          <a:xfrm>
            <a:off x="310900" y="1017725"/>
            <a:ext cx="8521200" cy="3097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4" name="Google Shape;64;p12"/>
          <p:cNvSpPr txBox="1">
            <a:spLocks noGrp="1"/>
          </p:cNvSpPr>
          <p:nvPr>
            <p:ph type="body" idx="2"/>
          </p:nvPr>
        </p:nvSpPr>
        <p:spPr>
          <a:xfrm>
            <a:off x="310900" y="4117599"/>
            <a:ext cx="8521200" cy="69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5" name="Google Shape;65;p12"/>
          <p:cNvSpPr txBox="1">
            <a:spLocks noGrp="1"/>
          </p:cNvSpPr>
          <p:nvPr>
            <p:ph type="title"/>
          </p:nvPr>
        </p:nvSpPr>
        <p:spPr>
          <a:xfrm>
            <a:off x="310900" y="319600"/>
            <a:ext cx="8521200" cy="69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2"/>
          <p:cNvSpPr txBox="1">
            <a:spLocks noGrp="1"/>
          </p:cNvSpPr>
          <p:nvPr>
            <p:ph type="sldNum" idx="12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800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1pPr>
            <a:lvl2pPr lvl="1" rtl="0">
              <a:buNone/>
              <a:defRPr sz="800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2pPr>
            <a:lvl3pPr lvl="2" rtl="0">
              <a:buNone/>
              <a:defRPr sz="800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3pPr>
            <a:lvl4pPr lvl="3" rtl="0">
              <a:buNone/>
              <a:defRPr sz="800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4pPr>
            <a:lvl5pPr lvl="4" rtl="0">
              <a:buNone/>
              <a:defRPr sz="800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5pPr>
            <a:lvl6pPr lvl="5" rtl="0">
              <a:buNone/>
              <a:defRPr sz="800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6pPr>
            <a:lvl7pPr lvl="6" rtl="0">
              <a:buNone/>
              <a:defRPr sz="800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7pPr>
            <a:lvl8pPr lvl="7" rtl="0">
              <a:buNone/>
              <a:defRPr sz="800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8pPr>
            <a:lvl9pPr lvl="8" rtl="0">
              <a:buNone/>
              <a:defRPr sz="800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7" name="Google Shape;67;p12"/>
          <p:cNvSpPr txBox="1">
            <a:spLocks noGrp="1"/>
          </p:cNvSpPr>
          <p:nvPr>
            <p:ph type="subTitle" idx="3"/>
          </p:nvPr>
        </p:nvSpPr>
        <p:spPr>
          <a:xfrm>
            <a:off x="5257800" y="0"/>
            <a:ext cx="3564900" cy="3141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rge image and text under (no heading)">
  <p:cSld name="TITLE_4_1_1_1_4_1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3"/>
          <p:cNvSpPr txBox="1">
            <a:spLocks noGrp="1"/>
          </p:cNvSpPr>
          <p:nvPr>
            <p:ph type="body" idx="1"/>
          </p:nvPr>
        </p:nvSpPr>
        <p:spPr>
          <a:xfrm>
            <a:off x="310900" y="472000"/>
            <a:ext cx="8521200" cy="3795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body" idx="2"/>
          </p:nvPr>
        </p:nvSpPr>
        <p:spPr>
          <a:xfrm>
            <a:off x="310900" y="4282175"/>
            <a:ext cx="8521200" cy="54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1" name="Google Shape;71;p13"/>
          <p:cNvSpPr txBox="1">
            <a:spLocks noGrp="1"/>
          </p:cNvSpPr>
          <p:nvPr>
            <p:ph type="sldNum" idx="12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800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1pPr>
            <a:lvl2pPr lvl="1" rtl="0">
              <a:buNone/>
              <a:defRPr sz="800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2pPr>
            <a:lvl3pPr lvl="2" rtl="0">
              <a:buNone/>
              <a:defRPr sz="800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3pPr>
            <a:lvl4pPr lvl="3" rtl="0">
              <a:buNone/>
              <a:defRPr sz="800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4pPr>
            <a:lvl5pPr lvl="4" rtl="0">
              <a:buNone/>
              <a:defRPr sz="800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5pPr>
            <a:lvl6pPr lvl="5" rtl="0">
              <a:buNone/>
              <a:defRPr sz="800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6pPr>
            <a:lvl7pPr lvl="6" rtl="0">
              <a:buNone/>
              <a:defRPr sz="800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7pPr>
            <a:lvl8pPr lvl="7" rtl="0">
              <a:buNone/>
              <a:defRPr sz="800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8pPr>
            <a:lvl9pPr lvl="8" rtl="0">
              <a:buNone/>
              <a:defRPr sz="800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2" name="Google Shape;72;p13"/>
          <p:cNvSpPr txBox="1">
            <a:spLocks noGrp="1"/>
          </p:cNvSpPr>
          <p:nvPr>
            <p:ph type="subTitle" idx="3"/>
          </p:nvPr>
        </p:nvSpPr>
        <p:spPr>
          <a:xfrm>
            <a:off x="5257800" y="0"/>
            <a:ext cx="3564900" cy="3141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rge image (no text under)">
  <p:cSld name="TITLE_4_1_1_1_3_2_1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 txBox="1">
            <a:spLocks noGrp="1"/>
          </p:cNvSpPr>
          <p:nvPr>
            <p:ph type="body" idx="1"/>
          </p:nvPr>
        </p:nvSpPr>
        <p:spPr>
          <a:xfrm>
            <a:off x="310900" y="1017725"/>
            <a:ext cx="8521200" cy="3811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5" name="Google Shape;75;p14"/>
          <p:cNvSpPr txBox="1">
            <a:spLocks noGrp="1"/>
          </p:cNvSpPr>
          <p:nvPr>
            <p:ph type="title"/>
          </p:nvPr>
        </p:nvSpPr>
        <p:spPr>
          <a:xfrm>
            <a:off x="310900" y="319600"/>
            <a:ext cx="8521200" cy="70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4"/>
          <p:cNvSpPr txBox="1">
            <a:spLocks noGrp="1"/>
          </p:cNvSpPr>
          <p:nvPr>
            <p:ph type="sldNum" idx="12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800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1pPr>
            <a:lvl2pPr lvl="1" rtl="0">
              <a:buNone/>
              <a:defRPr sz="800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2pPr>
            <a:lvl3pPr lvl="2" rtl="0">
              <a:buNone/>
              <a:defRPr sz="800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3pPr>
            <a:lvl4pPr lvl="3" rtl="0">
              <a:buNone/>
              <a:defRPr sz="800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4pPr>
            <a:lvl5pPr lvl="4" rtl="0">
              <a:buNone/>
              <a:defRPr sz="800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5pPr>
            <a:lvl6pPr lvl="5" rtl="0">
              <a:buNone/>
              <a:defRPr sz="800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6pPr>
            <a:lvl7pPr lvl="6" rtl="0">
              <a:buNone/>
              <a:defRPr sz="800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7pPr>
            <a:lvl8pPr lvl="7" rtl="0">
              <a:buNone/>
              <a:defRPr sz="800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8pPr>
            <a:lvl9pPr lvl="8" rtl="0">
              <a:buNone/>
              <a:defRPr sz="800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4"/>
          <p:cNvSpPr txBox="1">
            <a:spLocks noGrp="1"/>
          </p:cNvSpPr>
          <p:nvPr>
            <p:ph type="subTitle" idx="2"/>
          </p:nvPr>
        </p:nvSpPr>
        <p:spPr>
          <a:xfrm>
            <a:off x="5257800" y="0"/>
            <a:ext cx="3564900" cy="3141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or Images side by side">
  <p:cSld name="TITLE_4_1_1_1_3_1_1_1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>
            <a:spLocks noGrp="1"/>
          </p:cNvSpPr>
          <p:nvPr>
            <p:ph type="body" idx="1"/>
          </p:nvPr>
        </p:nvSpPr>
        <p:spPr>
          <a:xfrm>
            <a:off x="310900" y="1170124"/>
            <a:ext cx="4096500" cy="3659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0" name="Google Shape;80;p15"/>
          <p:cNvSpPr txBox="1">
            <a:spLocks noGrp="1"/>
          </p:cNvSpPr>
          <p:nvPr>
            <p:ph type="title"/>
          </p:nvPr>
        </p:nvSpPr>
        <p:spPr>
          <a:xfrm>
            <a:off x="310900" y="319600"/>
            <a:ext cx="8521200" cy="69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5"/>
          <p:cNvSpPr txBox="1">
            <a:spLocks noGrp="1"/>
          </p:cNvSpPr>
          <p:nvPr>
            <p:ph type="sldNum" idx="12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800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1pPr>
            <a:lvl2pPr lvl="1" rtl="0">
              <a:buNone/>
              <a:defRPr sz="800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2pPr>
            <a:lvl3pPr lvl="2" rtl="0">
              <a:buNone/>
              <a:defRPr sz="800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3pPr>
            <a:lvl4pPr lvl="3" rtl="0">
              <a:buNone/>
              <a:defRPr sz="800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4pPr>
            <a:lvl5pPr lvl="4" rtl="0">
              <a:buNone/>
              <a:defRPr sz="800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5pPr>
            <a:lvl6pPr lvl="5" rtl="0">
              <a:buNone/>
              <a:defRPr sz="800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6pPr>
            <a:lvl7pPr lvl="6" rtl="0">
              <a:buNone/>
              <a:defRPr sz="800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7pPr>
            <a:lvl8pPr lvl="7" rtl="0">
              <a:buNone/>
              <a:defRPr sz="800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8pPr>
            <a:lvl9pPr lvl="8" rtl="0">
              <a:buNone/>
              <a:defRPr sz="800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2" name="Google Shape;82;p15"/>
          <p:cNvSpPr txBox="1">
            <a:spLocks noGrp="1"/>
          </p:cNvSpPr>
          <p:nvPr>
            <p:ph type="body" idx="2"/>
          </p:nvPr>
        </p:nvSpPr>
        <p:spPr>
          <a:xfrm>
            <a:off x="4736600" y="1170100"/>
            <a:ext cx="4096500" cy="3659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3" name="Google Shape;83;p15"/>
          <p:cNvSpPr txBox="1">
            <a:spLocks noGrp="1"/>
          </p:cNvSpPr>
          <p:nvPr>
            <p:ph type="subTitle" idx="3"/>
          </p:nvPr>
        </p:nvSpPr>
        <p:spPr>
          <a:xfrm>
            <a:off x="5257800" y="0"/>
            <a:ext cx="3564900" cy="3141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rge text">
  <p:cSld name="TITLE_4_1_1_1_1_1_1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0900" y="319600"/>
            <a:ext cx="8521200" cy="450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600" b="0">
                <a:latin typeface="Quicksand"/>
                <a:ea typeface="Quicksand"/>
                <a:cs typeface="Quicksand"/>
                <a:sym typeface="Quicksan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800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1pPr>
            <a:lvl2pPr lvl="1" rtl="0">
              <a:buNone/>
              <a:defRPr sz="800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2pPr>
            <a:lvl3pPr lvl="2" rtl="0">
              <a:buNone/>
              <a:defRPr sz="800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3pPr>
            <a:lvl4pPr lvl="3" rtl="0">
              <a:buNone/>
              <a:defRPr sz="800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4pPr>
            <a:lvl5pPr lvl="4" rtl="0">
              <a:buNone/>
              <a:defRPr sz="800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5pPr>
            <a:lvl6pPr lvl="5" rtl="0">
              <a:buNone/>
              <a:defRPr sz="800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6pPr>
            <a:lvl7pPr lvl="6" rtl="0">
              <a:buNone/>
              <a:defRPr sz="800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7pPr>
            <a:lvl8pPr lvl="7" rtl="0">
              <a:buNone/>
              <a:defRPr sz="800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8pPr>
            <a:lvl9pPr lvl="8" rtl="0">
              <a:buNone/>
              <a:defRPr sz="800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6"/>
          <p:cNvSpPr txBox="1">
            <a:spLocks noGrp="1"/>
          </p:cNvSpPr>
          <p:nvPr>
            <p:ph type="subTitle" idx="1"/>
          </p:nvPr>
        </p:nvSpPr>
        <p:spPr>
          <a:xfrm>
            <a:off x="5257800" y="0"/>
            <a:ext cx="3564900" cy="3141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1155CC">
            <a:alpha val="559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0" y="2725"/>
            <a:ext cx="9144000" cy="306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310900" y="310900"/>
            <a:ext cx="8521500" cy="7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icksand"/>
              <a:buNone/>
              <a:defRPr sz="28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310900" y="1017725"/>
            <a:ext cx="8521500" cy="38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icksand"/>
              <a:buChar char="●"/>
              <a:defRPr sz="1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sldNum" idx="12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buNone/>
              <a:defRPr sz="800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1pPr>
            <a:lvl2pPr lvl="1" algn="ctr" rtl="0">
              <a:buNone/>
              <a:defRPr sz="800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2pPr>
            <a:lvl3pPr lvl="2" algn="ctr" rtl="0">
              <a:buNone/>
              <a:defRPr sz="800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3pPr>
            <a:lvl4pPr lvl="3" algn="ctr" rtl="0">
              <a:buNone/>
              <a:defRPr sz="800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4pPr>
            <a:lvl5pPr lvl="4" algn="ctr" rtl="0">
              <a:buNone/>
              <a:defRPr sz="800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5pPr>
            <a:lvl6pPr lvl="5" algn="ctr" rtl="0">
              <a:buNone/>
              <a:defRPr sz="800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6pPr>
            <a:lvl7pPr lvl="6" algn="ctr" rtl="0">
              <a:buNone/>
              <a:defRPr sz="800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7pPr>
            <a:lvl8pPr lvl="7" algn="ctr" rtl="0">
              <a:buNone/>
              <a:defRPr sz="800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8pPr>
            <a:lvl9pPr lvl="8" algn="ctr" rtl="0">
              <a:buNone/>
              <a:defRPr sz="800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196">
          <p15:clr>
            <a:srgbClr val="EA4335"/>
          </p15:clr>
        </p15:guide>
        <p15:guide id="2" orient="horz" pos="196">
          <p15:clr>
            <a:srgbClr val="EA4335"/>
          </p15:clr>
        </p15:guide>
        <p15:guide id="3" orient="horz" pos="641">
          <p15:clr>
            <a:srgbClr val="EA4335"/>
          </p15:clr>
        </p15:guide>
        <p15:guide id="4" pos="2776">
          <p15:clr>
            <a:srgbClr val="EA4335"/>
          </p15:clr>
        </p15:guide>
        <p15:guide id="5" orient="horz" pos="812">
          <p15:clr>
            <a:srgbClr val="EA4335"/>
          </p15:clr>
        </p15:guide>
        <p15:guide id="6" pos="2984">
          <p15:clr>
            <a:srgbClr val="EA4335"/>
          </p15:clr>
        </p15:guide>
        <p15:guide id="7" pos="5564">
          <p15:clr>
            <a:srgbClr val="EA4335"/>
          </p15:clr>
        </p15:guide>
        <p15:guide id="8" orient="horz" pos="2592">
          <p15:clr>
            <a:srgbClr val="EA4335"/>
          </p15:clr>
        </p15:guide>
        <p15:guide id="9" pos="2448">
          <p15:clr>
            <a:srgbClr val="EA4335"/>
          </p15:clr>
        </p15:guide>
        <p15:guide id="10" pos="3312">
          <p15:clr>
            <a:srgbClr val="EA4335"/>
          </p15:clr>
        </p15:guide>
        <p15:guide id="11" orient="horz" pos="3041">
          <p15:clr>
            <a:srgbClr val="EA4335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1155CC">
            <a:alpha val="5590"/>
          </a:srgbClr>
        </a:solid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9"/>
          <p:cNvSpPr/>
          <p:nvPr/>
        </p:nvSpPr>
        <p:spPr>
          <a:xfrm>
            <a:off x="0" y="2725"/>
            <a:ext cx="9144000" cy="306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title"/>
          </p:nvPr>
        </p:nvSpPr>
        <p:spPr>
          <a:xfrm>
            <a:off x="310900" y="310900"/>
            <a:ext cx="8521500" cy="7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icksand"/>
              <a:buNone/>
              <a:defRPr sz="28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1"/>
          </p:nvPr>
        </p:nvSpPr>
        <p:spPr>
          <a:xfrm>
            <a:off x="310900" y="1017725"/>
            <a:ext cx="8521500" cy="38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icksand"/>
              <a:buChar char="●"/>
              <a:defRPr sz="1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buNone/>
              <a:defRPr sz="800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1pPr>
            <a:lvl2pPr lvl="1" algn="ctr" rtl="0">
              <a:buNone/>
              <a:defRPr sz="800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2pPr>
            <a:lvl3pPr lvl="2" algn="ctr" rtl="0">
              <a:buNone/>
              <a:defRPr sz="800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3pPr>
            <a:lvl4pPr lvl="3" algn="ctr" rtl="0">
              <a:buNone/>
              <a:defRPr sz="800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4pPr>
            <a:lvl5pPr lvl="4" algn="ctr" rtl="0">
              <a:buNone/>
              <a:defRPr sz="800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5pPr>
            <a:lvl6pPr lvl="5" algn="ctr" rtl="0">
              <a:buNone/>
              <a:defRPr sz="800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6pPr>
            <a:lvl7pPr lvl="6" algn="ctr" rtl="0">
              <a:buNone/>
              <a:defRPr sz="800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7pPr>
            <a:lvl8pPr lvl="7" algn="ctr" rtl="0">
              <a:buNone/>
              <a:defRPr sz="800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8pPr>
            <a:lvl9pPr lvl="8" algn="ctr" rtl="0">
              <a:buNone/>
              <a:defRPr sz="800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196">
          <p15:clr>
            <a:srgbClr val="EA4335"/>
          </p15:clr>
        </p15:guide>
        <p15:guide id="2" orient="horz" pos="196">
          <p15:clr>
            <a:srgbClr val="EA4335"/>
          </p15:clr>
        </p15:guide>
        <p15:guide id="3" orient="horz" pos="641">
          <p15:clr>
            <a:srgbClr val="EA4335"/>
          </p15:clr>
        </p15:guide>
        <p15:guide id="4" pos="2776">
          <p15:clr>
            <a:srgbClr val="EA4335"/>
          </p15:clr>
        </p15:guide>
        <p15:guide id="5" orient="horz" pos="812">
          <p15:clr>
            <a:srgbClr val="EA4335"/>
          </p15:clr>
        </p15:guide>
        <p15:guide id="6" pos="2984">
          <p15:clr>
            <a:srgbClr val="EA4335"/>
          </p15:clr>
        </p15:guide>
        <p15:guide id="7" pos="5564">
          <p15:clr>
            <a:srgbClr val="EA4335"/>
          </p15:clr>
        </p15:guide>
        <p15:guide id="8" orient="horz" pos="2592">
          <p15:clr>
            <a:srgbClr val="EA4335"/>
          </p15:clr>
        </p15:guide>
        <p15:guide id="9" pos="2448">
          <p15:clr>
            <a:srgbClr val="EA4335"/>
          </p15:clr>
        </p15:guide>
        <p15:guide id="10" pos="3312">
          <p15:clr>
            <a:srgbClr val="EA4335"/>
          </p15:clr>
        </p15:guide>
        <p15:guide id="11" orient="horz" pos="3041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rJRskDg6p3A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5.png"/><Relationship Id="rId5" Type="http://schemas.openxmlformats.org/officeDocument/2006/relationships/hyperlink" Target="https://ncce.io/scorechange" TargetMode="Externa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13.png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>
            <a:spLocks noGrp="1"/>
          </p:cNvSpPr>
          <p:nvPr>
            <p:ph type="title"/>
          </p:nvPr>
        </p:nvSpPr>
        <p:spPr>
          <a:xfrm>
            <a:off x="526875" y="576775"/>
            <a:ext cx="8095800" cy="203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Lesson 1: Introducing variables</a:t>
            </a:r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ubTitle" idx="1"/>
          </p:nvPr>
        </p:nvSpPr>
        <p:spPr>
          <a:xfrm>
            <a:off x="532725" y="2665400"/>
            <a:ext cx="8095800" cy="73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GB"/>
              <a:t>Year 6 – Programming A – Variables in games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>
            <a:spLocks noGrp="1"/>
          </p:cNvSpPr>
          <p:nvPr>
            <p:ph type="title"/>
          </p:nvPr>
        </p:nvSpPr>
        <p:spPr>
          <a:xfrm>
            <a:off x="310900" y="310900"/>
            <a:ext cx="8522100" cy="7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Lesson 1: Introducing variables</a:t>
            </a:r>
            <a:endParaRPr/>
          </a:p>
        </p:txBody>
      </p:sp>
      <p:sp>
        <p:nvSpPr>
          <p:cNvPr id="99" name="Google Shape;99;p18"/>
          <p:cNvSpPr txBox="1">
            <a:spLocks noGrp="1"/>
          </p:cNvSpPr>
          <p:nvPr>
            <p:ph type="subTitle" idx="2"/>
          </p:nvPr>
        </p:nvSpPr>
        <p:spPr>
          <a:xfrm>
            <a:off x="5257800" y="0"/>
            <a:ext cx="3564900" cy="3141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Objectives</a:t>
            </a:r>
            <a:endParaRPr/>
          </a:p>
        </p:txBody>
      </p:sp>
      <p:sp>
        <p:nvSpPr>
          <p:cNvPr id="100" name="Google Shape;100;p18"/>
          <p:cNvSpPr txBox="1">
            <a:spLocks noGrp="1"/>
          </p:cNvSpPr>
          <p:nvPr>
            <p:ph type="body" idx="1"/>
          </p:nvPr>
        </p:nvSpPr>
        <p:spPr>
          <a:xfrm>
            <a:off x="310900" y="1017725"/>
            <a:ext cx="8522100" cy="381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To define a ‘variable’ as something that is changeable</a:t>
            </a:r>
            <a:endParaRPr b="1"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 can identify examples of information that is variable</a:t>
            </a:r>
            <a:endParaRPr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 can explain that the way a variable changes can be defined</a:t>
            </a:r>
            <a:endParaRPr/>
          </a:p>
          <a:p>
            <a:pPr marL="457200" lvl="0" indent="-342900" algn="l" rtl="0">
              <a:spcBef>
                <a:spcPts val="1000"/>
              </a:spcBef>
              <a:spcAft>
                <a:spcPts val="1000"/>
              </a:spcAft>
              <a:buSzPts val="1800"/>
              <a:buChar char="●"/>
            </a:pPr>
            <a:r>
              <a:rPr lang="en-GB"/>
              <a:t>I can identify that variables can hold numbers or letters</a:t>
            </a:r>
            <a:endParaRPr/>
          </a:p>
        </p:txBody>
      </p:sp>
      <p:sp>
        <p:nvSpPr>
          <p:cNvPr id="101" name="Google Shape;101;p18"/>
          <p:cNvSpPr txBox="1">
            <a:spLocks noGrp="1"/>
          </p:cNvSpPr>
          <p:nvPr>
            <p:ph type="sldNum" idx="12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>
            <a:spLocks noGrp="1"/>
          </p:cNvSpPr>
          <p:nvPr>
            <p:ph type="title"/>
          </p:nvPr>
        </p:nvSpPr>
        <p:spPr>
          <a:xfrm>
            <a:off x="310900" y="319600"/>
            <a:ext cx="8521200" cy="70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is changing?</a:t>
            </a:r>
            <a:endParaRPr/>
          </a:p>
        </p:txBody>
      </p:sp>
      <p:sp>
        <p:nvSpPr>
          <p:cNvPr id="107" name="Google Shape;107;p19"/>
          <p:cNvSpPr txBox="1">
            <a:spLocks noGrp="1"/>
          </p:cNvSpPr>
          <p:nvPr>
            <p:ph type="sldNum" idx="12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  <p:sp>
        <p:nvSpPr>
          <p:cNvPr id="108" name="Google Shape;108;p19"/>
          <p:cNvSpPr txBox="1">
            <a:spLocks noGrp="1"/>
          </p:cNvSpPr>
          <p:nvPr>
            <p:ph type="subTitle" idx="2"/>
          </p:nvPr>
        </p:nvSpPr>
        <p:spPr>
          <a:xfrm>
            <a:off x="5257800" y="0"/>
            <a:ext cx="3564900" cy="3141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</a:t>
            </a:r>
            <a:endParaRPr/>
          </a:p>
        </p:txBody>
      </p:sp>
      <p:sp>
        <p:nvSpPr>
          <p:cNvPr id="109" name="Google Shape;109;p19"/>
          <p:cNvSpPr txBox="1">
            <a:spLocks noGrp="1"/>
          </p:cNvSpPr>
          <p:nvPr>
            <p:ph type="body" idx="1"/>
          </p:nvPr>
        </p:nvSpPr>
        <p:spPr>
          <a:xfrm>
            <a:off x="310900" y="1017725"/>
            <a:ext cx="8521200" cy="381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Have a look at this clip: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-GB" u="sng" dirty="0">
                <a:solidFill>
                  <a:schemeClr val="hlink"/>
                </a:solidFill>
                <a:hlinkClick r:id="rId3"/>
              </a:rPr>
              <a:t>https://www.youtube.com/watch?v=rJRskDg6p3A</a:t>
            </a:r>
            <a:endParaRPr dirty="0">
              <a:solidFill>
                <a:srgbClr val="5B5BA5"/>
              </a:solidFill>
            </a:endParaRPr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What happens to the score? When does it change?</a:t>
            </a:r>
            <a:endParaRPr dirty="0"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What happens to the time? When does it change?</a:t>
            </a: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16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 txBox="1">
            <a:spLocks noGrp="1"/>
          </p:cNvSpPr>
          <p:nvPr>
            <p:ph type="body" idx="1"/>
          </p:nvPr>
        </p:nvSpPr>
        <p:spPr>
          <a:xfrm>
            <a:off x="310900" y="1017725"/>
            <a:ext cx="8521200" cy="381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In the video, there are two variables related to the score, one for the USA and one for Japan.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/>
              <a:t>When a goal is scored, the value in the variable changes. In this example, it is a number that changes.</a:t>
            </a:r>
            <a:endParaRPr/>
          </a:p>
        </p:txBody>
      </p:sp>
      <p:sp>
        <p:nvSpPr>
          <p:cNvPr id="115" name="Google Shape;115;p20"/>
          <p:cNvSpPr/>
          <p:nvPr/>
        </p:nvSpPr>
        <p:spPr>
          <a:xfrm>
            <a:off x="650850" y="1176775"/>
            <a:ext cx="7630200" cy="9756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20"/>
          <p:cNvSpPr txBox="1">
            <a:spLocks noGrp="1"/>
          </p:cNvSpPr>
          <p:nvPr>
            <p:ph type="title"/>
          </p:nvPr>
        </p:nvSpPr>
        <p:spPr>
          <a:xfrm>
            <a:off x="310900" y="319600"/>
            <a:ext cx="8521200" cy="70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Changing the score</a:t>
            </a:r>
            <a:endParaRPr/>
          </a:p>
        </p:txBody>
      </p:sp>
      <p:sp>
        <p:nvSpPr>
          <p:cNvPr id="117" name="Google Shape;117;p20"/>
          <p:cNvSpPr txBox="1">
            <a:spLocks noGrp="1"/>
          </p:cNvSpPr>
          <p:nvPr>
            <p:ph type="sldNum" idx="12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4</a:t>
            </a:fld>
            <a:endParaRPr/>
          </a:p>
        </p:txBody>
      </p:sp>
      <p:sp>
        <p:nvSpPr>
          <p:cNvPr id="118" name="Google Shape;118;p20"/>
          <p:cNvSpPr txBox="1">
            <a:spLocks noGrp="1"/>
          </p:cNvSpPr>
          <p:nvPr>
            <p:ph type="subTitle" idx="2"/>
          </p:nvPr>
        </p:nvSpPr>
        <p:spPr>
          <a:xfrm>
            <a:off x="5257800" y="0"/>
            <a:ext cx="3564900" cy="3141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</a:t>
            </a:r>
            <a:endParaRPr/>
          </a:p>
        </p:txBody>
      </p:sp>
      <p:sp>
        <p:nvSpPr>
          <p:cNvPr id="119" name="Google Shape;119;p20"/>
          <p:cNvSpPr txBox="1"/>
          <p:nvPr/>
        </p:nvSpPr>
        <p:spPr>
          <a:xfrm>
            <a:off x="3711563" y="1310125"/>
            <a:ext cx="1526700" cy="708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200" b="1">
                <a:latin typeface="Oswald"/>
                <a:ea typeface="Oswald"/>
                <a:cs typeface="Oswald"/>
                <a:sym typeface="Oswald"/>
              </a:rPr>
              <a:t>0 - 0</a:t>
            </a:r>
            <a:endParaRPr sz="5200" b="1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0" name="Google Shape;120;p20"/>
          <p:cNvSpPr txBox="1"/>
          <p:nvPr/>
        </p:nvSpPr>
        <p:spPr>
          <a:xfrm>
            <a:off x="3711563" y="1310125"/>
            <a:ext cx="1526700" cy="708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200" b="1">
                <a:latin typeface="Oswald"/>
                <a:ea typeface="Oswald"/>
                <a:cs typeface="Oswald"/>
                <a:sym typeface="Oswald"/>
              </a:rPr>
              <a:t>1 - 0</a:t>
            </a:r>
            <a:endParaRPr sz="5200" b="1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1" name="Google Shape;121;p20"/>
          <p:cNvSpPr txBox="1"/>
          <p:nvPr/>
        </p:nvSpPr>
        <p:spPr>
          <a:xfrm>
            <a:off x="3714988" y="1310125"/>
            <a:ext cx="1526700" cy="708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200" b="1">
                <a:latin typeface="Oswald"/>
                <a:ea typeface="Oswald"/>
                <a:cs typeface="Oswald"/>
                <a:sym typeface="Oswald"/>
              </a:rPr>
              <a:t>2 - 0</a:t>
            </a:r>
            <a:endParaRPr sz="5200" b="1"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22" name="Google Shape;12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217" y="1310120"/>
            <a:ext cx="1347602" cy="7089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3" name="Google Shape;123;p20"/>
          <p:cNvGrpSpPr/>
          <p:nvPr/>
        </p:nvGrpSpPr>
        <p:grpSpPr>
          <a:xfrm>
            <a:off x="6766525" y="1307950"/>
            <a:ext cx="1347600" cy="713232"/>
            <a:chOff x="2946650" y="3539688"/>
            <a:chExt cx="1347600" cy="713232"/>
          </a:xfrm>
        </p:grpSpPr>
        <p:sp>
          <p:nvSpPr>
            <p:cNvPr id="124" name="Google Shape;124;p20"/>
            <p:cNvSpPr/>
            <p:nvPr/>
          </p:nvSpPr>
          <p:spPr>
            <a:xfrm>
              <a:off x="2946650" y="3541838"/>
              <a:ext cx="1347600" cy="7089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25" name="Google Shape;125;p20" descr="Japan, Flag, Asia, National, Signs, Symbols, Country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085525" y="3539688"/>
              <a:ext cx="1069848" cy="71323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6" name="Google Shape;126;p20"/>
          <p:cNvSpPr txBox="1"/>
          <p:nvPr/>
        </p:nvSpPr>
        <p:spPr>
          <a:xfrm>
            <a:off x="2280550" y="1310125"/>
            <a:ext cx="1347600" cy="70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200" b="1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USA</a:t>
            </a:r>
            <a:endParaRPr sz="5200" b="1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7" name="Google Shape;127;p20"/>
          <p:cNvSpPr txBox="1"/>
          <p:nvPr/>
        </p:nvSpPr>
        <p:spPr>
          <a:xfrm>
            <a:off x="5328550" y="1310125"/>
            <a:ext cx="1347600" cy="70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200" b="1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JPN</a:t>
            </a:r>
            <a:endParaRPr sz="5200" b="1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8" name="Google Shape;128;p20"/>
          <p:cNvSpPr txBox="1"/>
          <p:nvPr/>
        </p:nvSpPr>
        <p:spPr>
          <a:xfrm>
            <a:off x="3714988" y="1310125"/>
            <a:ext cx="1526700" cy="708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200" b="1">
                <a:latin typeface="Oswald"/>
                <a:ea typeface="Oswald"/>
                <a:cs typeface="Oswald"/>
                <a:sym typeface="Oswald"/>
              </a:rPr>
              <a:t>2 - 1</a:t>
            </a:r>
            <a:endParaRPr sz="5200" b="1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9" name="Google Shape;129;p20"/>
          <p:cNvSpPr txBox="1"/>
          <p:nvPr/>
        </p:nvSpPr>
        <p:spPr>
          <a:xfrm>
            <a:off x="3714988" y="1305375"/>
            <a:ext cx="1526700" cy="708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200" b="1">
                <a:latin typeface="Oswald"/>
                <a:ea typeface="Oswald"/>
                <a:cs typeface="Oswald"/>
                <a:sym typeface="Oswald"/>
              </a:rPr>
              <a:t>3 - 1</a:t>
            </a:r>
            <a:endParaRPr sz="5200" b="1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0" name="Google Shape;130;p20"/>
          <p:cNvSpPr txBox="1"/>
          <p:nvPr/>
        </p:nvSpPr>
        <p:spPr>
          <a:xfrm>
            <a:off x="3116550" y="2294425"/>
            <a:ext cx="9447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Value</a:t>
            </a:r>
            <a:endParaRPr sz="180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31" name="Google Shape;131;p20"/>
          <p:cNvSpPr/>
          <p:nvPr/>
        </p:nvSpPr>
        <p:spPr>
          <a:xfrm>
            <a:off x="3802725" y="1275100"/>
            <a:ext cx="516600" cy="7461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20"/>
          <p:cNvSpPr/>
          <p:nvPr/>
        </p:nvSpPr>
        <p:spPr>
          <a:xfrm>
            <a:off x="4700525" y="1275100"/>
            <a:ext cx="516600" cy="7461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33" name="Google Shape;133;p20"/>
          <p:cNvCxnSpPr>
            <a:stCxn id="130" idx="0"/>
            <a:endCxn id="131" idx="2"/>
          </p:cNvCxnSpPr>
          <p:nvPr/>
        </p:nvCxnSpPr>
        <p:spPr>
          <a:xfrm rot="10800000" flipH="1">
            <a:off x="3588900" y="2021125"/>
            <a:ext cx="472200" cy="2733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4" name="Google Shape;134;p20"/>
          <p:cNvSpPr txBox="1"/>
          <p:nvPr/>
        </p:nvSpPr>
        <p:spPr>
          <a:xfrm>
            <a:off x="4945350" y="2294425"/>
            <a:ext cx="9447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Value</a:t>
            </a:r>
            <a:endParaRPr sz="180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cxnSp>
        <p:nvCxnSpPr>
          <p:cNvPr id="135" name="Google Shape;135;p20"/>
          <p:cNvCxnSpPr>
            <a:stCxn id="134" idx="0"/>
            <a:endCxn id="132" idx="2"/>
          </p:cNvCxnSpPr>
          <p:nvPr/>
        </p:nvCxnSpPr>
        <p:spPr>
          <a:xfrm rot="10800000">
            <a:off x="4958700" y="2021125"/>
            <a:ext cx="459000" cy="2733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45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70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9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1"/>
          <p:cNvSpPr txBox="1">
            <a:spLocks noGrp="1"/>
          </p:cNvSpPr>
          <p:nvPr>
            <p:ph type="title"/>
          </p:nvPr>
        </p:nvSpPr>
        <p:spPr>
          <a:xfrm>
            <a:off x="310900" y="319600"/>
            <a:ext cx="8521200" cy="69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Variables in a project</a:t>
            </a:r>
            <a:endParaRPr/>
          </a:p>
        </p:txBody>
      </p:sp>
      <p:sp>
        <p:nvSpPr>
          <p:cNvPr id="141" name="Google Shape;141;p21"/>
          <p:cNvSpPr txBox="1">
            <a:spLocks noGrp="1"/>
          </p:cNvSpPr>
          <p:nvPr>
            <p:ph type="sldNum" idx="12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5</a:t>
            </a:fld>
            <a:endParaRPr/>
          </a:p>
        </p:txBody>
      </p:sp>
      <p:sp>
        <p:nvSpPr>
          <p:cNvPr id="142" name="Google Shape;142;p21"/>
          <p:cNvSpPr txBox="1">
            <a:spLocks noGrp="1"/>
          </p:cNvSpPr>
          <p:nvPr>
            <p:ph type="subTitle" idx="3"/>
          </p:nvPr>
        </p:nvSpPr>
        <p:spPr>
          <a:xfrm>
            <a:off x="5257800" y="0"/>
            <a:ext cx="3564900" cy="3141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 1</a:t>
            </a:r>
            <a:endParaRPr/>
          </a:p>
        </p:txBody>
      </p:sp>
      <p:sp>
        <p:nvSpPr>
          <p:cNvPr id="143" name="Google Shape;143;p21"/>
          <p:cNvSpPr txBox="1">
            <a:spLocks noGrp="1"/>
          </p:cNvSpPr>
          <p:nvPr>
            <p:ph type="body" idx="1"/>
          </p:nvPr>
        </p:nvSpPr>
        <p:spPr>
          <a:xfrm>
            <a:off x="310900" y="1170124"/>
            <a:ext cx="40965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Try this project:</a:t>
            </a:r>
            <a:endParaRPr/>
          </a:p>
          <a:p>
            <a:pPr marL="0" lvl="0" indent="0" algn="just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-GB" u="sng">
                <a:solidFill>
                  <a:schemeClr val="hlink"/>
                </a:solidFill>
                <a:hlinkClick r:id="rId5"/>
              </a:rPr>
              <a:t>ncce.io/scorechange</a:t>
            </a:r>
            <a:endParaRPr>
              <a:solidFill>
                <a:srgbClr val="5B5BA5"/>
              </a:solidFill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changes in this project?</a:t>
            </a:r>
            <a:endParaRPr/>
          </a:p>
          <a:p>
            <a:pPr marL="0" lvl="0" indent="0" algn="just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When does it change?</a:t>
            </a:r>
            <a:endParaRPr/>
          </a:p>
          <a:p>
            <a:pPr marL="0" lvl="0" indent="0" algn="just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Is the change always the same?</a:t>
            </a:r>
            <a:endParaRPr/>
          </a:p>
        </p:txBody>
      </p:sp>
      <p:pic>
        <p:nvPicPr>
          <p:cNvPr id="2" name="6.3.1.1 - Different changes.mp4" descr="6.3.1.1 - Different changes.mp4">
            <a:hlinkClick r:id="" action="ppaction://media"/>
            <a:extLst>
              <a:ext uri="{FF2B5EF4-FFF2-40B4-BE49-F238E27FC236}">
                <a16:creationId xmlns:a16="http://schemas.microsoft.com/office/drawing/2014/main" id="{1B4ABC8B-F7E5-A14D-9D29-B6FFC7C2AFC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4743615" y="1170115"/>
            <a:ext cx="4096500" cy="343584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81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2"/>
          <p:cNvSpPr txBox="1">
            <a:spLocks noGrp="1"/>
          </p:cNvSpPr>
          <p:nvPr>
            <p:ph type="sldNum" idx="12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6</a:t>
            </a:fld>
            <a:endParaRPr/>
          </a:p>
        </p:txBody>
      </p:sp>
      <p:sp>
        <p:nvSpPr>
          <p:cNvPr id="151" name="Google Shape;151;p22"/>
          <p:cNvSpPr txBox="1">
            <a:spLocks noGrp="1"/>
          </p:cNvSpPr>
          <p:nvPr>
            <p:ph type="subTitle" idx="1"/>
          </p:nvPr>
        </p:nvSpPr>
        <p:spPr>
          <a:xfrm>
            <a:off x="5257800" y="0"/>
            <a:ext cx="3564900" cy="3141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 1</a:t>
            </a:r>
            <a:endParaRPr/>
          </a:p>
        </p:txBody>
      </p:sp>
      <p:sp>
        <p:nvSpPr>
          <p:cNvPr id="152" name="Google Shape;152;p22"/>
          <p:cNvSpPr txBox="1">
            <a:spLocks noGrp="1"/>
          </p:cNvSpPr>
          <p:nvPr>
            <p:ph type="title"/>
          </p:nvPr>
        </p:nvSpPr>
        <p:spPr>
          <a:xfrm>
            <a:off x="310900" y="319600"/>
            <a:ext cx="8521200" cy="450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variable can be set and changed throughout the running of a program.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3"/>
          <p:cNvSpPr txBox="1">
            <a:spLocks noGrp="1"/>
          </p:cNvSpPr>
          <p:nvPr>
            <p:ph type="title"/>
          </p:nvPr>
        </p:nvSpPr>
        <p:spPr>
          <a:xfrm>
            <a:off x="310900" y="319600"/>
            <a:ext cx="8521200" cy="69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project includes a number variable for ‘Score’</a:t>
            </a:r>
            <a:endParaRPr/>
          </a:p>
        </p:txBody>
      </p:sp>
      <p:sp>
        <p:nvSpPr>
          <p:cNvPr id="158" name="Google Shape;158;p23"/>
          <p:cNvSpPr txBox="1">
            <a:spLocks noGrp="1"/>
          </p:cNvSpPr>
          <p:nvPr>
            <p:ph type="sldNum" idx="12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7</a:t>
            </a:fld>
            <a:endParaRPr/>
          </a:p>
        </p:txBody>
      </p:sp>
      <p:sp>
        <p:nvSpPr>
          <p:cNvPr id="159" name="Google Shape;159;p23"/>
          <p:cNvSpPr txBox="1">
            <a:spLocks noGrp="1"/>
          </p:cNvSpPr>
          <p:nvPr>
            <p:ph type="subTitle" idx="3"/>
          </p:nvPr>
        </p:nvSpPr>
        <p:spPr>
          <a:xfrm>
            <a:off x="5257800" y="0"/>
            <a:ext cx="3564900" cy="3141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 1</a:t>
            </a:r>
            <a:endParaRPr/>
          </a:p>
        </p:txBody>
      </p:sp>
      <p:sp>
        <p:nvSpPr>
          <p:cNvPr id="160" name="Google Shape;160;p23"/>
          <p:cNvSpPr txBox="1">
            <a:spLocks noGrp="1"/>
          </p:cNvSpPr>
          <p:nvPr>
            <p:ph type="body" idx="1"/>
          </p:nvPr>
        </p:nvSpPr>
        <p:spPr>
          <a:xfrm>
            <a:off x="310900" y="1170124"/>
            <a:ext cx="40965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Click on </a:t>
            </a:r>
            <a:r>
              <a:rPr lang="en-GB" b="1"/>
              <a:t>See inside</a:t>
            </a:r>
            <a:r>
              <a:rPr lang="en-GB"/>
              <a:t>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Modify the yellow ball to increase the score by two.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Modify the pink ball to increase the score by ten.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Modify the green ball to decrease the score by two.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161" name="Google Shape;161;p23"/>
          <p:cNvPicPr preferRelativeResize="0"/>
          <p:nvPr/>
        </p:nvPicPr>
        <p:blipFill rotWithShape="1">
          <a:blip r:embed="rId3">
            <a:alphaModFix/>
          </a:blip>
          <a:srcRect r="33386" b="63416"/>
          <a:stretch/>
        </p:blipFill>
        <p:spPr>
          <a:xfrm>
            <a:off x="5682637" y="1411475"/>
            <a:ext cx="2606575" cy="159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4"/>
          <p:cNvSpPr txBox="1">
            <a:spLocks noGrp="1"/>
          </p:cNvSpPr>
          <p:nvPr>
            <p:ph type="title"/>
          </p:nvPr>
        </p:nvSpPr>
        <p:spPr>
          <a:xfrm>
            <a:off x="310900" y="319600"/>
            <a:ext cx="8521200" cy="70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is what your new code should look like</a:t>
            </a:r>
            <a:endParaRPr/>
          </a:p>
        </p:txBody>
      </p:sp>
      <p:sp>
        <p:nvSpPr>
          <p:cNvPr id="167" name="Google Shape;167;p24"/>
          <p:cNvSpPr txBox="1">
            <a:spLocks noGrp="1"/>
          </p:cNvSpPr>
          <p:nvPr>
            <p:ph type="sldNum" idx="12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8</a:t>
            </a:fld>
            <a:endParaRPr/>
          </a:p>
        </p:txBody>
      </p:sp>
      <p:sp>
        <p:nvSpPr>
          <p:cNvPr id="168" name="Google Shape;168;p24"/>
          <p:cNvSpPr txBox="1">
            <a:spLocks noGrp="1"/>
          </p:cNvSpPr>
          <p:nvPr>
            <p:ph type="subTitle" idx="2"/>
          </p:nvPr>
        </p:nvSpPr>
        <p:spPr>
          <a:xfrm>
            <a:off x="5257800" y="0"/>
            <a:ext cx="3564900" cy="3141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 1</a:t>
            </a:r>
            <a:endParaRPr/>
          </a:p>
        </p:txBody>
      </p:sp>
      <p:pic>
        <p:nvPicPr>
          <p:cNvPr id="169" name="Google Shape;16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66200" y="1533513"/>
            <a:ext cx="1085850" cy="1162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73550" y="1538275"/>
            <a:ext cx="1123950" cy="1152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71363" y="1528763"/>
            <a:ext cx="1133475" cy="117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4"/>
          <p:cNvPicPr preferRelativeResize="0"/>
          <p:nvPr/>
        </p:nvPicPr>
        <p:blipFill rotWithShape="1">
          <a:blip r:embed="rId6">
            <a:alphaModFix/>
          </a:blip>
          <a:srcRect r="32587" b="47362"/>
          <a:stretch/>
        </p:blipFill>
        <p:spPr>
          <a:xfrm>
            <a:off x="779338" y="2831350"/>
            <a:ext cx="1917550" cy="1010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4"/>
          <p:cNvPicPr preferRelativeResize="0"/>
          <p:nvPr/>
        </p:nvPicPr>
        <p:blipFill rotWithShape="1">
          <a:blip r:embed="rId7">
            <a:alphaModFix/>
          </a:blip>
          <a:srcRect r="32587" b="47362"/>
          <a:stretch/>
        </p:blipFill>
        <p:spPr>
          <a:xfrm>
            <a:off x="3515738" y="2799188"/>
            <a:ext cx="2039564" cy="107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4"/>
          <p:cNvPicPr preferRelativeResize="0"/>
          <p:nvPr/>
        </p:nvPicPr>
        <p:blipFill rotWithShape="1">
          <a:blip r:embed="rId8">
            <a:alphaModFix/>
          </a:blip>
          <a:srcRect r="32587" b="47362"/>
          <a:stretch/>
        </p:blipFill>
        <p:spPr>
          <a:xfrm>
            <a:off x="6350350" y="2799200"/>
            <a:ext cx="2039550" cy="10752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5"/>
          <p:cNvSpPr/>
          <p:nvPr/>
        </p:nvSpPr>
        <p:spPr>
          <a:xfrm>
            <a:off x="4736600" y="1170125"/>
            <a:ext cx="4096500" cy="3268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25"/>
          <p:cNvSpPr txBox="1">
            <a:spLocks noGrp="1"/>
          </p:cNvSpPr>
          <p:nvPr>
            <p:ph type="body" idx="1"/>
          </p:nvPr>
        </p:nvSpPr>
        <p:spPr>
          <a:xfrm>
            <a:off x="310900" y="1170124"/>
            <a:ext cx="40965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 the previous activity, you modified a project.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Now, complete your own design on the activity sheet.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-GB" b="1"/>
              <a:t>Note:</a:t>
            </a:r>
            <a:r>
              <a:rPr lang="en-GB"/>
              <a:t> You can only add or subtract to change the value of these variables.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/>
              <a:t>Here is an example...</a:t>
            </a:r>
            <a:endParaRPr/>
          </a:p>
        </p:txBody>
      </p:sp>
      <p:sp>
        <p:nvSpPr>
          <p:cNvPr id="181" name="Google Shape;181;p25"/>
          <p:cNvSpPr txBox="1">
            <a:spLocks noGrp="1"/>
          </p:cNvSpPr>
          <p:nvPr>
            <p:ph type="title"/>
          </p:nvPr>
        </p:nvSpPr>
        <p:spPr>
          <a:xfrm>
            <a:off x="310900" y="319600"/>
            <a:ext cx="8521200" cy="69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Design your own project including variables</a:t>
            </a:r>
            <a:endParaRPr/>
          </a:p>
        </p:txBody>
      </p:sp>
      <p:sp>
        <p:nvSpPr>
          <p:cNvPr id="182" name="Google Shape;182;p25"/>
          <p:cNvSpPr txBox="1">
            <a:spLocks noGrp="1"/>
          </p:cNvSpPr>
          <p:nvPr>
            <p:ph type="sldNum" idx="12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9</a:t>
            </a:fld>
            <a:endParaRPr/>
          </a:p>
        </p:txBody>
      </p:sp>
      <p:sp>
        <p:nvSpPr>
          <p:cNvPr id="183" name="Google Shape;183;p25"/>
          <p:cNvSpPr txBox="1">
            <a:spLocks noGrp="1"/>
          </p:cNvSpPr>
          <p:nvPr>
            <p:ph type="subTitle" idx="3"/>
          </p:nvPr>
        </p:nvSpPr>
        <p:spPr>
          <a:xfrm>
            <a:off x="5257800" y="0"/>
            <a:ext cx="3564900" cy="3141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 2</a:t>
            </a:r>
            <a:endParaRPr/>
          </a:p>
        </p:txBody>
      </p:sp>
      <p:graphicFrame>
        <p:nvGraphicFramePr>
          <p:cNvPr id="184" name="Google Shape;184;p25"/>
          <p:cNvGraphicFramePr/>
          <p:nvPr/>
        </p:nvGraphicFramePr>
        <p:xfrm>
          <a:off x="4774375" y="1231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{C659B381-CA1D-47BE-BFB0-48FEA3EB5488}</a:tableStyleId>
              </a:tblPr>
              <a:tblGrid>
                <a:gridCol w="1043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8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8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Sprite</a:t>
                      </a:r>
                      <a:endParaRPr sz="1100" b="1"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Event</a:t>
                      </a:r>
                      <a:endParaRPr sz="1100" b="1"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Change in value</a:t>
                      </a:r>
                      <a:endParaRPr sz="1100" b="1"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49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Handlee"/>
                          <a:ea typeface="Handlee"/>
                          <a:cs typeface="Handlee"/>
                          <a:sym typeface="Handlee"/>
                        </a:rPr>
                        <a:t>Cat</a:t>
                      </a:r>
                      <a:endParaRPr>
                        <a:latin typeface="Handlee"/>
                        <a:ea typeface="Handlee"/>
                        <a:cs typeface="Handlee"/>
                        <a:sym typeface="Handlee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Handlee"/>
                          <a:ea typeface="Handlee"/>
                          <a:cs typeface="Handlee"/>
                          <a:sym typeface="Handlee"/>
                        </a:rPr>
                        <a:t>When clicked</a:t>
                      </a:r>
                      <a:endParaRPr>
                        <a:latin typeface="Handlee"/>
                        <a:ea typeface="Handlee"/>
                        <a:cs typeface="Handlee"/>
                        <a:sym typeface="Handlee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Handlee"/>
                          <a:ea typeface="Handlee"/>
                          <a:cs typeface="Handlee"/>
                          <a:sym typeface="Handlee"/>
                        </a:rPr>
                        <a:t>Add 2</a:t>
                      </a:r>
                      <a:endParaRPr>
                        <a:latin typeface="Handlee"/>
                        <a:ea typeface="Handlee"/>
                        <a:cs typeface="Handlee"/>
                        <a:sym typeface="Handlee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49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Handlee"/>
                          <a:ea typeface="Handlee"/>
                          <a:cs typeface="Handlee"/>
                          <a:sym typeface="Handlee"/>
                        </a:rPr>
                        <a:t>Dog</a:t>
                      </a:r>
                      <a:endParaRPr>
                        <a:latin typeface="Handlee"/>
                        <a:ea typeface="Handlee"/>
                        <a:cs typeface="Handlee"/>
                        <a:sym typeface="Handlee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Handlee"/>
                          <a:ea typeface="Handlee"/>
                          <a:cs typeface="Handlee"/>
                          <a:sym typeface="Handlee"/>
                        </a:rPr>
                        <a:t>When clicked</a:t>
                      </a:r>
                      <a:endParaRPr>
                        <a:latin typeface="Handlee"/>
                        <a:ea typeface="Handlee"/>
                        <a:cs typeface="Handlee"/>
                        <a:sym typeface="Handlee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Handlee"/>
                          <a:ea typeface="Handlee"/>
                          <a:cs typeface="Handlee"/>
                          <a:sym typeface="Handlee"/>
                        </a:rPr>
                        <a:t>Add 5</a:t>
                      </a:r>
                      <a:endParaRPr>
                        <a:latin typeface="Handlee"/>
                        <a:ea typeface="Handlee"/>
                        <a:cs typeface="Handlee"/>
                        <a:sym typeface="Handlee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449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Handlee"/>
                          <a:ea typeface="Handlee"/>
                          <a:cs typeface="Handlee"/>
                          <a:sym typeface="Handlee"/>
                        </a:rPr>
                        <a:t>Bird</a:t>
                      </a:r>
                      <a:endParaRPr>
                        <a:latin typeface="Handlee"/>
                        <a:ea typeface="Handlee"/>
                        <a:cs typeface="Handlee"/>
                        <a:sym typeface="Handlee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Handlee"/>
                          <a:ea typeface="Handlee"/>
                          <a:cs typeface="Handlee"/>
                          <a:sym typeface="Handlee"/>
                        </a:rPr>
                        <a:t>When clicked</a:t>
                      </a:r>
                      <a:endParaRPr>
                        <a:latin typeface="Handlee"/>
                        <a:ea typeface="Handlee"/>
                        <a:cs typeface="Handlee"/>
                        <a:sym typeface="Handlee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Handlee"/>
                          <a:ea typeface="Handlee"/>
                          <a:cs typeface="Handlee"/>
                          <a:sym typeface="Handlee"/>
                        </a:rPr>
                        <a:t>Subtract 3</a:t>
                      </a:r>
                      <a:endParaRPr>
                        <a:latin typeface="Handlee"/>
                        <a:ea typeface="Handlee"/>
                        <a:cs typeface="Handlee"/>
                        <a:sym typeface="Handlee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6"/>
          <p:cNvSpPr txBox="1">
            <a:spLocks noGrp="1"/>
          </p:cNvSpPr>
          <p:nvPr>
            <p:ph type="body" idx="1"/>
          </p:nvPr>
        </p:nvSpPr>
        <p:spPr>
          <a:xfrm>
            <a:off x="310900" y="1017725"/>
            <a:ext cx="8521200" cy="381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190" name="Google Shape;190;p26"/>
          <p:cNvSpPr txBox="1">
            <a:spLocks noGrp="1"/>
          </p:cNvSpPr>
          <p:nvPr>
            <p:ph type="title"/>
          </p:nvPr>
        </p:nvSpPr>
        <p:spPr>
          <a:xfrm>
            <a:off x="310900" y="319600"/>
            <a:ext cx="8521200" cy="70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Creating a variable</a:t>
            </a:r>
            <a:endParaRPr/>
          </a:p>
        </p:txBody>
      </p:sp>
      <p:sp>
        <p:nvSpPr>
          <p:cNvPr id="191" name="Google Shape;191;p26"/>
          <p:cNvSpPr txBox="1">
            <a:spLocks noGrp="1"/>
          </p:cNvSpPr>
          <p:nvPr>
            <p:ph type="sldNum" idx="12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10</a:t>
            </a:fld>
            <a:endParaRPr/>
          </a:p>
        </p:txBody>
      </p:sp>
      <p:sp>
        <p:nvSpPr>
          <p:cNvPr id="192" name="Google Shape;192;p26"/>
          <p:cNvSpPr txBox="1">
            <a:spLocks noGrp="1"/>
          </p:cNvSpPr>
          <p:nvPr>
            <p:ph type="subTitle" idx="2"/>
          </p:nvPr>
        </p:nvSpPr>
        <p:spPr>
          <a:xfrm>
            <a:off x="5257800" y="0"/>
            <a:ext cx="3564900" cy="3141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 3</a:t>
            </a:r>
            <a:endParaRPr/>
          </a:p>
        </p:txBody>
      </p:sp>
      <p:pic>
        <p:nvPicPr>
          <p:cNvPr id="2" name="6.3.1.3 - Making a variable.mp4" descr="6.3.1.3 - Making a variable.mp4">
            <a:hlinkClick r:id="" action="ppaction://media"/>
            <a:extLst>
              <a:ext uri="{FF2B5EF4-FFF2-40B4-BE49-F238E27FC236}">
                <a16:creationId xmlns:a16="http://schemas.microsoft.com/office/drawing/2014/main" id="{66026C97-9C16-D846-9848-C60A5448759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326361" y="927873"/>
            <a:ext cx="6490273" cy="390138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0534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7"/>
          <p:cNvSpPr txBox="1">
            <a:spLocks noGrp="1"/>
          </p:cNvSpPr>
          <p:nvPr>
            <p:ph type="title"/>
          </p:nvPr>
        </p:nvSpPr>
        <p:spPr>
          <a:xfrm>
            <a:off x="310900" y="319600"/>
            <a:ext cx="8521200" cy="450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latin typeface="Quicksand"/>
                <a:ea typeface="Quicksand"/>
                <a:cs typeface="Quicksand"/>
                <a:sym typeface="Quicksand"/>
              </a:rPr>
              <a:t>Task:</a:t>
            </a:r>
            <a:r>
              <a:rPr lang="en-GB"/>
              <a:t> Use your design to make your own project with three sprites. When you click on each sprite, the score should change by a different amount.</a:t>
            </a:r>
            <a:endParaRPr/>
          </a:p>
        </p:txBody>
      </p:sp>
      <p:sp>
        <p:nvSpPr>
          <p:cNvPr id="199" name="Google Shape;199;p27"/>
          <p:cNvSpPr txBox="1">
            <a:spLocks noGrp="1"/>
          </p:cNvSpPr>
          <p:nvPr>
            <p:ph type="sldNum" idx="12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11</a:t>
            </a:fld>
            <a:endParaRPr/>
          </a:p>
        </p:txBody>
      </p:sp>
      <p:sp>
        <p:nvSpPr>
          <p:cNvPr id="200" name="Google Shape;200;p27"/>
          <p:cNvSpPr txBox="1">
            <a:spLocks noGrp="1"/>
          </p:cNvSpPr>
          <p:nvPr>
            <p:ph type="subTitle" idx="1"/>
          </p:nvPr>
        </p:nvSpPr>
        <p:spPr>
          <a:xfrm>
            <a:off x="5257800" y="0"/>
            <a:ext cx="3564900" cy="3141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 3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8"/>
          <p:cNvSpPr txBox="1">
            <a:spLocks noGrp="1"/>
          </p:cNvSpPr>
          <p:nvPr>
            <p:ph type="body" idx="1"/>
          </p:nvPr>
        </p:nvSpPr>
        <p:spPr>
          <a:xfrm>
            <a:off x="310900" y="1034000"/>
            <a:ext cx="8521200" cy="78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 the example you looked at earlier in the lesson, you identified that there are two variables for ‘Score’.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206" name="Google Shape;206;p28"/>
          <p:cNvSpPr txBox="1"/>
          <p:nvPr/>
        </p:nvSpPr>
        <p:spPr>
          <a:xfrm>
            <a:off x="309525" y="1804713"/>
            <a:ext cx="8268000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There are also variables for the teams — these are letters. Just like the score, these can change.</a:t>
            </a:r>
            <a:endParaRPr sz="180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07" name="Google Shape;207;p28"/>
          <p:cNvSpPr txBox="1">
            <a:spLocks noGrp="1"/>
          </p:cNvSpPr>
          <p:nvPr>
            <p:ph type="title"/>
          </p:nvPr>
        </p:nvSpPr>
        <p:spPr>
          <a:xfrm>
            <a:off x="310900" y="319600"/>
            <a:ext cx="8521200" cy="70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Different variables</a:t>
            </a:r>
            <a:endParaRPr/>
          </a:p>
        </p:txBody>
      </p:sp>
      <p:sp>
        <p:nvSpPr>
          <p:cNvPr id="208" name="Google Shape;208;p28"/>
          <p:cNvSpPr txBox="1">
            <a:spLocks noGrp="1"/>
          </p:cNvSpPr>
          <p:nvPr>
            <p:ph type="sldNum" idx="12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12</a:t>
            </a:fld>
            <a:endParaRPr/>
          </a:p>
        </p:txBody>
      </p:sp>
      <p:sp>
        <p:nvSpPr>
          <p:cNvPr id="209" name="Google Shape;209;p28"/>
          <p:cNvSpPr txBox="1">
            <a:spLocks noGrp="1"/>
          </p:cNvSpPr>
          <p:nvPr>
            <p:ph type="subTitle" idx="2"/>
          </p:nvPr>
        </p:nvSpPr>
        <p:spPr>
          <a:xfrm>
            <a:off x="5257800" y="0"/>
            <a:ext cx="3564900" cy="3141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Plenary</a:t>
            </a:r>
            <a:endParaRPr/>
          </a:p>
        </p:txBody>
      </p:sp>
      <p:sp>
        <p:nvSpPr>
          <p:cNvPr id="210" name="Google Shape;210;p28"/>
          <p:cNvSpPr/>
          <p:nvPr/>
        </p:nvSpPr>
        <p:spPr>
          <a:xfrm>
            <a:off x="6754763" y="3004575"/>
            <a:ext cx="1526700" cy="842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28"/>
          <p:cNvSpPr/>
          <p:nvPr/>
        </p:nvSpPr>
        <p:spPr>
          <a:xfrm>
            <a:off x="704625" y="2954025"/>
            <a:ext cx="7630200" cy="9756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2" name="Google Shape;21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992" y="3087370"/>
            <a:ext cx="1347602" cy="7089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3" name="Google Shape;213;p28"/>
          <p:cNvGrpSpPr/>
          <p:nvPr/>
        </p:nvGrpSpPr>
        <p:grpSpPr>
          <a:xfrm>
            <a:off x="6820300" y="3085200"/>
            <a:ext cx="1347600" cy="713232"/>
            <a:chOff x="2946650" y="3539688"/>
            <a:chExt cx="1347600" cy="713232"/>
          </a:xfrm>
        </p:grpSpPr>
        <p:sp>
          <p:nvSpPr>
            <p:cNvPr id="214" name="Google Shape;214;p28"/>
            <p:cNvSpPr/>
            <p:nvPr/>
          </p:nvSpPr>
          <p:spPr>
            <a:xfrm>
              <a:off x="2946650" y="3541838"/>
              <a:ext cx="1347600" cy="7089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15" name="Google Shape;215;p28" descr="Japan, Flag, Asia, National, Signs, Symbols, Country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085525" y="3539688"/>
              <a:ext cx="1069848" cy="71323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6" name="Google Shape;216;p28"/>
          <p:cNvSpPr txBox="1"/>
          <p:nvPr/>
        </p:nvSpPr>
        <p:spPr>
          <a:xfrm>
            <a:off x="2334325" y="3087375"/>
            <a:ext cx="1347600" cy="708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200" b="1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USA</a:t>
            </a:r>
            <a:endParaRPr sz="5200" b="1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17" name="Google Shape;217;p28"/>
          <p:cNvSpPr txBox="1"/>
          <p:nvPr/>
        </p:nvSpPr>
        <p:spPr>
          <a:xfrm>
            <a:off x="5382325" y="3087375"/>
            <a:ext cx="1347600" cy="708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200" b="1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JPN</a:t>
            </a:r>
            <a:endParaRPr sz="5200" b="1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18" name="Google Shape;218;p28"/>
          <p:cNvSpPr txBox="1"/>
          <p:nvPr/>
        </p:nvSpPr>
        <p:spPr>
          <a:xfrm>
            <a:off x="3768763" y="3082625"/>
            <a:ext cx="1526700" cy="708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200" b="1">
                <a:latin typeface="Oswald"/>
                <a:ea typeface="Oswald"/>
                <a:cs typeface="Oswald"/>
                <a:sym typeface="Oswald"/>
              </a:rPr>
              <a:t>0 - 0</a:t>
            </a:r>
            <a:endParaRPr sz="5200" b="1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19" name="Google Shape;219;p28"/>
          <p:cNvSpPr/>
          <p:nvPr/>
        </p:nvSpPr>
        <p:spPr>
          <a:xfrm>
            <a:off x="757988" y="2986725"/>
            <a:ext cx="1526700" cy="842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0" name="Google Shape;220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04313" y="3075500"/>
            <a:ext cx="1065002" cy="7089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8"/>
          <p:cNvSpPr txBox="1"/>
          <p:nvPr/>
        </p:nvSpPr>
        <p:spPr>
          <a:xfrm>
            <a:off x="2358338" y="3071175"/>
            <a:ext cx="1347600" cy="708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200" b="1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ESP</a:t>
            </a:r>
            <a:endParaRPr sz="5200" b="1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222" name="Google Shape;222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20300" y="3087375"/>
            <a:ext cx="1347600" cy="7089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8"/>
          <p:cNvSpPr txBox="1"/>
          <p:nvPr/>
        </p:nvSpPr>
        <p:spPr>
          <a:xfrm>
            <a:off x="5406338" y="3071175"/>
            <a:ext cx="1347600" cy="708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200" b="1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ENG</a:t>
            </a:r>
            <a:endParaRPr sz="5200" b="1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24" name="Google Shape;224;p28"/>
          <p:cNvSpPr/>
          <p:nvPr/>
        </p:nvSpPr>
        <p:spPr>
          <a:xfrm>
            <a:off x="3832400" y="3087375"/>
            <a:ext cx="448200" cy="7089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28"/>
          <p:cNvSpPr/>
          <p:nvPr/>
        </p:nvSpPr>
        <p:spPr>
          <a:xfrm>
            <a:off x="4812800" y="3087375"/>
            <a:ext cx="448200" cy="7089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00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28"/>
          <p:cNvSpPr txBox="1"/>
          <p:nvPr/>
        </p:nvSpPr>
        <p:spPr>
          <a:xfrm>
            <a:off x="2581850" y="4096625"/>
            <a:ext cx="1747200" cy="403800"/>
          </a:xfrm>
          <a:prstGeom prst="rect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Home_score</a:t>
            </a:r>
            <a:endParaRPr sz="180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cxnSp>
        <p:nvCxnSpPr>
          <p:cNvPr id="227" name="Google Shape;227;p28"/>
          <p:cNvCxnSpPr>
            <a:stCxn id="226" idx="0"/>
            <a:endCxn id="224" idx="2"/>
          </p:cNvCxnSpPr>
          <p:nvPr/>
        </p:nvCxnSpPr>
        <p:spPr>
          <a:xfrm rot="10800000" flipH="1">
            <a:off x="3455450" y="3796325"/>
            <a:ext cx="601200" cy="30030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8" name="Google Shape;228;p28"/>
          <p:cNvCxnSpPr>
            <a:stCxn id="229" idx="0"/>
            <a:endCxn id="225" idx="2"/>
          </p:cNvCxnSpPr>
          <p:nvPr/>
        </p:nvCxnSpPr>
        <p:spPr>
          <a:xfrm rot="10800000">
            <a:off x="5036900" y="3796275"/>
            <a:ext cx="224400" cy="300300"/>
          </a:xfrm>
          <a:prstGeom prst="straightConnector1">
            <a:avLst/>
          </a:prstGeom>
          <a:noFill/>
          <a:ln w="28575" cap="flat" cmpd="sng">
            <a:solidFill>
              <a:srgbClr val="00FF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30" name="Google Shape;230;p28"/>
          <p:cNvSpPr txBox="1"/>
          <p:nvPr/>
        </p:nvSpPr>
        <p:spPr>
          <a:xfrm>
            <a:off x="663225" y="4096625"/>
            <a:ext cx="1747200" cy="403800"/>
          </a:xfrm>
          <a:prstGeom prst="rect">
            <a:avLst/>
          </a:prstGeom>
          <a:noFill/>
          <a:ln w="28575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Home_team</a:t>
            </a:r>
            <a:endParaRPr sz="180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31" name="Google Shape;231;p28"/>
          <p:cNvSpPr txBox="1"/>
          <p:nvPr/>
        </p:nvSpPr>
        <p:spPr>
          <a:xfrm>
            <a:off x="6498650" y="4096625"/>
            <a:ext cx="1593600" cy="4038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Away_team</a:t>
            </a:r>
            <a:endParaRPr sz="180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32" name="Google Shape;232;p28"/>
          <p:cNvSpPr/>
          <p:nvPr/>
        </p:nvSpPr>
        <p:spPr>
          <a:xfrm>
            <a:off x="2460800" y="3087375"/>
            <a:ext cx="1163100" cy="7089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28"/>
          <p:cNvSpPr/>
          <p:nvPr/>
        </p:nvSpPr>
        <p:spPr>
          <a:xfrm>
            <a:off x="5508800" y="3087375"/>
            <a:ext cx="1163100" cy="7089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34" name="Google Shape;234;p28"/>
          <p:cNvCxnSpPr>
            <a:stCxn id="230" idx="0"/>
            <a:endCxn id="232" idx="2"/>
          </p:cNvCxnSpPr>
          <p:nvPr/>
        </p:nvCxnSpPr>
        <p:spPr>
          <a:xfrm rot="10800000" flipH="1">
            <a:off x="1536825" y="3796325"/>
            <a:ext cx="1505400" cy="300300"/>
          </a:xfrm>
          <a:prstGeom prst="straightConnector1">
            <a:avLst/>
          </a:prstGeom>
          <a:noFill/>
          <a:ln w="28575" cap="flat" cmpd="sng">
            <a:solidFill>
              <a:srgbClr val="00FF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35" name="Google Shape;235;p28"/>
          <p:cNvCxnSpPr>
            <a:stCxn id="231" idx="0"/>
            <a:endCxn id="233" idx="2"/>
          </p:cNvCxnSpPr>
          <p:nvPr/>
        </p:nvCxnSpPr>
        <p:spPr>
          <a:xfrm rot="10800000">
            <a:off x="6090350" y="3796325"/>
            <a:ext cx="1205100" cy="3003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36" name="Google Shape;236;p28"/>
          <p:cNvSpPr txBox="1"/>
          <p:nvPr/>
        </p:nvSpPr>
        <p:spPr>
          <a:xfrm>
            <a:off x="4536600" y="4096675"/>
            <a:ext cx="1747200" cy="403800"/>
          </a:xfrm>
          <a:prstGeom prst="rect">
            <a:avLst/>
          </a:prstGeom>
          <a:noFill/>
          <a:ln w="28575" cap="flat" cmpd="sng">
            <a:solidFill>
              <a:srgbClr val="00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Away_score</a:t>
            </a:r>
            <a:endParaRPr sz="180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9"/>
          <p:cNvSpPr txBox="1">
            <a:spLocks noGrp="1"/>
          </p:cNvSpPr>
          <p:nvPr>
            <p:ph type="body" idx="1"/>
          </p:nvPr>
        </p:nvSpPr>
        <p:spPr>
          <a:xfrm>
            <a:off x="310900" y="1017725"/>
            <a:ext cx="8521200" cy="381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GB"/>
              <a:t>On the activity sheet, find the values of the variables.</a:t>
            </a:r>
            <a:endParaRPr/>
          </a:p>
        </p:txBody>
      </p:sp>
      <p:sp>
        <p:nvSpPr>
          <p:cNvPr id="242" name="Google Shape;242;p29"/>
          <p:cNvSpPr txBox="1">
            <a:spLocks noGrp="1"/>
          </p:cNvSpPr>
          <p:nvPr>
            <p:ph type="title"/>
          </p:nvPr>
        </p:nvSpPr>
        <p:spPr>
          <a:xfrm>
            <a:off x="310900" y="319600"/>
            <a:ext cx="8521200" cy="70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Variables</a:t>
            </a:r>
            <a:endParaRPr/>
          </a:p>
        </p:txBody>
      </p:sp>
      <p:sp>
        <p:nvSpPr>
          <p:cNvPr id="243" name="Google Shape;243;p29"/>
          <p:cNvSpPr txBox="1">
            <a:spLocks noGrp="1"/>
          </p:cNvSpPr>
          <p:nvPr>
            <p:ph type="sldNum" idx="12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13</a:t>
            </a:fld>
            <a:endParaRPr/>
          </a:p>
        </p:txBody>
      </p:sp>
      <p:sp>
        <p:nvSpPr>
          <p:cNvPr id="244" name="Google Shape;244;p29"/>
          <p:cNvSpPr txBox="1">
            <a:spLocks noGrp="1"/>
          </p:cNvSpPr>
          <p:nvPr>
            <p:ph type="subTitle" idx="2"/>
          </p:nvPr>
        </p:nvSpPr>
        <p:spPr>
          <a:xfrm>
            <a:off x="5257800" y="0"/>
            <a:ext cx="3564900" cy="3141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Plenary</a:t>
            </a:r>
            <a:endParaRPr/>
          </a:p>
        </p:txBody>
      </p:sp>
      <p:pic>
        <p:nvPicPr>
          <p:cNvPr id="245" name="Google Shape;24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4475" y="2176463"/>
            <a:ext cx="5734050" cy="79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04975" y="3280200"/>
            <a:ext cx="5734050" cy="79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0"/>
          <p:cNvSpPr txBox="1">
            <a:spLocks noGrp="1"/>
          </p:cNvSpPr>
          <p:nvPr>
            <p:ph type="sldNum" idx="12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14</a:t>
            </a:fld>
            <a:endParaRPr/>
          </a:p>
        </p:txBody>
      </p:sp>
      <p:sp>
        <p:nvSpPr>
          <p:cNvPr id="252" name="Google Shape;252;p30"/>
          <p:cNvSpPr txBox="1">
            <a:spLocks noGrp="1"/>
          </p:cNvSpPr>
          <p:nvPr>
            <p:ph type="subTitle" idx="2"/>
          </p:nvPr>
        </p:nvSpPr>
        <p:spPr>
          <a:xfrm>
            <a:off x="5257800" y="0"/>
            <a:ext cx="3564900" cy="3141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Assessment</a:t>
            </a:r>
            <a:endParaRPr/>
          </a:p>
        </p:txBody>
      </p:sp>
      <p:sp>
        <p:nvSpPr>
          <p:cNvPr id="253" name="Google Shape;253;p30"/>
          <p:cNvSpPr txBox="1"/>
          <p:nvPr/>
        </p:nvSpPr>
        <p:spPr>
          <a:xfrm>
            <a:off x="310900" y="1170124"/>
            <a:ext cx="4096500" cy="36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icksand"/>
              <a:buChar char="●"/>
            </a:pPr>
            <a:r>
              <a:rPr lang="en-GB" sz="1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I can identify examples of information that is variable</a:t>
            </a:r>
            <a:endParaRPr sz="180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icksand"/>
              <a:buChar char="●"/>
            </a:pPr>
            <a:r>
              <a:rPr lang="en-GB" sz="1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I can explain that the way that a variable changes can be defined</a:t>
            </a:r>
            <a:endParaRPr sz="180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5B5BA5"/>
              </a:buClr>
              <a:buSzPts val="1800"/>
              <a:buFont typeface="Quicksand"/>
              <a:buChar char="●"/>
            </a:pPr>
            <a:r>
              <a:rPr lang="en-GB" sz="1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I can identify that variables can hold numbers or letters</a:t>
            </a:r>
            <a:r>
              <a:rPr lang="en-GB" sz="18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endParaRPr sz="1800"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54" name="Google Shape;254;p30"/>
          <p:cNvSpPr txBox="1"/>
          <p:nvPr/>
        </p:nvSpPr>
        <p:spPr>
          <a:xfrm>
            <a:off x="310900" y="319600"/>
            <a:ext cx="8521200" cy="6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How confident are you? (1–3)</a:t>
            </a:r>
            <a:endParaRPr sz="2400" b="1"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55" name="Google Shape;255;p30"/>
          <p:cNvSpPr txBox="1"/>
          <p:nvPr/>
        </p:nvSpPr>
        <p:spPr>
          <a:xfrm>
            <a:off x="6185600" y="1292600"/>
            <a:ext cx="1904100" cy="47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3 – Very confident</a:t>
            </a:r>
            <a:endParaRPr sz="1500" b="1"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56" name="Google Shape;256;p30"/>
          <p:cNvSpPr txBox="1"/>
          <p:nvPr/>
        </p:nvSpPr>
        <p:spPr>
          <a:xfrm>
            <a:off x="6185600" y="3414350"/>
            <a:ext cx="1981500" cy="47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1 </a:t>
            </a:r>
            <a:r>
              <a:rPr lang="en-GB" sz="15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–</a:t>
            </a:r>
            <a:r>
              <a:rPr lang="en-GB" sz="1500" b="1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 Not confident</a:t>
            </a:r>
            <a:endParaRPr sz="1500" b="1"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pic>
        <p:nvPicPr>
          <p:cNvPr id="257" name="Google Shape;25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68224" y="1131670"/>
            <a:ext cx="485775" cy="79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7981799" y="2192558"/>
            <a:ext cx="485775" cy="79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8032624" y="3253433"/>
            <a:ext cx="485775" cy="796725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30"/>
          <p:cNvSpPr txBox="1"/>
          <p:nvPr/>
        </p:nvSpPr>
        <p:spPr>
          <a:xfrm>
            <a:off x="6185600" y="2347550"/>
            <a:ext cx="1448100" cy="47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2 </a:t>
            </a:r>
            <a:r>
              <a:rPr lang="en-GB" sz="15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–</a:t>
            </a:r>
            <a:r>
              <a:rPr lang="en-GB" sz="1500" b="1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 Unsure </a:t>
            </a:r>
            <a:endParaRPr sz="1500" b="1"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1"/>
          <p:cNvSpPr txBox="1">
            <a:spLocks noGrp="1"/>
          </p:cNvSpPr>
          <p:nvPr>
            <p:ph type="body" idx="1"/>
          </p:nvPr>
        </p:nvSpPr>
        <p:spPr>
          <a:xfrm>
            <a:off x="310900" y="1170124"/>
            <a:ext cx="40965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In this lesson, you…</a:t>
            </a:r>
            <a:endParaRPr b="1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Learned that a variable can be set and changed 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Modified an existing variable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Created your own examples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266" name="Google Shape;266;p31"/>
          <p:cNvSpPr txBox="1">
            <a:spLocks noGrp="1"/>
          </p:cNvSpPr>
          <p:nvPr>
            <p:ph type="title"/>
          </p:nvPr>
        </p:nvSpPr>
        <p:spPr>
          <a:xfrm>
            <a:off x="310900" y="319600"/>
            <a:ext cx="8521200" cy="69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Next lesson</a:t>
            </a:r>
            <a:endParaRPr/>
          </a:p>
        </p:txBody>
      </p:sp>
      <p:sp>
        <p:nvSpPr>
          <p:cNvPr id="267" name="Google Shape;267;p31"/>
          <p:cNvSpPr txBox="1">
            <a:spLocks noGrp="1"/>
          </p:cNvSpPr>
          <p:nvPr>
            <p:ph type="sldNum" idx="12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15</a:t>
            </a:fld>
            <a:endParaRPr/>
          </a:p>
        </p:txBody>
      </p:sp>
      <p:sp>
        <p:nvSpPr>
          <p:cNvPr id="268" name="Google Shape;268;p31"/>
          <p:cNvSpPr txBox="1">
            <a:spLocks noGrp="1"/>
          </p:cNvSpPr>
          <p:nvPr>
            <p:ph type="body" idx="2"/>
          </p:nvPr>
        </p:nvSpPr>
        <p:spPr>
          <a:xfrm>
            <a:off x="4736600" y="1170100"/>
            <a:ext cx="4270800" cy="36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Next lesson, you will…</a:t>
            </a:r>
            <a:endParaRPr b="1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Find out how variables are updated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Learn about the importance of naming variables carefully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269" name="Google Shape;269;p31"/>
          <p:cNvSpPr txBox="1">
            <a:spLocks noGrp="1"/>
          </p:cNvSpPr>
          <p:nvPr>
            <p:ph type="subTitle" idx="3"/>
          </p:nvPr>
        </p:nvSpPr>
        <p:spPr>
          <a:xfrm>
            <a:off x="5257800" y="0"/>
            <a:ext cx="3564900" cy="3141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Summary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CCE Slides">
  <a:themeElements>
    <a:clrScheme name="Simple Light">
      <a:dk1>
        <a:srgbClr val="5B5BA5"/>
      </a:dk1>
      <a:lt1>
        <a:srgbClr val="FFFFFF"/>
      </a:lt1>
      <a:dk2>
        <a:srgbClr val="E9E9F3"/>
      </a:dk2>
      <a:lt2>
        <a:srgbClr val="F2F6FC"/>
      </a:lt2>
      <a:accent1>
        <a:srgbClr val="E9F7FC"/>
      </a:accent1>
      <a:accent2>
        <a:srgbClr val="FFEFDA"/>
      </a:accent2>
      <a:accent3>
        <a:srgbClr val="ECF8F5"/>
      </a:accent3>
      <a:accent4>
        <a:srgbClr val="FEF2F6"/>
      </a:accent4>
      <a:accent5>
        <a:srgbClr val="E6E6EA"/>
      </a:accent5>
      <a:accent6>
        <a:srgbClr val="F0F6ED"/>
      </a:accent6>
      <a:hlink>
        <a:srgbClr val="3197A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CCE Slides">
  <a:themeElements>
    <a:clrScheme name="Simple Light">
      <a:dk1>
        <a:srgbClr val="5B5BA5"/>
      </a:dk1>
      <a:lt1>
        <a:srgbClr val="FFFFFF"/>
      </a:lt1>
      <a:dk2>
        <a:srgbClr val="E9E9F3"/>
      </a:dk2>
      <a:lt2>
        <a:srgbClr val="F2F6FC"/>
      </a:lt2>
      <a:accent1>
        <a:srgbClr val="E9F7FC"/>
      </a:accent1>
      <a:accent2>
        <a:srgbClr val="FFEFDA"/>
      </a:accent2>
      <a:accent3>
        <a:srgbClr val="ECF8F5"/>
      </a:accent3>
      <a:accent4>
        <a:srgbClr val="FEF2F6"/>
      </a:accent4>
      <a:accent5>
        <a:srgbClr val="E6E6EA"/>
      </a:accent5>
      <a:accent6>
        <a:srgbClr val="F0F6ED"/>
      </a:accent6>
      <a:hlink>
        <a:srgbClr val="3197A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781</Words>
  <Application>Microsoft Macintosh PowerPoint</Application>
  <PresentationFormat>On-screen Show (16:9)</PresentationFormat>
  <Paragraphs>139</Paragraphs>
  <Slides>15</Slides>
  <Notes>15</Notes>
  <HiddenSlides>0</HiddenSlides>
  <MMClips>2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Handlee</vt:lpstr>
      <vt:lpstr>Quicksand</vt:lpstr>
      <vt:lpstr>Arial</vt:lpstr>
      <vt:lpstr>Oswald</vt:lpstr>
      <vt:lpstr>Quicksand Medium</vt:lpstr>
      <vt:lpstr>NCCE Slides</vt:lpstr>
      <vt:lpstr>NCCE Slides</vt:lpstr>
      <vt:lpstr>Lesson 1: Introducing variables</vt:lpstr>
      <vt:lpstr>Lesson 1: Introducing variables</vt:lpstr>
      <vt:lpstr>What is changing?</vt:lpstr>
      <vt:lpstr>Changing the score</vt:lpstr>
      <vt:lpstr>Variables in a project</vt:lpstr>
      <vt:lpstr>A variable can be set and changed throughout the running of a program.</vt:lpstr>
      <vt:lpstr>The project includes a number variable for ‘Score’</vt:lpstr>
      <vt:lpstr>This is what your new code should look like</vt:lpstr>
      <vt:lpstr>Design your own project including variables</vt:lpstr>
      <vt:lpstr>Creating a variable</vt:lpstr>
      <vt:lpstr>Task: Use your design to make your own project with three sprites. When you click on each sprite, the score should change by a different amount.</vt:lpstr>
      <vt:lpstr>Different variables</vt:lpstr>
      <vt:lpstr>Variables</vt:lpstr>
      <vt:lpstr>PowerPoint Presentation</vt:lpstr>
      <vt:lpstr>Next lesson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1: Introducing variables</dc:title>
  <cp:lastModifiedBy>Microsoft Office User</cp:lastModifiedBy>
  <cp:revision>1</cp:revision>
  <dcterms:modified xsi:type="dcterms:W3CDTF">2022-02-07T11:37:49Z</dcterms:modified>
</cp:coreProperties>
</file>