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31" r:id="rId3"/>
    <p:sldId id="332" r:id="rId4"/>
    <p:sldId id="333" r:id="rId5"/>
    <p:sldId id="334" r:id="rId6"/>
    <p:sldId id="335" r:id="rId7"/>
    <p:sldId id="328" r:id="rId8"/>
    <p:sldId id="329" r:id="rId9"/>
    <p:sldId id="330" r:id="rId10"/>
    <p:sldId id="327" r:id="rId11"/>
    <p:sldId id="263" r:id="rId12"/>
    <p:sldId id="264" r:id="rId13"/>
    <p:sldId id="265" r:id="rId14"/>
    <p:sldId id="26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7" r:id="rId32"/>
    <p:sldId id="285" r:id="rId33"/>
    <p:sldId id="286" r:id="rId34"/>
    <p:sldId id="288" r:id="rId35"/>
    <p:sldId id="289" r:id="rId36"/>
    <p:sldId id="292" r:id="rId37"/>
    <p:sldId id="293" r:id="rId38"/>
    <p:sldId id="300" r:id="rId39"/>
    <p:sldId id="301" r:id="rId40"/>
    <p:sldId id="303" r:id="rId41"/>
    <p:sldId id="304" r:id="rId42"/>
    <p:sldId id="305" r:id="rId43"/>
    <p:sldId id="307" r:id="rId44"/>
    <p:sldId id="295" r:id="rId45"/>
    <p:sldId id="296" r:id="rId46"/>
    <p:sldId id="297" r:id="rId47"/>
    <p:sldId id="298" r:id="rId48"/>
    <p:sldId id="299" r:id="rId49"/>
    <p:sldId id="308" r:id="rId50"/>
    <p:sldId id="309" r:id="rId51"/>
    <p:sldId id="311" r:id="rId52"/>
    <p:sldId id="312" r:id="rId53"/>
    <p:sldId id="313" r:id="rId54"/>
    <p:sldId id="315" r:id="rId55"/>
    <p:sldId id="316" r:id="rId56"/>
    <p:sldId id="317" r:id="rId57"/>
    <p:sldId id="318" r:id="rId58"/>
    <p:sldId id="324" r:id="rId59"/>
    <p:sldId id="326" r:id="rId60"/>
    <p:sldId id="325" r:id="rId61"/>
    <p:sldId id="336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0750675F-62C7-42D9-82CB-27ADE16931E6}" type="datetimeFigureOut">
              <a:rPr lang="en-IE" smtClean="0"/>
              <a:pPr/>
              <a:t>18/03/2015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F837B86B-5D79-4699-931F-83AA47A324C4}" type="slidenum">
              <a:rPr lang="en-IE" smtClean="0"/>
              <a:pPr/>
              <a:t>‹#›</a:t>
            </a:fld>
            <a:endParaRPr lang="en-I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smtClean="0"/>
              <a:t>An </a:t>
            </a:r>
            <a:r>
              <a:rPr lang="en-IE" dirty="0" err="1" smtClean="0"/>
              <a:t>Spailpín</a:t>
            </a:r>
            <a:r>
              <a:rPr lang="en-IE" dirty="0" smtClean="0"/>
              <a:t> </a:t>
            </a:r>
            <a:r>
              <a:rPr lang="en-IE" dirty="0" err="1" smtClean="0"/>
              <a:t>Fánach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106244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Cad is </a:t>
            </a:r>
            <a:r>
              <a:rPr lang="en-IE" dirty="0" err="1"/>
              <a:t>brí</a:t>
            </a:r>
            <a:r>
              <a:rPr lang="en-IE" dirty="0"/>
              <a:t> le “</a:t>
            </a:r>
            <a:r>
              <a:rPr lang="en-IE" dirty="0" err="1"/>
              <a:t>spailpín</a:t>
            </a:r>
            <a:r>
              <a:rPr lang="en-IE" dirty="0"/>
              <a:t>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 err="1" smtClean="0"/>
              <a:t>Ní</a:t>
            </a:r>
            <a:r>
              <a:rPr lang="en-IE" dirty="0" smtClean="0"/>
              <a:t> </a:t>
            </a:r>
            <a:r>
              <a:rPr lang="en-IE" dirty="0" err="1" smtClean="0"/>
              <a:t>raibh</a:t>
            </a:r>
            <a:r>
              <a:rPr lang="en-IE" dirty="0" smtClean="0"/>
              <a:t> </a:t>
            </a:r>
            <a:r>
              <a:rPr lang="en-IE" sz="2800" u="sng" dirty="0" smtClean="0"/>
              <a:t>a </a:t>
            </a:r>
            <a:r>
              <a:rPr lang="en-IE" sz="2800" u="sng" dirty="0" err="1" smtClean="0"/>
              <a:t>thalamh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féin</a:t>
            </a:r>
            <a:r>
              <a:rPr lang="en-IE" sz="2800" u="sng" dirty="0" smtClean="0"/>
              <a:t> </a:t>
            </a:r>
            <a:r>
              <a:rPr lang="en-IE" dirty="0" err="1" smtClean="0"/>
              <a:t>aige</a:t>
            </a:r>
            <a:r>
              <a:rPr lang="en-IE" dirty="0" smtClean="0"/>
              <a:t>. </a:t>
            </a:r>
          </a:p>
          <a:p>
            <a:pPr marL="68580" indent="0">
              <a:buNone/>
            </a:pPr>
            <a:r>
              <a:rPr lang="en-IE" dirty="0"/>
              <a:t>	</a:t>
            </a:r>
            <a:endParaRPr lang="en-IE" dirty="0" smtClean="0"/>
          </a:p>
          <a:p>
            <a:r>
              <a:rPr lang="en-IE" dirty="0" err="1" smtClean="0"/>
              <a:t>Ní</a:t>
            </a:r>
            <a:r>
              <a:rPr lang="en-IE" dirty="0" smtClean="0"/>
              <a:t> </a:t>
            </a:r>
            <a:r>
              <a:rPr lang="en-IE" dirty="0" err="1" smtClean="0"/>
              <a:t>raibh</a:t>
            </a:r>
            <a:r>
              <a:rPr lang="en-IE" dirty="0" smtClean="0"/>
              <a:t> </a:t>
            </a:r>
            <a:r>
              <a:rPr lang="en-IE" sz="2800" u="sng" dirty="0" err="1" smtClean="0"/>
              <a:t>obair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rialta</a:t>
            </a:r>
            <a:r>
              <a:rPr lang="en-IE" sz="2800" u="sng" dirty="0" smtClean="0"/>
              <a:t> </a:t>
            </a:r>
            <a:r>
              <a:rPr lang="en-IE" dirty="0" err="1" smtClean="0"/>
              <a:t>aige</a:t>
            </a:r>
            <a:r>
              <a:rPr lang="en-IE" dirty="0" smtClean="0"/>
              <a:t>. </a:t>
            </a:r>
          </a:p>
          <a:p>
            <a:pPr marL="365760" lvl="1" indent="0">
              <a:buNone/>
            </a:pPr>
            <a:r>
              <a:rPr lang="en-IE" i="1" dirty="0"/>
              <a:t>	</a:t>
            </a:r>
            <a:endParaRPr lang="en-IE" i="1" dirty="0" smtClean="0"/>
          </a:p>
          <a:p>
            <a:pPr marL="365760" lvl="1" indent="0">
              <a:buNone/>
            </a:pPr>
            <a:r>
              <a:rPr lang="en-IE" i="1" dirty="0" err="1" smtClean="0"/>
              <a:t>speal</a:t>
            </a:r>
            <a:r>
              <a:rPr lang="en-IE" i="1" dirty="0" smtClean="0"/>
              <a:t> = scythe</a:t>
            </a:r>
          </a:p>
          <a:p>
            <a:pPr marL="365760" lvl="1" indent="0">
              <a:buNone/>
            </a:pPr>
            <a:r>
              <a:rPr lang="en-IE" i="1" dirty="0" err="1" smtClean="0"/>
              <a:t>pín</a:t>
            </a:r>
            <a:r>
              <a:rPr lang="en-IE" i="1" dirty="0" smtClean="0"/>
              <a:t> = </a:t>
            </a:r>
            <a:r>
              <a:rPr lang="en-IE" i="1" dirty="0" err="1" smtClean="0"/>
              <a:t>pingin</a:t>
            </a:r>
            <a:endParaRPr lang="en-IE" i="1" dirty="0"/>
          </a:p>
        </p:txBody>
      </p:sp>
    </p:spTree>
    <p:extLst>
      <p:ext uri="{BB962C8B-B14F-4D97-AF65-F5344CB8AC3E}">
        <p14:creationId xmlns="" xmlns:p14="http://schemas.microsoft.com/office/powerpoint/2010/main" val="347924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332656"/>
            <a:ext cx="7024744" cy="576064"/>
          </a:xfrm>
        </p:spPr>
        <p:txBody>
          <a:bodyPr>
            <a:normAutofit fontScale="90000"/>
          </a:bodyPr>
          <a:lstStyle/>
          <a:p>
            <a:r>
              <a:rPr lang="en-IE" dirty="0" err="1" smtClean="0"/>
              <a:t>Cruachás</a:t>
            </a:r>
            <a:r>
              <a:rPr lang="en-IE" dirty="0" smtClean="0"/>
              <a:t> (</a:t>
            </a:r>
            <a:r>
              <a:rPr lang="en-IE" dirty="0" err="1" smtClean="0"/>
              <a:t>Téama</a:t>
            </a:r>
            <a:r>
              <a:rPr lang="en-IE" dirty="0" smtClean="0"/>
              <a:t>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980728"/>
            <a:ext cx="7416940" cy="5472608"/>
          </a:xfrm>
        </p:spPr>
        <p:txBody>
          <a:bodyPr>
            <a:normAutofit/>
          </a:bodyPr>
          <a:lstStyle/>
          <a:p>
            <a:r>
              <a:rPr lang="en-IE" dirty="0" err="1" smtClean="0"/>
              <a:t>Bhí</a:t>
            </a:r>
            <a:r>
              <a:rPr lang="en-IE" dirty="0" smtClean="0"/>
              <a:t> a </a:t>
            </a:r>
            <a:r>
              <a:rPr lang="en-IE" dirty="0" err="1" smtClean="0"/>
              <a:t>shaol</a:t>
            </a:r>
            <a:r>
              <a:rPr lang="en-IE" dirty="0" smtClean="0"/>
              <a:t> </a:t>
            </a:r>
            <a:r>
              <a:rPr lang="en-IE" dirty="0" err="1" smtClean="0"/>
              <a:t>lán</a:t>
            </a:r>
            <a:r>
              <a:rPr lang="en-IE" dirty="0" smtClean="0"/>
              <a:t> le </a:t>
            </a:r>
            <a:r>
              <a:rPr lang="en-IE" sz="3000" u="sng" dirty="0" err="1" smtClean="0"/>
              <a:t>cruachás</a:t>
            </a:r>
            <a:r>
              <a:rPr lang="en-IE" dirty="0" smtClean="0"/>
              <a:t>.</a:t>
            </a:r>
          </a:p>
          <a:p>
            <a:pPr lvl="1"/>
            <a:endParaRPr lang="en-IE" i="1" dirty="0" smtClean="0"/>
          </a:p>
          <a:p>
            <a:r>
              <a:rPr lang="en-IE" dirty="0" err="1" smtClean="0"/>
              <a:t>Bhí</a:t>
            </a:r>
            <a:r>
              <a:rPr lang="en-IE" dirty="0" smtClean="0"/>
              <a:t> </a:t>
            </a:r>
            <a:r>
              <a:rPr lang="en-IE" dirty="0" err="1" smtClean="0"/>
              <a:t>sé</a:t>
            </a:r>
            <a:r>
              <a:rPr lang="en-IE" dirty="0" smtClean="0"/>
              <a:t> </a:t>
            </a:r>
            <a:r>
              <a:rPr lang="en-IE" dirty="0" err="1" smtClean="0"/>
              <a:t>ag</a:t>
            </a:r>
            <a:r>
              <a:rPr lang="en-IE" dirty="0" smtClean="0"/>
              <a:t> </a:t>
            </a:r>
            <a:r>
              <a:rPr lang="en-IE" dirty="0" err="1" smtClean="0"/>
              <a:t>obair</a:t>
            </a:r>
            <a:r>
              <a:rPr lang="en-IE" dirty="0" smtClean="0"/>
              <a:t> </a:t>
            </a:r>
            <a:r>
              <a:rPr lang="en-IE" dirty="0" err="1" smtClean="0"/>
              <a:t>sa</a:t>
            </a:r>
            <a:r>
              <a:rPr lang="en-IE" dirty="0" smtClean="0"/>
              <a:t> </a:t>
            </a:r>
            <a:r>
              <a:rPr lang="en-IE" sz="2800" u="sng" dirty="0" err="1" smtClean="0"/>
              <a:t>drochaimsir</a:t>
            </a:r>
            <a:r>
              <a:rPr lang="en-IE" dirty="0" smtClean="0"/>
              <a:t>.</a:t>
            </a:r>
          </a:p>
          <a:p>
            <a:pPr lvl="1"/>
            <a:endParaRPr lang="en-IE" i="1" dirty="0" smtClean="0"/>
          </a:p>
          <a:p>
            <a:r>
              <a:rPr lang="en-IE" dirty="0" err="1" smtClean="0"/>
              <a:t>Chuaigh</a:t>
            </a:r>
            <a:r>
              <a:rPr lang="en-IE" dirty="0" smtClean="0"/>
              <a:t> </a:t>
            </a:r>
            <a:r>
              <a:rPr lang="en-IE" dirty="0" err="1" smtClean="0"/>
              <a:t>sé</a:t>
            </a:r>
            <a:r>
              <a:rPr lang="en-IE" dirty="0" smtClean="0"/>
              <a:t> ó </a:t>
            </a:r>
            <a:r>
              <a:rPr lang="en-IE" dirty="0" err="1" smtClean="0"/>
              <a:t>áit</a:t>
            </a:r>
            <a:r>
              <a:rPr lang="en-IE" dirty="0" smtClean="0"/>
              <a:t> go </a:t>
            </a:r>
            <a:r>
              <a:rPr lang="en-IE" dirty="0" err="1" smtClean="0"/>
              <a:t>háit</a:t>
            </a:r>
            <a:r>
              <a:rPr lang="en-IE" dirty="0"/>
              <a:t> </a:t>
            </a:r>
            <a:r>
              <a:rPr lang="en-IE" sz="2800" u="sng" dirty="0" err="1" smtClean="0"/>
              <a:t>ag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lorg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oibre</a:t>
            </a:r>
            <a:r>
              <a:rPr lang="en-IE" dirty="0" smtClean="0"/>
              <a:t>.</a:t>
            </a:r>
          </a:p>
          <a:p>
            <a:pPr lvl="1"/>
            <a:endParaRPr lang="en-IE" i="1" dirty="0" smtClean="0"/>
          </a:p>
          <a:p>
            <a:r>
              <a:rPr lang="en-IE" dirty="0" err="1" smtClean="0"/>
              <a:t>Chaith</a:t>
            </a:r>
            <a:r>
              <a:rPr lang="en-IE" dirty="0" smtClean="0"/>
              <a:t> </a:t>
            </a:r>
            <a:r>
              <a:rPr lang="en-IE" dirty="0" err="1" smtClean="0"/>
              <a:t>sé</a:t>
            </a:r>
            <a:r>
              <a:rPr lang="en-IE" dirty="0" smtClean="0"/>
              <a:t> an-</a:t>
            </a:r>
            <a:r>
              <a:rPr lang="en-IE" dirty="0" err="1" smtClean="0"/>
              <a:t>chuid</a:t>
            </a:r>
            <a:r>
              <a:rPr lang="en-IE" dirty="0" smtClean="0"/>
              <a:t> </a:t>
            </a:r>
            <a:r>
              <a:rPr lang="en-IE" dirty="0" err="1" smtClean="0"/>
              <a:t>ama</a:t>
            </a:r>
            <a:r>
              <a:rPr lang="en-IE" dirty="0" smtClean="0"/>
              <a:t> </a:t>
            </a:r>
            <a:r>
              <a:rPr lang="en-IE" sz="3000" u="sng" dirty="0" err="1" smtClean="0"/>
              <a:t>ag</a:t>
            </a:r>
            <a:r>
              <a:rPr lang="en-IE" sz="3000" u="sng" dirty="0" smtClean="0"/>
              <a:t> </a:t>
            </a:r>
            <a:r>
              <a:rPr lang="en-IE" sz="3000" u="sng" dirty="0" err="1" smtClean="0"/>
              <a:t>taisteal</a:t>
            </a:r>
            <a:r>
              <a:rPr lang="en-IE" dirty="0" smtClean="0"/>
              <a:t>. </a:t>
            </a:r>
          </a:p>
          <a:p>
            <a:pPr lvl="1"/>
            <a:endParaRPr lang="en-IE" i="1" dirty="0" smtClean="0"/>
          </a:p>
          <a:p>
            <a:r>
              <a:rPr lang="en-IE" dirty="0" err="1" smtClean="0"/>
              <a:t>Bhí</a:t>
            </a:r>
            <a:r>
              <a:rPr lang="en-IE" dirty="0" smtClean="0"/>
              <a:t> </a:t>
            </a:r>
            <a:r>
              <a:rPr lang="en-IE" sz="2600" dirty="0" err="1" smtClean="0"/>
              <a:t>sé</a:t>
            </a:r>
            <a:r>
              <a:rPr lang="en-IE" sz="2600" dirty="0" smtClean="0"/>
              <a:t> </a:t>
            </a:r>
            <a:r>
              <a:rPr lang="en-IE" sz="3000" u="sng" dirty="0" err="1" smtClean="0"/>
              <a:t>tinn</a:t>
            </a:r>
            <a:r>
              <a:rPr lang="en-IE" sz="3000" u="sng" dirty="0" smtClean="0"/>
              <a:t> go </a:t>
            </a:r>
            <a:r>
              <a:rPr lang="en-IE" sz="3000" u="sng" dirty="0" err="1" smtClean="0"/>
              <a:t>minic</a:t>
            </a:r>
            <a:r>
              <a:rPr lang="en-IE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40785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76672"/>
            <a:ext cx="7024744" cy="648072"/>
          </a:xfrm>
        </p:spPr>
        <p:txBody>
          <a:bodyPr>
            <a:normAutofit fontScale="90000"/>
          </a:bodyPr>
          <a:lstStyle/>
          <a:p>
            <a:r>
              <a:rPr lang="en-IE" dirty="0" err="1" smtClean="0"/>
              <a:t>Náire</a:t>
            </a:r>
            <a:r>
              <a:rPr lang="en-IE" dirty="0" smtClean="0"/>
              <a:t> (</a:t>
            </a:r>
            <a:r>
              <a:rPr lang="en-IE" dirty="0" err="1" smtClean="0"/>
              <a:t>Téama</a:t>
            </a:r>
            <a:r>
              <a:rPr lang="en-IE" dirty="0" smtClean="0"/>
              <a:t> /</a:t>
            </a:r>
            <a:r>
              <a:rPr lang="en-IE" dirty="0" err="1" smtClean="0"/>
              <a:t>Mothúchán</a:t>
            </a:r>
            <a:r>
              <a:rPr lang="en-IE" dirty="0" smtClean="0"/>
              <a:t>)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24744"/>
            <a:ext cx="7488948" cy="5544616"/>
          </a:xfrm>
        </p:spPr>
        <p:txBody>
          <a:bodyPr>
            <a:normAutofit/>
          </a:bodyPr>
          <a:lstStyle/>
          <a:p>
            <a:r>
              <a:rPr lang="en-IE" sz="2800" u="sng" dirty="0" err="1" smtClean="0"/>
              <a:t>Chaill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sé</a:t>
            </a:r>
            <a:r>
              <a:rPr lang="en-IE" sz="2800" u="sng" dirty="0" smtClean="0"/>
              <a:t> a </a:t>
            </a:r>
            <a:r>
              <a:rPr lang="en-IE" sz="2800" u="sng" dirty="0" err="1" smtClean="0"/>
              <a:t>stádas</a:t>
            </a:r>
            <a:r>
              <a:rPr lang="en-IE" sz="2800" u="sng" dirty="0" smtClean="0"/>
              <a:t> </a:t>
            </a:r>
            <a:r>
              <a:rPr lang="en-IE" dirty="0" err="1" smtClean="0"/>
              <a:t>agus</a:t>
            </a:r>
            <a:r>
              <a:rPr lang="en-IE" dirty="0" smtClean="0"/>
              <a:t> a </a:t>
            </a:r>
            <a:r>
              <a:rPr lang="en-IE" dirty="0" err="1" smtClean="0"/>
              <a:t>thalamh</a:t>
            </a:r>
            <a:r>
              <a:rPr lang="en-IE" dirty="0" smtClean="0"/>
              <a:t>.</a:t>
            </a:r>
          </a:p>
          <a:p>
            <a:pPr lvl="1"/>
            <a:endParaRPr lang="en-IE" i="1" dirty="0" smtClean="0"/>
          </a:p>
          <a:p>
            <a:r>
              <a:rPr lang="en-IE" dirty="0" err="1" smtClean="0"/>
              <a:t>Ní</a:t>
            </a:r>
            <a:r>
              <a:rPr lang="en-IE" dirty="0" smtClean="0"/>
              <a:t> </a:t>
            </a:r>
            <a:r>
              <a:rPr lang="en-IE" dirty="0" err="1" smtClean="0"/>
              <a:t>raibh</a:t>
            </a:r>
            <a:r>
              <a:rPr lang="en-IE" dirty="0" smtClean="0"/>
              <a:t> </a:t>
            </a:r>
            <a:r>
              <a:rPr lang="en-IE" sz="2800" u="sng" dirty="0" err="1" smtClean="0"/>
              <a:t>meas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madra</a:t>
            </a:r>
            <a:r>
              <a:rPr lang="en-IE" sz="2800" u="sng" dirty="0" smtClean="0"/>
              <a:t> </a:t>
            </a:r>
            <a:r>
              <a:rPr lang="en-IE" dirty="0" err="1" smtClean="0"/>
              <a:t>ag</a:t>
            </a:r>
            <a:r>
              <a:rPr lang="en-IE" dirty="0" smtClean="0"/>
              <a:t> </a:t>
            </a:r>
            <a:r>
              <a:rPr lang="en-IE" dirty="0" err="1" smtClean="0"/>
              <a:t>na</a:t>
            </a:r>
            <a:r>
              <a:rPr lang="en-IE" dirty="0" smtClean="0"/>
              <a:t> </a:t>
            </a:r>
            <a:r>
              <a:rPr lang="en-IE" dirty="0" err="1" smtClean="0"/>
              <a:t>daoine</a:t>
            </a:r>
            <a:r>
              <a:rPr lang="en-IE" dirty="0" smtClean="0"/>
              <a:t> air.</a:t>
            </a:r>
          </a:p>
          <a:p>
            <a:endParaRPr lang="en-IE" dirty="0" smtClean="0"/>
          </a:p>
          <a:p>
            <a:r>
              <a:rPr lang="en-IE" dirty="0" err="1" smtClean="0"/>
              <a:t>Ghlaoigh</a:t>
            </a:r>
            <a:r>
              <a:rPr lang="en-IE" dirty="0" smtClean="0"/>
              <a:t> </a:t>
            </a:r>
            <a:r>
              <a:rPr lang="en-IE" dirty="0" err="1"/>
              <a:t>daoine</a:t>
            </a:r>
            <a:r>
              <a:rPr lang="en-IE" dirty="0"/>
              <a:t> “an </a:t>
            </a:r>
            <a:r>
              <a:rPr lang="en-IE" dirty="0" err="1"/>
              <a:t>spailpín</a:t>
            </a:r>
            <a:r>
              <a:rPr lang="en-IE" dirty="0"/>
              <a:t> </a:t>
            </a:r>
            <a:r>
              <a:rPr lang="en-IE" dirty="0" err="1"/>
              <a:t>fánach</a:t>
            </a:r>
            <a:r>
              <a:rPr lang="en-IE" dirty="0"/>
              <a:t> air. </a:t>
            </a:r>
            <a:endParaRPr lang="en-IE" dirty="0" smtClean="0"/>
          </a:p>
          <a:p>
            <a:pPr lvl="1"/>
            <a:endParaRPr lang="en-IE" i="1" dirty="0"/>
          </a:p>
          <a:p>
            <a:r>
              <a:rPr lang="en-IE" dirty="0" err="1" smtClean="0"/>
              <a:t>Tháinig</a:t>
            </a:r>
            <a:r>
              <a:rPr lang="en-IE" dirty="0" smtClean="0"/>
              <a:t> fir </a:t>
            </a:r>
            <a:r>
              <a:rPr lang="en-IE" dirty="0" err="1" smtClean="0"/>
              <a:t>ar</a:t>
            </a:r>
            <a:r>
              <a:rPr lang="en-IE" dirty="0" smtClean="0"/>
              <a:t> </a:t>
            </a:r>
            <a:r>
              <a:rPr lang="en-IE" dirty="0" err="1" smtClean="0"/>
              <a:t>chapall</a:t>
            </a:r>
            <a:r>
              <a:rPr lang="en-IE" dirty="0" smtClean="0"/>
              <a:t> </a:t>
            </a:r>
            <a:r>
              <a:rPr lang="en-IE" dirty="0" err="1" smtClean="0"/>
              <a:t>chun</a:t>
            </a:r>
            <a:r>
              <a:rPr lang="en-IE" dirty="0" smtClean="0"/>
              <a:t> </a:t>
            </a:r>
            <a:r>
              <a:rPr lang="en-IE" dirty="0" err="1" smtClean="0"/>
              <a:t>féachaint</a:t>
            </a:r>
            <a:r>
              <a:rPr lang="en-IE" dirty="0" smtClean="0"/>
              <a:t> air </a:t>
            </a:r>
            <a:r>
              <a:rPr lang="en-IE" dirty="0" err="1" smtClean="0"/>
              <a:t>ag</a:t>
            </a:r>
            <a:r>
              <a:rPr lang="en-IE" dirty="0" smtClean="0"/>
              <a:t> an </a:t>
            </a:r>
            <a:r>
              <a:rPr lang="en-IE" dirty="0" err="1" smtClean="0"/>
              <a:t>margadh</a:t>
            </a:r>
            <a:r>
              <a:rPr lang="en-IE" dirty="0" smtClean="0"/>
              <a:t> </a:t>
            </a:r>
            <a:r>
              <a:rPr lang="en-IE" dirty="0" err="1" smtClean="0"/>
              <a:t>híreálta</a:t>
            </a:r>
            <a:r>
              <a:rPr lang="en-IE" dirty="0" smtClean="0"/>
              <a:t>.</a:t>
            </a:r>
          </a:p>
          <a:p>
            <a:pPr lvl="1"/>
            <a:endParaRPr lang="en-IE" dirty="0" smtClean="0"/>
          </a:p>
        </p:txBody>
      </p:sp>
    </p:spTree>
    <p:extLst>
      <p:ext uri="{BB962C8B-B14F-4D97-AF65-F5344CB8AC3E}">
        <p14:creationId xmlns="" xmlns:p14="http://schemas.microsoft.com/office/powerpoint/2010/main" val="4248151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404664"/>
            <a:ext cx="7024744" cy="720080"/>
          </a:xfrm>
        </p:spPr>
        <p:txBody>
          <a:bodyPr/>
          <a:lstStyle/>
          <a:p>
            <a:r>
              <a:rPr lang="en-IE" dirty="0" err="1" smtClean="0"/>
              <a:t>Fearg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1124744"/>
            <a:ext cx="7992888" cy="5400600"/>
          </a:xfrm>
        </p:spPr>
        <p:txBody>
          <a:bodyPr>
            <a:normAutofit/>
          </a:bodyPr>
          <a:lstStyle/>
          <a:p>
            <a:r>
              <a:rPr lang="en-IE" dirty="0" err="1" smtClean="0"/>
              <a:t>Bhí</a:t>
            </a:r>
            <a:r>
              <a:rPr lang="en-IE" dirty="0" smtClean="0"/>
              <a:t> </a:t>
            </a:r>
            <a:r>
              <a:rPr lang="en-IE" dirty="0" err="1" smtClean="0"/>
              <a:t>fearg</a:t>
            </a:r>
            <a:r>
              <a:rPr lang="en-IE" dirty="0" smtClean="0"/>
              <a:t> </a:t>
            </a:r>
            <a:r>
              <a:rPr lang="en-IE" dirty="0" err="1" smtClean="0"/>
              <a:t>ar</a:t>
            </a:r>
            <a:r>
              <a:rPr lang="en-IE" dirty="0" smtClean="0"/>
              <a:t> an </a:t>
            </a:r>
            <a:r>
              <a:rPr lang="en-IE" dirty="0" err="1" smtClean="0"/>
              <a:t>spailpín</a:t>
            </a:r>
            <a:r>
              <a:rPr lang="en-IE" dirty="0" smtClean="0"/>
              <a:t> mar </a:t>
            </a:r>
            <a:r>
              <a:rPr lang="en-IE" dirty="0" err="1" smtClean="0"/>
              <a:t>ní</a:t>
            </a:r>
            <a:r>
              <a:rPr lang="en-IE" dirty="0" smtClean="0"/>
              <a:t> </a:t>
            </a:r>
            <a:r>
              <a:rPr lang="en-IE" dirty="0" err="1" smtClean="0"/>
              <a:t>raibh</a:t>
            </a:r>
            <a:r>
              <a:rPr lang="en-IE" dirty="0" smtClean="0"/>
              <a:t> </a:t>
            </a:r>
            <a:r>
              <a:rPr lang="en-IE" dirty="0" err="1" smtClean="0"/>
              <a:t>meas</a:t>
            </a:r>
            <a:r>
              <a:rPr lang="en-IE" dirty="0" smtClean="0"/>
              <a:t> </a:t>
            </a:r>
            <a:r>
              <a:rPr lang="en-IE" dirty="0" err="1" smtClean="0"/>
              <a:t>ag</a:t>
            </a:r>
            <a:r>
              <a:rPr lang="en-IE" dirty="0" smtClean="0"/>
              <a:t> </a:t>
            </a:r>
            <a:r>
              <a:rPr lang="en-IE" dirty="0" err="1" smtClean="0"/>
              <a:t>éinne</a:t>
            </a:r>
            <a:r>
              <a:rPr lang="en-IE" dirty="0" smtClean="0"/>
              <a:t> air.</a:t>
            </a:r>
          </a:p>
          <a:p>
            <a:pPr lvl="1"/>
            <a:endParaRPr lang="en-IE" i="1" dirty="0"/>
          </a:p>
          <a:p>
            <a:r>
              <a:rPr lang="en-IE" dirty="0" err="1" smtClean="0"/>
              <a:t>Bhí</a:t>
            </a:r>
            <a:r>
              <a:rPr lang="en-IE" dirty="0" smtClean="0"/>
              <a:t> </a:t>
            </a:r>
            <a:r>
              <a:rPr lang="en-IE" dirty="0" err="1" smtClean="0"/>
              <a:t>saol</a:t>
            </a:r>
            <a:r>
              <a:rPr lang="en-IE" dirty="0" smtClean="0"/>
              <a:t> </a:t>
            </a:r>
            <a:r>
              <a:rPr lang="en-IE" dirty="0" err="1" smtClean="0"/>
              <a:t>crua</a:t>
            </a:r>
            <a:r>
              <a:rPr lang="en-IE" dirty="0" smtClean="0"/>
              <a:t> </a:t>
            </a:r>
            <a:r>
              <a:rPr lang="en-IE" dirty="0" err="1" smtClean="0"/>
              <a:t>aige</a:t>
            </a:r>
            <a:r>
              <a:rPr lang="en-IE" dirty="0" smtClean="0"/>
              <a:t> </a:t>
            </a:r>
            <a:r>
              <a:rPr lang="en-IE" dirty="0" err="1" smtClean="0"/>
              <a:t>agus</a:t>
            </a:r>
            <a:r>
              <a:rPr lang="en-IE" dirty="0" smtClean="0"/>
              <a:t> </a:t>
            </a:r>
            <a:r>
              <a:rPr lang="en-IE" dirty="0" err="1" smtClean="0"/>
              <a:t>bhí</a:t>
            </a:r>
            <a:r>
              <a:rPr lang="en-IE" dirty="0" smtClean="0"/>
              <a:t> </a:t>
            </a:r>
            <a:r>
              <a:rPr lang="en-IE" sz="2800" u="sng" dirty="0" smtClean="0"/>
              <a:t>a </a:t>
            </a:r>
            <a:r>
              <a:rPr lang="en-IE" sz="2800" u="sng" dirty="0" err="1" smtClean="0"/>
              <a:t>shláinte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ag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fulaingt</a:t>
            </a:r>
            <a:r>
              <a:rPr lang="en-IE" dirty="0" smtClean="0"/>
              <a:t>.</a:t>
            </a:r>
          </a:p>
          <a:p>
            <a:pPr lvl="1"/>
            <a:endParaRPr lang="en-IE" i="1" dirty="0"/>
          </a:p>
          <a:p>
            <a:r>
              <a:rPr lang="en-IE" dirty="0" smtClean="0"/>
              <a:t>Ba </a:t>
            </a:r>
            <a:r>
              <a:rPr lang="en-IE" dirty="0" err="1" smtClean="0"/>
              <a:t>mhaith</a:t>
            </a:r>
            <a:r>
              <a:rPr lang="en-IE" dirty="0" smtClean="0"/>
              <a:t> leis</a:t>
            </a:r>
            <a:r>
              <a:rPr lang="en-IE" sz="2800" u="sng" dirty="0" smtClean="0"/>
              <a:t> </a:t>
            </a:r>
            <a:r>
              <a:rPr lang="en-IE" sz="2800" u="sng" dirty="0" err="1" smtClean="0"/>
              <a:t>troid</a:t>
            </a:r>
            <a:r>
              <a:rPr lang="en-IE" sz="2800" u="sng" dirty="0" smtClean="0"/>
              <a:t> </a:t>
            </a:r>
            <a:r>
              <a:rPr lang="en-IE" dirty="0" err="1" smtClean="0"/>
              <a:t>chun</a:t>
            </a:r>
            <a:r>
              <a:rPr lang="en-IE" dirty="0" smtClean="0"/>
              <a:t> a </a:t>
            </a:r>
            <a:r>
              <a:rPr lang="en-IE" dirty="0" err="1" smtClean="0"/>
              <a:t>shaol</a:t>
            </a:r>
            <a:r>
              <a:rPr lang="en-IE" dirty="0" smtClean="0"/>
              <a:t> </a:t>
            </a:r>
            <a:r>
              <a:rPr lang="en-IE" sz="2800" u="sng" dirty="0" smtClean="0"/>
              <a:t>a </a:t>
            </a:r>
            <a:r>
              <a:rPr lang="en-IE" sz="2800" u="sng" dirty="0" err="1" smtClean="0"/>
              <a:t>athrú</a:t>
            </a:r>
            <a:r>
              <a:rPr lang="en-IE" dirty="0" smtClean="0"/>
              <a:t>.</a:t>
            </a:r>
            <a:endParaRPr lang="en-IE" dirty="0" smtClean="0"/>
          </a:p>
        </p:txBody>
      </p:sp>
    </p:spTree>
    <p:extLst>
      <p:ext uri="{BB962C8B-B14F-4D97-AF65-F5344CB8AC3E}">
        <p14:creationId xmlns="" xmlns:p14="http://schemas.microsoft.com/office/powerpoint/2010/main" val="4003734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548680"/>
            <a:ext cx="7024744" cy="936104"/>
          </a:xfrm>
        </p:spPr>
        <p:txBody>
          <a:bodyPr/>
          <a:lstStyle/>
          <a:p>
            <a:r>
              <a:rPr lang="en-IE" dirty="0" err="1" smtClean="0"/>
              <a:t>Obair</a:t>
            </a:r>
            <a:r>
              <a:rPr lang="en-IE" dirty="0" smtClean="0"/>
              <a:t> </a:t>
            </a:r>
            <a:r>
              <a:rPr lang="en-IE" dirty="0" err="1" smtClean="0"/>
              <a:t>Bhaile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628800"/>
            <a:ext cx="6777317" cy="4203829"/>
          </a:xfrm>
        </p:spPr>
        <p:txBody>
          <a:bodyPr>
            <a:normAutofit/>
          </a:bodyPr>
          <a:lstStyle/>
          <a:p>
            <a:r>
              <a:rPr lang="en-IE" dirty="0" err="1" smtClean="0"/>
              <a:t>Roghnaigh</a:t>
            </a:r>
            <a:r>
              <a:rPr lang="en-IE" dirty="0" smtClean="0"/>
              <a:t> </a:t>
            </a:r>
            <a:r>
              <a:rPr lang="en-IE" dirty="0" err="1" smtClean="0"/>
              <a:t>trí</a:t>
            </a:r>
            <a:r>
              <a:rPr lang="en-IE" dirty="0" smtClean="0"/>
              <a:t> </a:t>
            </a:r>
            <a:r>
              <a:rPr lang="en-IE" dirty="0" err="1" smtClean="0"/>
              <a:t>íomhá</a:t>
            </a:r>
            <a:r>
              <a:rPr lang="en-IE" dirty="0" smtClean="0"/>
              <a:t> (choose three images) a </a:t>
            </a:r>
            <a:r>
              <a:rPr lang="en-IE" dirty="0" err="1" smtClean="0"/>
              <a:t>léiríonn</a:t>
            </a:r>
            <a:r>
              <a:rPr lang="en-IE" dirty="0" smtClean="0"/>
              <a:t>:</a:t>
            </a:r>
          </a:p>
          <a:p>
            <a:pPr lvl="5"/>
            <a:r>
              <a:rPr lang="en-IE" sz="2400" dirty="0" err="1" smtClean="0"/>
              <a:t>Fearg</a:t>
            </a:r>
            <a:endParaRPr lang="en-IE" sz="2400" dirty="0" smtClean="0"/>
          </a:p>
          <a:p>
            <a:pPr lvl="5"/>
            <a:r>
              <a:rPr lang="en-IE" sz="2400" dirty="0" err="1" smtClean="0"/>
              <a:t>Brón</a:t>
            </a:r>
            <a:endParaRPr lang="en-IE" sz="2400" dirty="0" smtClean="0"/>
          </a:p>
          <a:p>
            <a:pPr lvl="5"/>
            <a:r>
              <a:rPr lang="en-IE" sz="2400" dirty="0" err="1" smtClean="0"/>
              <a:t>Náire</a:t>
            </a:r>
            <a:r>
              <a:rPr lang="en-IE" sz="2400" dirty="0" smtClean="0"/>
              <a:t> </a:t>
            </a:r>
          </a:p>
          <a:p>
            <a:pPr lvl="5"/>
            <a:endParaRPr lang="en-IE" sz="2400" dirty="0" smtClean="0"/>
          </a:p>
          <a:p>
            <a:r>
              <a:rPr lang="en-IE" dirty="0" err="1" smtClean="0"/>
              <a:t>Scríobh</a:t>
            </a:r>
            <a:r>
              <a:rPr lang="en-IE" dirty="0" smtClean="0"/>
              <a:t> </a:t>
            </a:r>
            <a:r>
              <a:rPr lang="en-IE" dirty="0" err="1" smtClean="0"/>
              <a:t>amach</a:t>
            </a:r>
            <a:r>
              <a:rPr lang="en-IE" dirty="0" smtClean="0"/>
              <a:t> </a:t>
            </a:r>
            <a:r>
              <a:rPr lang="en-IE" dirty="0" err="1" smtClean="0"/>
              <a:t>na</a:t>
            </a:r>
            <a:r>
              <a:rPr lang="en-IE" dirty="0" smtClean="0"/>
              <a:t> </a:t>
            </a:r>
            <a:r>
              <a:rPr lang="en-IE" dirty="0" err="1" smtClean="0"/>
              <a:t>línte</a:t>
            </a:r>
            <a:r>
              <a:rPr lang="en-IE" dirty="0" smtClean="0"/>
              <a:t> </a:t>
            </a:r>
            <a:r>
              <a:rPr lang="en-IE" dirty="0" err="1" smtClean="0"/>
              <a:t>ón</a:t>
            </a:r>
            <a:r>
              <a:rPr lang="en-IE" dirty="0" smtClean="0"/>
              <a:t> </a:t>
            </a:r>
            <a:r>
              <a:rPr lang="en-IE" dirty="0" err="1" smtClean="0"/>
              <a:t>dán</a:t>
            </a:r>
            <a:r>
              <a:rPr lang="en-IE" dirty="0" smtClean="0"/>
              <a:t> a </a:t>
            </a:r>
            <a:r>
              <a:rPr lang="en-IE" dirty="0" err="1" smtClean="0"/>
              <a:t>léiríonn</a:t>
            </a:r>
            <a:r>
              <a:rPr lang="en-IE" dirty="0" smtClean="0"/>
              <a:t> an </a:t>
            </a:r>
            <a:r>
              <a:rPr lang="en-IE" dirty="0" err="1" smtClean="0"/>
              <a:t>mothúchán</a:t>
            </a:r>
            <a:r>
              <a:rPr lang="en-IE" dirty="0" smtClean="0"/>
              <a:t> i </a:t>
            </a:r>
            <a:r>
              <a:rPr lang="en-IE" dirty="0" err="1" smtClean="0"/>
              <a:t>ngach</a:t>
            </a:r>
            <a:r>
              <a:rPr lang="en-IE" dirty="0" smtClean="0"/>
              <a:t> </a:t>
            </a:r>
            <a:r>
              <a:rPr lang="en-IE" dirty="0" err="1" smtClean="0"/>
              <a:t>cás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142188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 err="1" smtClean="0"/>
              <a:t>Cúlra</a:t>
            </a:r>
            <a:r>
              <a:rPr lang="en-IE" dirty="0" smtClean="0"/>
              <a:t> an </a:t>
            </a:r>
            <a:r>
              <a:rPr lang="en-IE" dirty="0" err="1" smtClean="0"/>
              <a:t>Dáin</a:t>
            </a:r>
            <a:endParaRPr lang="en-I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 err="1" smtClean="0"/>
              <a:t>Níl</a:t>
            </a:r>
            <a:r>
              <a:rPr lang="en-IE" dirty="0" smtClean="0"/>
              <a:t> </a:t>
            </a:r>
            <a:r>
              <a:rPr lang="en-IE" dirty="0" err="1" smtClean="0"/>
              <a:t>fios</a:t>
            </a:r>
            <a:r>
              <a:rPr lang="en-IE" dirty="0" smtClean="0"/>
              <a:t> </a:t>
            </a:r>
            <a:r>
              <a:rPr lang="en-IE" dirty="0" err="1" smtClean="0"/>
              <a:t>cé</a:t>
            </a:r>
            <a:r>
              <a:rPr lang="en-IE" dirty="0" smtClean="0"/>
              <a:t> a chum an </a:t>
            </a:r>
            <a:r>
              <a:rPr lang="en-IE" dirty="0" err="1" smtClean="0"/>
              <a:t>dáin</a:t>
            </a:r>
            <a:r>
              <a:rPr lang="en-IE" dirty="0" smtClean="0"/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1205659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6" y="692696"/>
            <a:ext cx="7776864" cy="5832648"/>
          </a:xfrm>
        </p:spPr>
        <p:txBody>
          <a:bodyPr>
            <a:normAutofit/>
          </a:bodyPr>
          <a:lstStyle/>
          <a:p>
            <a:r>
              <a:rPr lang="en-IE" dirty="0" err="1" smtClean="0">
                <a:latin typeface="Comic Sans MS" pitchFamily="66" charset="0"/>
              </a:rPr>
              <a:t>Bhí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meas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ag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gach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duine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ar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filí</a:t>
            </a:r>
            <a:r>
              <a:rPr lang="en-IE" dirty="0" smtClean="0">
                <a:latin typeface="Comic Sans MS" pitchFamily="66" charset="0"/>
              </a:rPr>
              <a:t> in </a:t>
            </a:r>
            <a:r>
              <a:rPr lang="en-IE" dirty="0" err="1" smtClean="0">
                <a:latin typeface="Comic Sans MS" pitchFamily="66" charset="0"/>
              </a:rPr>
              <a:t>Éirinn</a:t>
            </a:r>
            <a:r>
              <a:rPr lang="en-IE" dirty="0" smtClean="0">
                <a:latin typeface="Comic Sans MS" pitchFamily="66" charset="0"/>
              </a:rPr>
              <a:t>, ach </a:t>
            </a:r>
            <a:r>
              <a:rPr lang="en-IE" dirty="0" err="1" smtClean="0">
                <a:latin typeface="Comic Sans MS" pitchFamily="66" charset="0"/>
              </a:rPr>
              <a:t>chaill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siad</a:t>
            </a:r>
            <a:r>
              <a:rPr lang="en-IE" dirty="0" smtClean="0">
                <a:latin typeface="Comic Sans MS" pitchFamily="66" charset="0"/>
              </a:rPr>
              <a:t> a </a:t>
            </a:r>
            <a:r>
              <a:rPr lang="en-IE" dirty="0" err="1" smtClean="0">
                <a:latin typeface="Comic Sans MS" pitchFamily="66" charset="0"/>
              </a:rPr>
              <a:t>stádas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nuair</a:t>
            </a:r>
            <a:r>
              <a:rPr lang="en-IE" u="sng" dirty="0" smtClean="0">
                <a:latin typeface="Comic Sans MS" pitchFamily="66" charset="0"/>
              </a:rPr>
              <a:t> a </a:t>
            </a:r>
            <a:r>
              <a:rPr lang="en-IE" u="sng" dirty="0" err="1" smtClean="0">
                <a:latin typeface="Comic Sans MS" pitchFamily="66" charset="0"/>
              </a:rPr>
              <a:t>tháinig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na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Sasanaigh</a:t>
            </a:r>
            <a:r>
              <a:rPr lang="en-IE" u="sng" dirty="0" smtClean="0">
                <a:latin typeface="Comic Sans MS" pitchFamily="66" charset="0"/>
              </a:rPr>
              <a:t> i </a:t>
            </a:r>
            <a:r>
              <a:rPr lang="en-IE" u="sng" dirty="0" err="1" smtClean="0">
                <a:latin typeface="Comic Sans MS" pitchFamily="66" charset="0"/>
              </a:rPr>
              <a:t>gcumhacht</a:t>
            </a:r>
            <a:r>
              <a:rPr lang="en-IE" u="sng" dirty="0" smtClean="0">
                <a:latin typeface="Comic Sans MS" pitchFamily="66" charset="0"/>
              </a:rPr>
              <a:t>. </a:t>
            </a:r>
            <a:r>
              <a:rPr lang="en-IE" i="1" dirty="0" smtClean="0"/>
              <a:t>When the English came into power. </a:t>
            </a:r>
          </a:p>
          <a:p>
            <a:endParaRPr lang="en-IE" sz="2800" i="1" dirty="0" smtClean="0"/>
          </a:p>
          <a:p>
            <a:r>
              <a:rPr lang="en-IE" dirty="0" err="1" smtClean="0">
                <a:latin typeface="Comic Sans MS" pitchFamily="66" charset="0"/>
              </a:rPr>
              <a:t>Bhí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filí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ag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obair</a:t>
            </a:r>
            <a:r>
              <a:rPr lang="en-IE" dirty="0" smtClean="0">
                <a:latin typeface="Comic Sans MS" pitchFamily="66" charset="0"/>
              </a:rPr>
              <a:t> do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patrúin</a:t>
            </a:r>
            <a:r>
              <a:rPr lang="en-IE" dirty="0" smtClean="0">
                <a:latin typeface="Comic Sans MS" pitchFamily="66" charset="0"/>
              </a:rPr>
              <a:t> ach </a:t>
            </a:r>
            <a:r>
              <a:rPr lang="en-IE" u="sng" dirty="0" err="1" smtClean="0">
                <a:latin typeface="Comic Sans MS" pitchFamily="66" charset="0"/>
              </a:rPr>
              <a:t>d’éalaigh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siad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i="1" dirty="0" smtClean="0">
                <a:latin typeface="+mj-lt"/>
              </a:rPr>
              <a:t>they escaped</a:t>
            </a:r>
            <a:r>
              <a:rPr lang="en-IE" dirty="0" smtClean="0">
                <a:latin typeface="+mj-lt"/>
              </a:rPr>
              <a:t> </a:t>
            </a:r>
            <a:r>
              <a:rPr lang="en-IE" dirty="0" smtClean="0">
                <a:latin typeface="Comic Sans MS" pitchFamily="66" charset="0"/>
              </a:rPr>
              <a:t>an </a:t>
            </a:r>
            <a:r>
              <a:rPr lang="en-IE" dirty="0" err="1" smtClean="0">
                <a:latin typeface="Comic Sans MS" pitchFamily="66" charset="0"/>
              </a:rPr>
              <a:t>tír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nó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fuair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siad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bás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agus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ní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raibh</a:t>
            </a:r>
            <a:r>
              <a:rPr lang="en-IE" u="sng" dirty="0" smtClean="0">
                <a:latin typeface="Comic Sans MS" pitchFamily="66" charset="0"/>
              </a:rPr>
              <a:t> post </a:t>
            </a:r>
            <a:r>
              <a:rPr lang="en-IE" u="sng" dirty="0" err="1" smtClean="0">
                <a:latin typeface="Comic Sans MS" pitchFamily="66" charset="0"/>
              </a:rPr>
              <a:t>ar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bith</a:t>
            </a:r>
            <a:r>
              <a:rPr lang="en-IE" u="sng" dirty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ag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na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filí</a:t>
            </a:r>
            <a:r>
              <a:rPr lang="en-IE" u="sng" dirty="0" smtClean="0">
                <a:latin typeface="Comic Sans MS" pitchFamily="66" charset="0"/>
              </a:rPr>
              <a:t> a </a:t>
            </a:r>
            <a:r>
              <a:rPr lang="en-IE" u="sng" dirty="0" err="1" smtClean="0">
                <a:latin typeface="Comic Sans MS" pitchFamily="66" charset="0"/>
              </a:rPr>
              <a:t>thuilleadh</a:t>
            </a:r>
            <a:r>
              <a:rPr lang="en-IE" sz="2000" dirty="0" smtClean="0">
                <a:latin typeface="Comic Sans MS" pitchFamily="66" charset="0"/>
              </a:rPr>
              <a:t>. </a:t>
            </a:r>
            <a:r>
              <a:rPr lang="en-IE" i="1" dirty="0" smtClean="0">
                <a:latin typeface="+mj-lt"/>
              </a:rPr>
              <a:t>They hadn’t any  job at all anymore.</a:t>
            </a:r>
            <a:endParaRPr lang="en-IE" sz="2800" i="1" dirty="0" smtClean="0">
              <a:latin typeface="+mj-lt"/>
            </a:endParaRPr>
          </a:p>
          <a:p>
            <a:endParaRPr lang="en-IE" i="1" dirty="0" smtClean="0">
              <a:latin typeface="+mj-lt"/>
            </a:endParaRPr>
          </a:p>
          <a:p>
            <a:r>
              <a:rPr lang="en-IE" dirty="0" err="1" smtClean="0">
                <a:latin typeface="Comic Sans MS" pitchFamily="66" charset="0"/>
              </a:rPr>
              <a:t>Bhí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réabhlóid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Fraince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ar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siúl</a:t>
            </a:r>
            <a:r>
              <a:rPr lang="en-IE" dirty="0">
                <a:latin typeface="Comic Sans MS" pitchFamily="66" charset="0"/>
              </a:rPr>
              <a:t> </a:t>
            </a:r>
            <a:r>
              <a:rPr lang="en-IE" dirty="0" smtClean="0">
                <a:latin typeface="Comic Sans MS" pitchFamily="66" charset="0"/>
              </a:rPr>
              <a:t>san am a chum an file an </a:t>
            </a:r>
            <a:r>
              <a:rPr lang="en-IE" dirty="0" err="1" smtClean="0">
                <a:latin typeface="Comic Sans MS" pitchFamily="66" charset="0"/>
              </a:rPr>
              <a:t>dán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seo</a:t>
            </a:r>
            <a:r>
              <a:rPr lang="en-IE" dirty="0" smtClean="0">
                <a:latin typeface="Comic Sans MS" pitchFamily="66" charset="0"/>
              </a:rPr>
              <a:t>. </a:t>
            </a:r>
            <a:r>
              <a:rPr lang="en-IE" dirty="0" err="1" smtClean="0">
                <a:latin typeface="Comic Sans MS" pitchFamily="66" charset="0"/>
              </a:rPr>
              <a:t>Bhí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Gaeil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ag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u="sng" dirty="0" err="1" smtClean="0">
                <a:latin typeface="Comic Sans MS" pitchFamily="66" charset="0"/>
              </a:rPr>
              <a:t>siúl</a:t>
            </a:r>
            <a:r>
              <a:rPr lang="en-IE" u="sng" dirty="0" smtClean="0">
                <a:latin typeface="Comic Sans MS" pitchFamily="66" charset="0"/>
              </a:rPr>
              <a:t> le </a:t>
            </a:r>
            <a:r>
              <a:rPr lang="en-IE" u="sng" dirty="0" err="1" smtClean="0">
                <a:latin typeface="Comic Sans MS" pitchFamily="66" charset="0"/>
              </a:rPr>
              <a:t>cabhair</a:t>
            </a:r>
            <a:r>
              <a:rPr lang="en-IE" u="sng" dirty="0" smtClean="0">
                <a:latin typeface="Comic Sans MS" pitchFamily="66" charset="0"/>
              </a:rPr>
              <a:t> </a:t>
            </a:r>
            <a:r>
              <a:rPr lang="en-IE" i="1" dirty="0" smtClean="0">
                <a:latin typeface="+mj-lt"/>
              </a:rPr>
              <a:t>expecting help </a:t>
            </a:r>
            <a:r>
              <a:rPr lang="en-IE" dirty="0" err="1" smtClean="0">
                <a:latin typeface="Comic Sans MS" pitchFamily="66" charset="0"/>
              </a:rPr>
              <a:t>ón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bhFrainc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chun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na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Sasanaigh</a:t>
            </a:r>
            <a:r>
              <a:rPr lang="en-IE" dirty="0" smtClean="0">
                <a:latin typeface="Comic Sans MS" pitchFamily="66" charset="0"/>
              </a:rPr>
              <a:t> a </a:t>
            </a:r>
            <a:r>
              <a:rPr lang="en-IE" dirty="0" err="1" smtClean="0">
                <a:latin typeface="Comic Sans MS" pitchFamily="66" charset="0"/>
              </a:rPr>
              <a:t>chur</a:t>
            </a:r>
            <a:r>
              <a:rPr lang="en-IE" dirty="0" smtClean="0">
                <a:latin typeface="Comic Sans MS" pitchFamily="66" charset="0"/>
              </a:rPr>
              <a:t> </a:t>
            </a:r>
            <a:r>
              <a:rPr lang="en-IE" dirty="0" err="1" smtClean="0">
                <a:latin typeface="Comic Sans MS" pitchFamily="66" charset="0"/>
              </a:rPr>
              <a:t>amach</a:t>
            </a:r>
            <a:r>
              <a:rPr lang="en-IE" dirty="0" smtClean="0">
                <a:latin typeface="Comic Sans MS" pitchFamily="66" charset="0"/>
              </a:rPr>
              <a:t> as an </a:t>
            </a:r>
            <a:r>
              <a:rPr lang="en-IE" dirty="0" err="1" smtClean="0">
                <a:latin typeface="Comic Sans MS" pitchFamily="66" charset="0"/>
              </a:rPr>
              <a:t>tír</a:t>
            </a:r>
            <a:r>
              <a:rPr lang="en-IE" dirty="0" smtClean="0">
                <a:latin typeface="Comic Sans MS" pitchFamily="66" charset="0"/>
              </a:rPr>
              <a:t>. </a:t>
            </a:r>
            <a:endParaRPr lang="en-IE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47022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6309320"/>
          </a:xfrm>
        </p:spPr>
        <p:txBody>
          <a:bodyPr>
            <a:normAutofit fontScale="55000" lnSpcReduction="20000"/>
          </a:bodyPr>
          <a:lstStyle/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err="1" smtClean="0">
                <a:latin typeface="Comic Sans MS" pitchFamily="66" charset="0"/>
              </a:rPr>
              <a:t>Cén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fáth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gur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chaill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na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filí</a:t>
            </a:r>
            <a:r>
              <a:rPr lang="en-IE" sz="3600" dirty="0" smtClean="0">
                <a:latin typeface="Comic Sans MS" pitchFamily="66" charset="0"/>
              </a:rPr>
              <a:t> a </a:t>
            </a:r>
            <a:r>
              <a:rPr lang="en-IE" sz="3600" dirty="0" err="1" smtClean="0">
                <a:latin typeface="Comic Sans MS" pitchFamily="66" charset="0"/>
              </a:rPr>
              <a:t>stádas</a:t>
            </a:r>
            <a:r>
              <a:rPr lang="en-IE" sz="3600" dirty="0" smtClean="0">
                <a:latin typeface="Comic Sans MS" pitchFamily="66" charset="0"/>
              </a:rPr>
              <a:t>? 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err="1" smtClean="0">
                <a:latin typeface="Comic Sans MS" pitchFamily="66" charset="0"/>
              </a:rPr>
              <a:t>Cé</a:t>
            </a:r>
            <a:r>
              <a:rPr lang="en-IE" sz="3600" dirty="0" smtClean="0">
                <a:latin typeface="Comic Sans MS" pitchFamily="66" charset="0"/>
              </a:rPr>
              <a:t> a </a:t>
            </a:r>
            <a:r>
              <a:rPr lang="en-IE" sz="3600" dirty="0" err="1" smtClean="0">
                <a:latin typeface="Comic Sans MS" pitchFamily="66" charset="0"/>
              </a:rPr>
              <a:t>bhí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ag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troid</a:t>
            </a:r>
            <a:r>
              <a:rPr lang="en-IE" sz="3600" dirty="0" smtClean="0">
                <a:latin typeface="Comic Sans MS" pitchFamily="66" charset="0"/>
              </a:rPr>
              <a:t> i </a:t>
            </a:r>
            <a:r>
              <a:rPr lang="en-IE" sz="3600" dirty="0" err="1" smtClean="0">
                <a:latin typeface="Comic Sans MS" pitchFamily="66" charset="0"/>
              </a:rPr>
              <a:t>gcoinne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na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Sasanaigh</a:t>
            </a:r>
            <a:r>
              <a:rPr lang="en-IE" sz="3600" dirty="0" smtClean="0">
                <a:latin typeface="Comic Sans MS" pitchFamily="66" charset="0"/>
              </a:rPr>
              <a:t>?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smtClean="0">
                <a:latin typeface="Comic Sans MS" pitchFamily="66" charset="0"/>
              </a:rPr>
              <a:t>Cad </a:t>
            </a:r>
            <a:r>
              <a:rPr lang="en-IE" sz="3600" dirty="0" err="1" smtClean="0">
                <a:latin typeface="Comic Sans MS" pitchFamily="66" charset="0"/>
              </a:rPr>
              <a:t>ar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mhaith</a:t>
            </a:r>
            <a:r>
              <a:rPr lang="en-IE" sz="3600" dirty="0" smtClean="0">
                <a:latin typeface="Comic Sans MS" pitchFamily="66" charset="0"/>
              </a:rPr>
              <a:t> leis an </a:t>
            </a:r>
            <a:r>
              <a:rPr lang="en-IE" sz="3600" dirty="0" err="1" smtClean="0">
                <a:latin typeface="Comic Sans MS" pitchFamily="66" charset="0"/>
              </a:rPr>
              <a:t>spailpín</a:t>
            </a:r>
            <a:r>
              <a:rPr lang="en-IE" sz="3600" dirty="0" smtClean="0">
                <a:latin typeface="Comic Sans MS" pitchFamily="66" charset="0"/>
              </a:rPr>
              <a:t> a </a:t>
            </a:r>
            <a:r>
              <a:rPr lang="en-IE" sz="3600" dirty="0" err="1" smtClean="0">
                <a:latin typeface="Comic Sans MS" pitchFamily="66" charset="0"/>
              </a:rPr>
              <a:t>úsáid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chun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na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Sasanaigh</a:t>
            </a:r>
            <a:r>
              <a:rPr lang="en-IE" sz="3600" dirty="0" smtClean="0">
                <a:latin typeface="Comic Sans MS" pitchFamily="66" charset="0"/>
              </a:rPr>
              <a:t> a </a:t>
            </a:r>
            <a:r>
              <a:rPr lang="en-IE" sz="3600" dirty="0" err="1" smtClean="0">
                <a:latin typeface="Comic Sans MS" pitchFamily="66" charset="0"/>
              </a:rPr>
              <a:t>chur</a:t>
            </a:r>
            <a:r>
              <a:rPr lang="en-IE" sz="3600" dirty="0" smtClean="0">
                <a:latin typeface="Comic Sans MS" pitchFamily="66" charset="0"/>
              </a:rPr>
              <a:t> as an </a:t>
            </a:r>
            <a:r>
              <a:rPr lang="en-IE" sz="3600" dirty="0" err="1" smtClean="0">
                <a:latin typeface="Comic Sans MS" pitchFamily="66" charset="0"/>
              </a:rPr>
              <a:t>tír</a:t>
            </a:r>
            <a:r>
              <a:rPr lang="en-IE" sz="3600" dirty="0" smtClean="0">
                <a:latin typeface="Comic Sans MS" pitchFamily="66" charset="0"/>
              </a:rPr>
              <a:t>?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err="1" smtClean="0">
                <a:latin typeface="Comic Sans MS" pitchFamily="66" charset="0"/>
              </a:rPr>
              <a:t>Cén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fáth</a:t>
            </a:r>
            <a:r>
              <a:rPr lang="en-IE" sz="3600" dirty="0" smtClean="0">
                <a:latin typeface="Comic Sans MS" pitchFamily="66" charset="0"/>
              </a:rPr>
              <a:t> go </a:t>
            </a:r>
            <a:r>
              <a:rPr lang="en-IE" sz="3600" dirty="0" err="1" smtClean="0">
                <a:latin typeface="Comic Sans MS" pitchFamily="66" charset="0"/>
              </a:rPr>
              <a:t>raibh</a:t>
            </a:r>
            <a:r>
              <a:rPr lang="en-IE" sz="3600" dirty="0" smtClean="0">
                <a:latin typeface="Comic Sans MS" pitchFamily="66" charset="0"/>
              </a:rPr>
              <a:t> a </a:t>
            </a:r>
            <a:r>
              <a:rPr lang="en-IE" sz="3600" dirty="0" err="1" smtClean="0">
                <a:latin typeface="Comic Sans MS" pitchFamily="66" charset="0"/>
              </a:rPr>
              <a:t>shláinte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ag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fulaingt</a:t>
            </a:r>
            <a:r>
              <a:rPr lang="en-IE" sz="3600" dirty="0" smtClean="0">
                <a:latin typeface="Comic Sans MS" pitchFamily="66" charset="0"/>
              </a:rPr>
              <a:t>?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smtClean="0">
                <a:latin typeface="Comic Sans MS" pitchFamily="66" charset="0"/>
              </a:rPr>
              <a:t>Cad a </a:t>
            </a:r>
            <a:r>
              <a:rPr lang="en-IE" sz="3600" dirty="0" err="1" smtClean="0">
                <a:latin typeface="Comic Sans MS" pitchFamily="66" charset="0"/>
              </a:rPr>
              <a:t>bhí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ar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siúl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ag</a:t>
            </a:r>
            <a:r>
              <a:rPr lang="en-IE" sz="3600" dirty="0" smtClean="0">
                <a:latin typeface="Comic Sans MS" pitchFamily="66" charset="0"/>
              </a:rPr>
              <a:t> an </a:t>
            </a:r>
            <a:r>
              <a:rPr lang="en-IE" sz="3600" dirty="0" err="1" smtClean="0">
                <a:latin typeface="Comic Sans MS" pitchFamily="66" charset="0"/>
              </a:rPr>
              <a:t>spailpín</a:t>
            </a:r>
            <a:r>
              <a:rPr lang="en-IE" sz="3600" dirty="0" smtClean="0">
                <a:latin typeface="Comic Sans MS" pitchFamily="66" charset="0"/>
              </a:rPr>
              <a:t> i </a:t>
            </a:r>
            <a:r>
              <a:rPr lang="en-IE" sz="3600" dirty="0" err="1" smtClean="0">
                <a:latin typeface="Comic Sans MS" pitchFamily="66" charset="0"/>
              </a:rPr>
              <a:t>gCalainn</a:t>
            </a:r>
            <a:r>
              <a:rPr lang="en-IE" sz="3600" dirty="0" smtClean="0">
                <a:latin typeface="Comic Sans MS" pitchFamily="66" charset="0"/>
              </a:rPr>
              <a:t>? 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smtClean="0">
                <a:latin typeface="Comic Sans MS" pitchFamily="66" charset="0"/>
              </a:rPr>
              <a:t>Cad a </a:t>
            </a:r>
            <a:r>
              <a:rPr lang="en-IE" sz="3600" dirty="0" err="1" smtClean="0">
                <a:latin typeface="Comic Sans MS" pitchFamily="66" charset="0"/>
              </a:rPr>
              <a:t>dúirt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na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daoine</a:t>
            </a:r>
            <a:r>
              <a:rPr lang="en-IE" sz="3600" dirty="0" smtClean="0">
                <a:latin typeface="Comic Sans MS" pitchFamily="66" charset="0"/>
              </a:rPr>
              <a:t> i </a:t>
            </a:r>
            <a:r>
              <a:rPr lang="en-IE" sz="3600" dirty="0" err="1" smtClean="0">
                <a:latin typeface="Comic Sans MS" pitchFamily="66" charset="0"/>
              </a:rPr>
              <a:t>nDurlas</a:t>
            </a:r>
            <a:r>
              <a:rPr lang="en-IE" sz="3600" dirty="0" smtClean="0">
                <a:latin typeface="Comic Sans MS" pitchFamily="66" charset="0"/>
              </a:rPr>
              <a:t>? 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smtClean="0">
                <a:latin typeface="Comic Sans MS" pitchFamily="66" charset="0"/>
              </a:rPr>
              <a:t>Cad a </a:t>
            </a:r>
            <a:r>
              <a:rPr lang="en-IE" sz="3600" dirty="0" err="1" smtClean="0">
                <a:latin typeface="Comic Sans MS" pitchFamily="66" charset="0"/>
              </a:rPr>
              <a:t>bhí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ar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siúl</a:t>
            </a:r>
            <a:r>
              <a:rPr lang="en-IE" sz="3600" dirty="0" smtClean="0">
                <a:latin typeface="Comic Sans MS" pitchFamily="66" charset="0"/>
              </a:rPr>
              <a:t> i </a:t>
            </a:r>
            <a:r>
              <a:rPr lang="en-IE" sz="3600" dirty="0" err="1" smtClean="0">
                <a:latin typeface="Comic Sans MS" pitchFamily="66" charset="0"/>
              </a:rPr>
              <a:t>gCaiseal</a:t>
            </a:r>
            <a:r>
              <a:rPr lang="en-IE" sz="3600" dirty="0" smtClean="0">
                <a:latin typeface="Comic Sans MS" pitchFamily="66" charset="0"/>
              </a:rPr>
              <a:t>? 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smtClean="0">
                <a:latin typeface="Comic Sans MS" pitchFamily="66" charset="0"/>
              </a:rPr>
              <a:t>Cad a </a:t>
            </a:r>
            <a:r>
              <a:rPr lang="en-IE" sz="3600" dirty="0" err="1" smtClean="0">
                <a:latin typeface="Comic Sans MS" pitchFamily="66" charset="0"/>
              </a:rPr>
              <a:t>rinne</a:t>
            </a:r>
            <a:r>
              <a:rPr lang="en-IE" sz="3600" dirty="0" smtClean="0">
                <a:latin typeface="Comic Sans MS" pitchFamily="66" charset="0"/>
              </a:rPr>
              <a:t> an </a:t>
            </a:r>
            <a:r>
              <a:rPr lang="en-IE" sz="3600" dirty="0" err="1" smtClean="0">
                <a:latin typeface="Comic Sans MS" pitchFamily="66" charset="0"/>
              </a:rPr>
              <a:t>spailpín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i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gCaiseal</a:t>
            </a:r>
            <a:endParaRPr lang="en-IE" sz="3600" dirty="0" smtClean="0">
              <a:latin typeface="Comic Sans MS" pitchFamily="66" charset="0"/>
            </a:endParaRP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 err="1" smtClean="0">
                <a:latin typeface="Comic Sans MS" pitchFamily="66" charset="0"/>
              </a:rPr>
              <a:t>Cé</a:t>
            </a:r>
            <a:r>
              <a:rPr lang="en-IE" sz="3600" dirty="0">
                <a:latin typeface="Comic Sans MS" pitchFamily="66" charset="0"/>
              </a:rPr>
              <a:t> </a:t>
            </a:r>
            <a:r>
              <a:rPr lang="en-IE" sz="3600" dirty="0" smtClean="0">
                <a:latin typeface="Comic Sans MS" pitchFamily="66" charset="0"/>
              </a:rPr>
              <a:t>a </a:t>
            </a:r>
            <a:r>
              <a:rPr lang="en-IE" sz="3600" dirty="0" err="1" smtClean="0">
                <a:latin typeface="Comic Sans MS" pitchFamily="66" charset="0"/>
              </a:rPr>
              <a:t>bhí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ag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féachaint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anuas</a:t>
            </a:r>
            <a:r>
              <a:rPr lang="en-IE" sz="3600" dirty="0" smtClean="0">
                <a:latin typeface="Comic Sans MS" pitchFamily="66" charset="0"/>
              </a:rPr>
              <a:t> air </a:t>
            </a:r>
            <a:r>
              <a:rPr lang="en-IE" sz="3600" dirty="0" err="1" smtClean="0">
                <a:latin typeface="Comic Sans MS" pitchFamily="66" charset="0"/>
              </a:rPr>
              <a:t>ann</a:t>
            </a:r>
            <a:r>
              <a:rPr lang="en-IE" sz="3600" dirty="0" smtClean="0">
                <a:latin typeface="Comic Sans MS" pitchFamily="66" charset="0"/>
              </a:rPr>
              <a:t>? </a:t>
            </a:r>
          </a:p>
          <a:p>
            <a:pPr marL="514350" indent="-514350">
              <a:lnSpc>
                <a:spcPct val="160000"/>
              </a:lnSpc>
              <a:buAutoNum type="arabicPeriod"/>
            </a:pPr>
            <a:r>
              <a:rPr lang="en-IE" sz="3600" dirty="0">
                <a:latin typeface="Comic Sans MS" pitchFamily="66" charset="0"/>
              </a:rPr>
              <a:t> </a:t>
            </a:r>
            <a:r>
              <a:rPr lang="en-IE" sz="3600" dirty="0" smtClean="0">
                <a:latin typeface="Comic Sans MS" pitchFamily="66" charset="0"/>
              </a:rPr>
              <a:t>Cad a </a:t>
            </a:r>
            <a:r>
              <a:rPr lang="en-IE" sz="3600" dirty="0" err="1" smtClean="0">
                <a:latin typeface="Comic Sans MS" pitchFamily="66" charset="0"/>
              </a:rPr>
              <a:t>bhí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ar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siúl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sa</a:t>
            </a:r>
            <a:r>
              <a:rPr lang="en-IE" sz="3600" dirty="0" smtClean="0">
                <a:latin typeface="Comic Sans MS" pitchFamily="66" charset="0"/>
              </a:rPr>
              <a:t> </a:t>
            </a:r>
            <a:r>
              <a:rPr lang="en-IE" sz="3600" dirty="0" err="1" smtClean="0">
                <a:latin typeface="Comic Sans MS" pitchFamily="66" charset="0"/>
              </a:rPr>
              <a:t>Fhrainc</a:t>
            </a:r>
            <a:r>
              <a:rPr lang="en-IE" sz="3600" smtClean="0">
                <a:latin typeface="Comic Sans MS" pitchFamily="66" charset="0"/>
              </a:rPr>
              <a:t>? </a:t>
            </a:r>
            <a:r>
              <a:rPr lang="en-IE" sz="3600" smtClean="0">
                <a:latin typeface="Comic Sans MS" pitchFamily="66" charset="0"/>
              </a:rPr>
              <a:t>Bhí Réabhlóid na Fraince ar siúl faoin am seo.</a:t>
            </a:r>
            <a:endParaRPr lang="en-IE" sz="3600" dirty="0" smtClean="0">
              <a:latin typeface="Comic Sans MS" pitchFamily="66" charset="0"/>
            </a:endParaRPr>
          </a:p>
          <a:p>
            <a:pPr marL="514350" indent="-514350">
              <a:buAutoNum type="arabicPeriod" startAt="2"/>
            </a:pP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217149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80920" cy="6120680"/>
          </a:xfrm>
        </p:spPr>
        <p:txBody>
          <a:bodyPr>
            <a:normAutofit/>
          </a:bodyPr>
          <a:lstStyle/>
          <a:p>
            <a:r>
              <a:rPr lang="en-GB" dirty="0" smtClean="0"/>
              <a:t>(iii) Cad é an </a:t>
            </a:r>
            <a:r>
              <a:rPr lang="en-GB" dirty="0" err="1" smtClean="0"/>
              <a:t>mothúchán</a:t>
            </a:r>
            <a:r>
              <a:rPr lang="en-GB" dirty="0" smtClean="0"/>
              <a:t> is </a:t>
            </a:r>
            <a:r>
              <a:rPr lang="en-GB" dirty="0" err="1" smtClean="0"/>
              <a:t>treise</a:t>
            </a:r>
            <a:r>
              <a:rPr lang="en-GB" dirty="0" smtClean="0"/>
              <a:t>/ is </a:t>
            </a:r>
            <a:r>
              <a:rPr lang="en-GB" dirty="0" err="1" smtClean="0"/>
              <a:t>láidre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Chuir</a:t>
            </a:r>
            <a:r>
              <a:rPr lang="en-GB" dirty="0" smtClean="0"/>
              <a:t> an </a:t>
            </a:r>
            <a:r>
              <a:rPr lang="en-GB" dirty="0" err="1" smtClean="0"/>
              <a:t>margadh</a:t>
            </a:r>
            <a:r>
              <a:rPr lang="en-GB" dirty="0" smtClean="0"/>
              <a:t> </a:t>
            </a:r>
            <a:r>
              <a:rPr lang="en-GB" dirty="0" err="1" smtClean="0"/>
              <a:t>híreálta</a:t>
            </a:r>
            <a:r>
              <a:rPr lang="en-GB" dirty="0" smtClean="0"/>
              <a:t> </a:t>
            </a:r>
            <a:r>
              <a:rPr lang="en-GB" b="1" dirty="0" err="1"/>
              <a:t>fearg</a:t>
            </a:r>
            <a:r>
              <a:rPr lang="en-GB" b="1" dirty="0"/>
              <a:t>/</a:t>
            </a:r>
            <a:r>
              <a:rPr lang="en-GB" b="1" dirty="0" err="1"/>
              <a:t>náire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an </a:t>
            </a:r>
            <a:r>
              <a:rPr lang="en-GB" dirty="0" err="1" smtClean="0"/>
              <a:t>bhfile</a:t>
            </a:r>
            <a:r>
              <a:rPr lang="en-GB" dirty="0" smtClean="0"/>
              <a:t>. </a:t>
            </a:r>
            <a:r>
              <a:rPr lang="en-GB" dirty="0" err="1" smtClean="0"/>
              <a:t>Tháinig</a:t>
            </a:r>
            <a:r>
              <a:rPr lang="en-GB" dirty="0" smtClean="0"/>
              <a:t> </a:t>
            </a:r>
            <a:r>
              <a:rPr lang="en-GB" dirty="0" err="1" smtClean="0"/>
              <a:t>feirmeoirí</a:t>
            </a:r>
            <a:r>
              <a:rPr lang="en-GB" dirty="0" smtClean="0"/>
              <a:t> </a:t>
            </a:r>
            <a:r>
              <a:rPr lang="en-GB" dirty="0" err="1" smtClean="0"/>
              <a:t>móra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féachaint</a:t>
            </a:r>
            <a:r>
              <a:rPr lang="en-GB" dirty="0" smtClean="0"/>
              <a:t> </a:t>
            </a:r>
            <a:r>
              <a:rPr lang="en-GB" dirty="0" err="1" smtClean="0"/>
              <a:t>anuas</a:t>
            </a:r>
            <a:r>
              <a:rPr lang="en-GB" dirty="0" smtClean="0"/>
              <a:t> air </a:t>
            </a:r>
            <a:r>
              <a:rPr lang="en-GB" dirty="0" err="1" smtClean="0"/>
              <a:t>agus</a:t>
            </a:r>
            <a:r>
              <a:rPr lang="en-GB" dirty="0" smtClean="0"/>
              <a:t> é </a:t>
            </a:r>
            <a:r>
              <a:rPr lang="en-GB" dirty="0" err="1" smtClean="0"/>
              <a:t>ina</a:t>
            </a:r>
            <a:r>
              <a:rPr lang="en-GB" dirty="0" smtClean="0"/>
              <a:t> </a:t>
            </a:r>
            <a:r>
              <a:rPr lang="en-GB" dirty="0" err="1" smtClean="0"/>
              <a:t>shuí</a:t>
            </a:r>
            <a:r>
              <a:rPr lang="en-GB" dirty="0" smtClean="0"/>
              <a:t> </a:t>
            </a:r>
            <a:r>
              <a:rPr lang="en-GB" dirty="0" err="1" smtClean="0"/>
              <a:t>cois</a:t>
            </a:r>
            <a:r>
              <a:rPr lang="en-GB" dirty="0" smtClean="0"/>
              <a:t> </a:t>
            </a:r>
            <a:r>
              <a:rPr lang="en-GB" dirty="0" err="1" smtClean="0"/>
              <a:t>balla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tánaí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ard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lorg</a:t>
            </a:r>
            <a:r>
              <a:rPr lang="en-GB" dirty="0" smtClean="0"/>
              <a:t> </a:t>
            </a:r>
            <a:r>
              <a:rPr lang="en-GB" dirty="0" err="1" smtClean="0"/>
              <a:t>oibre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b="1" dirty="0" err="1"/>
              <a:t>fearg</a:t>
            </a:r>
            <a:r>
              <a:rPr lang="en-GB" b="1" dirty="0"/>
              <a:t>/</a:t>
            </a:r>
            <a:r>
              <a:rPr lang="en-GB" b="1" dirty="0" err="1"/>
              <a:t>náire</a:t>
            </a:r>
            <a:r>
              <a:rPr lang="en-GB" dirty="0" smtClean="0"/>
              <a:t> an </a:t>
            </a:r>
            <a:r>
              <a:rPr lang="en-GB" dirty="0" err="1" smtClean="0"/>
              <a:t>domhain</a:t>
            </a:r>
            <a:r>
              <a:rPr lang="en-GB" dirty="0" smtClean="0"/>
              <a:t> air mar </a:t>
            </a:r>
            <a:r>
              <a:rPr lang="en-GB" dirty="0" err="1" smtClean="0"/>
              <a:t>ghlaoigh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“an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fánach</a:t>
            </a:r>
            <a:r>
              <a:rPr lang="en-GB" dirty="0" smtClean="0"/>
              <a:t>” air. 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b="1" dirty="0" err="1" smtClean="0"/>
              <a:t>fearg</a:t>
            </a:r>
            <a:r>
              <a:rPr lang="en-GB" b="1" dirty="0" smtClean="0"/>
              <a:t>/</a:t>
            </a:r>
            <a:r>
              <a:rPr lang="en-GB" b="1" dirty="0" err="1" smtClean="0"/>
              <a:t>náire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an </a:t>
            </a:r>
            <a:r>
              <a:rPr lang="en-GB" dirty="0" err="1" smtClean="0"/>
              <a:t>bhfile</a:t>
            </a:r>
            <a:r>
              <a:rPr lang="en-GB" dirty="0" smtClean="0"/>
              <a:t> </a:t>
            </a:r>
            <a:r>
              <a:rPr lang="en-GB" dirty="0" err="1" smtClean="0"/>
              <a:t>freisin</a:t>
            </a:r>
            <a:r>
              <a:rPr lang="en-GB" dirty="0" smtClean="0"/>
              <a:t> mar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saibhir</a:t>
            </a:r>
            <a:r>
              <a:rPr lang="en-GB" dirty="0" smtClean="0"/>
              <a:t> </a:t>
            </a:r>
            <a:r>
              <a:rPr lang="en-GB" dirty="0" err="1" smtClean="0"/>
              <a:t>tráth</a:t>
            </a:r>
            <a:r>
              <a:rPr lang="en-GB" dirty="0" smtClean="0"/>
              <a:t>. </a:t>
            </a:r>
            <a:r>
              <a:rPr lang="en-GB" i="1" dirty="0" smtClean="0"/>
              <a:t>(He was rich once</a:t>
            </a:r>
            <a:r>
              <a:rPr lang="en-GB" dirty="0" smtClean="0"/>
              <a:t>) Ach </a:t>
            </a:r>
            <a:r>
              <a:rPr lang="en-GB" dirty="0" err="1" smtClean="0"/>
              <a:t>ansin</a:t>
            </a:r>
            <a:r>
              <a:rPr lang="en-GB" dirty="0" smtClean="0"/>
              <a:t> </a:t>
            </a:r>
            <a:r>
              <a:rPr lang="en-GB" dirty="0" err="1" smtClean="0"/>
              <a:t>chaill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a </a:t>
            </a:r>
            <a:r>
              <a:rPr lang="en-GB" dirty="0" err="1" smtClean="0"/>
              <a:t>stádas</a:t>
            </a:r>
            <a:r>
              <a:rPr lang="en-GB" dirty="0" smtClean="0"/>
              <a:t> mar </a:t>
            </a:r>
            <a:r>
              <a:rPr lang="en-GB" dirty="0" err="1" smtClean="0"/>
              <a:t>tháinig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gcumhacht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b="1" dirty="0" err="1"/>
              <a:t>fearg</a:t>
            </a:r>
            <a:r>
              <a:rPr lang="en-GB" b="1" dirty="0"/>
              <a:t>/</a:t>
            </a:r>
            <a:r>
              <a:rPr lang="en-GB" b="1" dirty="0" err="1"/>
              <a:t>náire</a:t>
            </a:r>
            <a:r>
              <a:rPr lang="en-GB" dirty="0" smtClean="0"/>
              <a:t> an </a:t>
            </a:r>
            <a:r>
              <a:rPr lang="en-GB" dirty="0" err="1" smtClean="0"/>
              <a:t>domhain</a:t>
            </a:r>
            <a:r>
              <a:rPr lang="en-GB" dirty="0" smtClean="0"/>
              <a:t> air mar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beo</a:t>
            </a:r>
            <a:r>
              <a:rPr lang="en-GB" dirty="0" smtClean="0"/>
              <a:t> </a:t>
            </a:r>
            <a:r>
              <a:rPr lang="en-GB" dirty="0" err="1" smtClean="0"/>
              <a:t>bocht</a:t>
            </a:r>
            <a:r>
              <a:rPr lang="en-GB" dirty="0" smtClean="0"/>
              <a:t>. </a:t>
            </a:r>
          </a:p>
          <a:p>
            <a:r>
              <a:rPr lang="en-GB" dirty="0" smtClean="0"/>
              <a:t>(iv) </a:t>
            </a:r>
            <a:r>
              <a:rPr lang="en-GB" dirty="0" err="1" smtClean="0"/>
              <a:t>Cád</a:t>
            </a:r>
            <a:r>
              <a:rPr lang="en-GB" dirty="0" smtClean="0"/>
              <a:t> é </a:t>
            </a:r>
            <a:r>
              <a:rPr lang="en-GB" dirty="0" err="1" smtClean="0"/>
              <a:t>téama</a:t>
            </a:r>
            <a:r>
              <a:rPr lang="en-GB" dirty="0" smtClean="0"/>
              <a:t> an </a:t>
            </a:r>
            <a:r>
              <a:rPr lang="en-GB" dirty="0" err="1" smtClean="0"/>
              <a:t>dáin</a:t>
            </a:r>
            <a:r>
              <a:rPr lang="en-GB" dirty="0" smtClean="0"/>
              <a:t>, </a:t>
            </a:r>
            <a:r>
              <a:rPr lang="en-GB" dirty="0" err="1" smtClean="0"/>
              <a:t>dar</a:t>
            </a:r>
            <a:r>
              <a:rPr lang="en-GB" dirty="0" smtClean="0"/>
              <a:t> </a:t>
            </a:r>
            <a:r>
              <a:rPr lang="en-GB" dirty="0" err="1" smtClean="0"/>
              <a:t>leat</a:t>
            </a:r>
            <a:r>
              <a:rPr lang="en-GB" dirty="0" smtClean="0"/>
              <a:t>? </a:t>
            </a:r>
          </a:p>
          <a:p>
            <a:r>
              <a:rPr lang="en-GB" dirty="0" smtClean="0"/>
              <a:t>Is é “</a:t>
            </a:r>
            <a:r>
              <a:rPr lang="en-GB" dirty="0" err="1" smtClean="0"/>
              <a:t>cruachás</a:t>
            </a:r>
            <a:r>
              <a:rPr lang="en-GB" dirty="0" smtClean="0"/>
              <a:t>” </a:t>
            </a:r>
            <a:r>
              <a:rPr lang="en-GB" dirty="0" err="1" smtClean="0"/>
              <a:t>téama</a:t>
            </a:r>
            <a:r>
              <a:rPr lang="en-GB" dirty="0" smtClean="0"/>
              <a:t> an </a:t>
            </a:r>
            <a:r>
              <a:rPr lang="en-GB" dirty="0" err="1" smtClean="0"/>
              <a:t>dáin</a:t>
            </a:r>
            <a:r>
              <a:rPr lang="en-GB" dirty="0" smtClean="0"/>
              <a:t>. / </a:t>
            </a:r>
            <a:r>
              <a:rPr lang="en-GB" dirty="0" err="1" smtClean="0"/>
              <a:t>Tá</a:t>
            </a:r>
            <a:r>
              <a:rPr lang="en-GB" dirty="0" smtClean="0"/>
              <a:t> an </a:t>
            </a:r>
            <a:r>
              <a:rPr lang="en-GB" dirty="0" err="1" smtClean="0"/>
              <a:t>téama</a:t>
            </a:r>
            <a:r>
              <a:rPr lang="en-GB" dirty="0" smtClean="0"/>
              <a:t> “</a:t>
            </a:r>
            <a:r>
              <a:rPr lang="en-GB" dirty="0" err="1" smtClean="0"/>
              <a:t>cruachás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 (</a:t>
            </a:r>
            <a:r>
              <a:rPr lang="en-GB" dirty="0" err="1" smtClean="0"/>
              <a:t>cruachás</a:t>
            </a:r>
            <a:r>
              <a:rPr lang="en-GB" smtClean="0"/>
              <a:t> – hardship) 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1035404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63" y="2348880"/>
            <a:ext cx="2495529" cy="31443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6629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</a:p>
          <a:p>
            <a:r>
              <a:rPr lang="en-GB" b="1" dirty="0" err="1" smtClean="0"/>
              <a:t>Bhí</a:t>
            </a:r>
            <a:r>
              <a:rPr lang="en-GB" b="1" dirty="0" smtClean="0"/>
              <a:t> a </a:t>
            </a:r>
            <a:r>
              <a:rPr lang="en-GB" b="1" dirty="0" err="1" smtClean="0"/>
              <a:t>shláinte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/>
              <a:t> </a:t>
            </a:r>
            <a:r>
              <a:rPr lang="en-GB" b="1" dirty="0" smtClean="0"/>
              <a:t>…..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sé</a:t>
            </a:r>
            <a:r>
              <a:rPr lang="en-GB" b="1" dirty="0"/>
              <a:t> </a:t>
            </a:r>
            <a:r>
              <a:rPr lang="en-GB" b="1" dirty="0" smtClean="0"/>
              <a:t>….. go </a:t>
            </a:r>
            <a:r>
              <a:rPr lang="en-GB" b="1" dirty="0" err="1" smtClean="0"/>
              <a:t>minic</a:t>
            </a:r>
            <a:r>
              <a:rPr lang="en-GB" b="1" dirty="0" smtClean="0"/>
              <a:t>. 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63" y="2348880"/>
            <a:ext cx="2495529" cy="31443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7188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/>
              <a:t> </a:t>
            </a:r>
            <a:r>
              <a:rPr lang="en-GB" b="1" dirty="0" err="1" smtClean="0"/>
              <a:t>fulaingt</a:t>
            </a:r>
            <a:r>
              <a:rPr lang="en-GB" b="1" dirty="0" smtClean="0"/>
              <a:t>.</a:t>
            </a:r>
            <a:r>
              <a:rPr lang="en-GB" dirty="0" smtClean="0"/>
              <a:t>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/>
              <a:t> </a:t>
            </a:r>
            <a:r>
              <a:rPr lang="en-GB" b="1" dirty="0" err="1" smtClean="0"/>
              <a:t>tinn</a:t>
            </a:r>
            <a:r>
              <a:rPr lang="en-GB" dirty="0" smtClean="0"/>
              <a:t> go </a:t>
            </a:r>
            <a:r>
              <a:rPr lang="en-GB" dirty="0" err="1" smtClean="0"/>
              <a:t>minic</a:t>
            </a:r>
            <a:r>
              <a:rPr lang="en-GB" dirty="0" smtClean="0"/>
              <a:t>.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263" y="2348880"/>
            <a:ext cx="2495529" cy="314436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0908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/>
              <a:t> </a:t>
            </a:r>
            <a:r>
              <a:rPr lang="en-GB" dirty="0" err="1" smtClean="0"/>
              <a:t>fulaingt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/>
              <a:t> </a:t>
            </a:r>
            <a:r>
              <a:rPr lang="en-GB" dirty="0" err="1" smtClean="0"/>
              <a:t>tinn</a:t>
            </a:r>
            <a:r>
              <a:rPr lang="en-GB" dirty="0" smtClean="0"/>
              <a:t> go </a:t>
            </a:r>
            <a:r>
              <a:rPr lang="en-GB" dirty="0" err="1" smtClean="0"/>
              <a:t>minic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2. </a:t>
            </a:r>
            <a:r>
              <a:rPr lang="en-GB" b="1" dirty="0" err="1" smtClean="0"/>
              <a:t>Cé</a:t>
            </a:r>
            <a:r>
              <a:rPr lang="en-GB" b="1" dirty="0" smtClean="0"/>
              <a:t> a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troid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gcoinne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Sasanaigh</a:t>
            </a:r>
            <a:r>
              <a:rPr lang="en-GB" b="1" dirty="0" smtClean="0"/>
              <a:t>?</a:t>
            </a:r>
            <a:endParaRPr lang="en-IE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3140968"/>
            <a:ext cx="3908991" cy="292797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9125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/>
              <a:t> </a:t>
            </a:r>
            <a:r>
              <a:rPr lang="en-GB" dirty="0" err="1" smtClean="0"/>
              <a:t>fulaingt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/>
              <a:t> </a:t>
            </a:r>
            <a:r>
              <a:rPr lang="en-GB" dirty="0" err="1" smtClean="0"/>
              <a:t>tinn</a:t>
            </a:r>
            <a:r>
              <a:rPr lang="en-GB" dirty="0" smtClean="0"/>
              <a:t> go </a:t>
            </a:r>
            <a:r>
              <a:rPr lang="en-GB" dirty="0" err="1" smtClean="0"/>
              <a:t>minic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2.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Bhí</a:t>
            </a:r>
            <a:r>
              <a:rPr lang="en-GB" b="1" dirty="0" smtClean="0"/>
              <a:t> …..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troid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gcoinne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Sasanaigh</a:t>
            </a:r>
            <a:r>
              <a:rPr lang="en-GB" b="1" dirty="0" smtClean="0"/>
              <a:t>. 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3626396"/>
            <a:ext cx="3260919" cy="244254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409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1. </a:t>
            </a:r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sláinte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/>
              <a:t> </a:t>
            </a:r>
            <a:r>
              <a:rPr lang="en-GB" dirty="0" err="1" smtClean="0"/>
              <a:t>fulaingt</a:t>
            </a:r>
            <a:r>
              <a:rPr lang="en-GB" dirty="0" smtClean="0"/>
              <a:t>.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/>
              <a:t> </a:t>
            </a:r>
            <a:r>
              <a:rPr lang="en-GB" dirty="0" err="1" smtClean="0"/>
              <a:t>tinn</a:t>
            </a:r>
            <a:r>
              <a:rPr lang="en-GB" dirty="0" smtClean="0"/>
              <a:t> go </a:t>
            </a:r>
            <a:r>
              <a:rPr lang="en-GB" dirty="0" err="1" smtClean="0"/>
              <a:t>minic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2.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croppies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.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3572460"/>
            <a:ext cx="3332927" cy="249647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120373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2.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croppies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3. Cad a </a:t>
            </a:r>
            <a:r>
              <a:rPr lang="en-GB" b="1" dirty="0" err="1" smtClean="0"/>
              <a:t>úsáidfidh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chun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Sasanaigh</a:t>
            </a:r>
            <a:r>
              <a:rPr lang="en-GB" b="1" dirty="0" smtClean="0"/>
              <a:t> a </a:t>
            </a:r>
            <a:r>
              <a:rPr lang="en-GB" b="1" dirty="0" err="1" smtClean="0"/>
              <a:t>chur</a:t>
            </a:r>
            <a:r>
              <a:rPr lang="en-GB" b="1" dirty="0" smtClean="0"/>
              <a:t> as an </a:t>
            </a:r>
            <a:r>
              <a:rPr lang="en-GB" b="1" dirty="0" err="1" smtClean="0"/>
              <a:t>tír</a:t>
            </a:r>
            <a:r>
              <a:rPr lang="en-GB" b="1" dirty="0" smtClean="0"/>
              <a:t>? </a:t>
            </a:r>
          </a:p>
          <a:p>
            <a:pPr marL="68580" indent="0">
              <a:buNone/>
            </a:pPr>
            <a:endParaRPr lang="en-IE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3212976"/>
            <a:ext cx="1847850" cy="302433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3491880" y="3717032"/>
            <a:ext cx="1152128" cy="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3933056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0096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/>
              <a:t>2</a:t>
            </a:r>
            <a:r>
              <a:rPr lang="en-GB" dirty="0" smtClean="0"/>
              <a:t>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croppies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/>
              <a:t>3</a:t>
            </a:r>
            <a:r>
              <a:rPr lang="en-GB" dirty="0" smtClean="0"/>
              <a:t>. Cad a </a:t>
            </a:r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? </a:t>
            </a:r>
          </a:p>
          <a:p>
            <a:r>
              <a:rPr lang="en-GB" b="1" dirty="0" err="1" smtClean="0"/>
              <a:t>Úsáidfidh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…. </a:t>
            </a:r>
            <a:r>
              <a:rPr lang="en-GB" b="1" dirty="0" err="1" smtClean="0"/>
              <a:t>chun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Sasanaigh</a:t>
            </a:r>
            <a:r>
              <a:rPr lang="en-GB" b="1" dirty="0" smtClean="0"/>
              <a:t> a </a:t>
            </a:r>
            <a:r>
              <a:rPr lang="en-GB" b="1" dirty="0" err="1" smtClean="0"/>
              <a:t>chur</a:t>
            </a:r>
            <a:r>
              <a:rPr lang="en-GB" b="1" dirty="0" smtClean="0"/>
              <a:t> as an </a:t>
            </a:r>
            <a:r>
              <a:rPr lang="en-GB" b="1" dirty="0" err="1" smtClean="0"/>
              <a:t>tír</a:t>
            </a:r>
            <a:r>
              <a:rPr lang="en-GB" b="1" dirty="0" smtClean="0"/>
              <a:t>. 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3573016"/>
            <a:ext cx="1847850" cy="302433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>
            <a:off x="5940152" y="4149080"/>
            <a:ext cx="1152128" cy="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52" y="41505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810990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2.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croppies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troid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gcoinne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3. Cad a </a:t>
            </a:r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/>
              <a:t> </a:t>
            </a:r>
            <a:r>
              <a:rPr lang="en-GB" b="1" dirty="0" err="1" smtClean="0"/>
              <a:t>cleith</a:t>
            </a:r>
            <a:r>
              <a:rPr lang="en-GB" b="1" dirty="0" smtClean="0"/>
              <a:t> </a:t>
            </a:r>
            <a:r>
              <a:rPr lang="en-GB" b="1" dirty="0" err="1" smtClean="0"/>
              <a:t>agus</a:t>
            </a:r>
            <a:r>
              <a:rPr lang="en-GB" b="1" dirty="0" smtClean="0"/>
              <a:t> </a:t>
            </a:r>
            <a:r>
              <a:rPr lang="en-GB" b="1" dirty="0" err="1" smtClean="0"/>
              <a:t>píc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. 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256" y="3573016"/>
            <a:ext cx="1847850" cy="302433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6156176" y="4149080"/>
            <a:ext cx="1152128" cy="0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6352" y="4150537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52616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3. Cad a </a:t>
            </a:r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/>
              <a:t> </a:t>
            </a:r>
            <a:r>
              <a:rPr lang="en-GB" dirty="0" err="1" smtClean="0"/>
              <a:t>cleith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píc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4. </a:t>
            </a:r>
            <a:r>
              <a:rPr lang="en-GB" b="1" dirty="0" err="1" smtClean="0"/>
              <a:t>Cá</a:t>
            </a:r>
            <a:r>
              <a:rPr lang="en-GB" b="1" dirty="0" smtClean="0"/>
              <a:t> </a:t>
            </a:r>
            <a:r>
              <a:rPr lang="en-GB" b="1" dirty="0" err="1" smtClean="0"/>
              <a:t>ndeachaigh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obair</a:t>
            </a:r>
            <a:r>
              <a:rPr lang="en-GB" b="1" dirty="0" smtClean="0"/>
              <a:t>?</a:t>
            </a:r>
            <a:endParaRPr lang="en-IE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361" y="3090474"/>
            <a:ext cx="2277791" cy="311258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039893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3. Cad a </a:t>
            </a:r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/>
              <a:t> </a:t>
            </a:r>
            <a:r>
              <a:rPr lang="en-GB" dirty="0" err="1" smtClean="0"/>
              <a:t>cleith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píc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4.  </a:t>
            </a:r>
            <a:r>
              <a:rPr lang="en-GB" dirty="0" err="1" smtClean="0"/>
              <a:t>Cá</a:t>
            </a:r>
            <a:r>
              <a:rPr lang="en-GB" dirty="0" smtClean="0"/>
              <a:t> </a:t>
            </a:r>
            <a:r>
              <a:rPr lang="en-GB" dirty="0" err="1" smtClean="0"/>
              <a:t>ndeachaigh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Chuaigh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obair</a:t>
            </a:r>
            <a:r>
              <a:rPr lang="en-GB" b="1" dirty="0" smtClean="0"/>
              <a:t> … 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3429000"/>
            <a:ext cx="2277791" cy="311258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570225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3. Cad a </a:t>
            </a:r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Úsáidfidh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/>
              <a:t> </a:t>
            </a:r>
            <a:r>
              <a:rPr lang="en-GB" dirty="0" err="1" smtClean="0"/>
              <a:t>cleith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píc</a:t>
            </a:r>
            <a:r>
              <a:rPr lang="en-GB" dirty="0" smtClean="0"/>
              <a:t> </a:t>
            </a:r>
            <a:r>
              <a:rPr lang="en-GB" dirty="0" err="1" smtClean="0"/>
              <a:t>chun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a </a:t>
            </a:r>
            <a:r>
              <a:rPr lang="en-GB" dirty="0" err="1" smtClean="0"/>
              <a:t>chur</a:t>
            </a:r>
            <a:r>
              <a:rPr lang="en-GB" dirty="0" smtClean="0"/>
              <a:t> as an </a:t>
            </a:r>
            <a:r>
              <a:rPr lang="en-GB" dirty="0" err="1" smtClean="0"/>
              <a:t>tír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4. </a:t>
            </a:r>
            <a:r>
              <a:rPr lang="en-GB" dirty="0" err="1" smtClean="0"/>
              <a:t>Cá</a:t>
            </a:r>
            <a:r>
              <a:rPr lang="en-GB" dirty="0" smtClean="0"/>
              <a:t> </a:t>
            </a:r>
            <a:r>
              <a:rPr lang="en-GB" dirty="0" err="1" smtClean="0"/>
              <a:t>ndeachaigh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Chuaigh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gCluain</a:t>
            </a:r>
            <a:r>
              <a:rPr lang="en-GB" b="1" dirty="0" smtClean="0"/>
              <a:t> </a:t>
            </a:r>
            <a:r>
              <a:rPr lang="en-GB" b="1" dirty="0" err="1" smtClean="0"/>
              <a:t>Meala</a:t>
            </a:r>
            <a:r>
              <a:rPr lang="en-GB" b="1" dirty="0" smtClean="0"/>
              <a:t>, </a:t>
            </a:r>
            <a:r>
              <a:rPr lang="en-GB" b="1" dirty="0" err="1" smtClean="0"/>
              <a:t>Tiobráid</a:t>
            </a:r>
            <a:r>
              <a:rPr lang="en-GB" b="1" dirty="0" smtClean="0"/>
              <a:t> </a:t>
            </a:r>
            <a:r>
              <a:rPr lang="en-GB" b="1" dirty="0" err="1" smtClean="0"/>
              <a:t>Árann</a:t>
            </a:r>
            <a:r>
              <a:rPr lang="en-GB" b="1" dirty="0" smtClean="0"/>
              <a:t>,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gCiarraí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Siúire</a:t>
            </a:r>
            <a:r>
              <a:rPr lang="en-GB" b="1" dirty="0" smtClean="0"/>
              <a:t> </a:t>
            </a:r>
            <a:r>
              <a:rPr lang="en-GB" b="1" dirty="0" err="1" smtClean="0"/>
              <a:t>agus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gCallainn</a:t>
            </a:r>
            <a:r>
              <a:rPr lang="en-GB" b="1" dirty="0" smtClean="0"/>
              <a:t>.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822" y="3789040"/>
            <a:ext cx="1977362" cy="27020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22847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4. </a:t>
            </a:r>
            <a:r>
              <a:rPr lang="en-GB" dirty="0" err="1" smtClean="0"/>
              <a:t>Cá</a:t>
            </a:r>
            <a:r>
              <a:rPr lang="en-GB" dirty="0" smtClean="0"/>
              <a:t> </a:t>
            </a:r>
            <a:r>
              <a:rPr lang="en-GB" dirty="0" err="1" smtClean="0"/>
              <a:t>ndeachaigh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Chuaigh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gCluain</a:t>
            </a:r>
            <a:r>
              <a:rPr lang="en-GB" dirty="0" smtClean="0"/>
              <a:t> </a:t>
            </a:r>
            <a:r>
              <a:rPr lang="en-GB" dirty="0" err="1" smtClean="0"/>
              <a:t>Meala</a:t>
            </a:r>
            <a:r>
              <a:rPr lang="en-GB" dirty="0" smtClean="0"/>
              <a:t>, </a:t>
            </a:r>
            <a:r>
              <a:rPr lang="en-GB" dirty="0" err="1" smtClean="0"/>
              <a:t>Tiobráid</a:t>
            </a:r>
            <a:r>
              <a:rPr lang="en-GB" dirty="0" smtClean="0"/>
              <a:t> </a:t>
            </a:r>
            <a:r>
              <a:rPr lang="en-GB" dirty="0" err="1" smtClean="0"/>
              <a:t>Árann</a:t>
            </a:r>
            <a:r>
              <a:rPr lang="en-GB" dirty="0" smtClean="0"/>
              <a:t>,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gCiarraí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Siúire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.</a:t>
            </a:r>
          </a:p>
          <a:p>
            <a:pPr marL="68580" indent="0">
              <a:buNone/>
            </a:pPr>
            <a:r>
              <a:rPr lang="en-GB" b="1" dirty="0" smtClean="0"/>
              <a:t>5. Cad a </a:t>
            </a:r>
            <a:r>
              <a:rPr lang="en-GB" b="1" dirty="0" err="1" smtClean="0"/>
              <a:t>rinne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gCallainn</a:t>
            </a:r>
            <a:r>
              <a:rPr lang="en-GB" b="1" dirty="0" smtClean="0"/>
              <a:t>?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176769"/>
            <a:ext cx="3816424" cy="278280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17851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4. </a:t>
            </a:r>
            <a:r>
              <a:rPr lang="en-GB" dirty="0" err="1" smtClean="0"/>
              <a:t>Cá</a:t>
            </a:r>
            <a:r>
              <a:rPr lang="en-GB" dirty="0" smtClean="0"/>
              <a:t> </a:t>
            </a:r>
            <a:r>
              <a:rPr lang="en-GB" dirty="0" err="1" smtClean="0"/>
              <a:t>ndeachaigh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Chuaigh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obair</a:t>
            </a:r>
            <a:r>
              <a:rPr lang="en-GB" dirty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gCluain</a:t>
            </a:r>
            <a:r>
              <a:rPr lang="en-GB" dirty="0" smtClean="0"/>
              <a:t> </a:t>
            </a:r>
            <a:r>
              <a:rPr lang="en-GB" dirty="0" err="1" smtClean="0"/>
              <a:t>Meala</a:t>
            </a:r>
            <a:r>
              <a:rPr lang="en-GB" dirty="0" smtClean="0"/>
              <a:t>, </a:t>
            </a:r>
            <a:r>
              <a:rPr lang="en-GB" dirty="0" err="1" smtClean="0"/>
              <a:t>Tiobráid</a:t>
            </a:r>
            <a:r>
              <a:rPr lang="en-GB" dirty="0" smtClean="0"/>
              <a:t> </a:t>
            </a:r>
            <a:r>
              <a:rPr lang="en-GB" dirty="0" err="1" smtClean="0"/>
              <a:t>Árann</a:t>
            </a:r>
            <a:r>
              <a:rPr lang="en-GB" dirty="0" smtClean="0"/>
              <a:t>,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gCiarraí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Siúire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.</a:t>
            </a:r>
          </a:p>
          <a:p>
            <a:pPr marL="68580" indent="0">
              <a:buNone/>
            </a:pPr>
            <a:r>
              <a:rPr lang="en-GB" dirty="0" smtClean="0"/>
              <a:t>5.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sé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baint</a:t>
            </a:r>
            <a:r>
              <a:rPr lang="en-GB" b="1" dirty="0" smtClean="0"/>
              <a:t> </a:t>
            </a:r>
            <a:r>
              <a:rPr lang="en-GB" b="1" dirty="0" err="1" smtClean="0"/>
              <a:t>feár</a:t>
            </a:r>
            <a:r>
              <a:rPr lang="en-GB" b="1" dirty="0" smtClean="0"/>
              <a:t> </a:t>
            </a:r>
            <a:r>
              <a:rPr lang="en-GB" b="1" dirty="0" err="1" smtClean="0"/>
              <a:t>nó</a:t>
            </a:r>
            <a:r>
              <a:rPr lang="en-GB" b="1" dirty="0" smtClean="0"/>
              <a:t> </a:t>
            </a:r>
            <a:r>
              <a:rPr lang="en-GB" b="1" dirty="0" err="1" smtClean="0"/>
              <a:t>arbhar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gCallainn</a:t>
            </a:r>
            <a:r>
              <a:rPr lang="en-GB" b="1" dirty="0" smtClean="0"/>
              <a:t>. 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3645024"/>
            <a:ext cx="3816424" cy="278280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36162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5.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baint</a:t>
            </a:r>
            <a:r>
              <a:rPr lang="en-GB" dirty="0" smtClean="0"/>
              <a:t> </a:t>
            </a:r>
            <a:r>
              <a:rPr lang="en-GB" dirty="0" err="1" smtClean="0"/>
              <a:t>feár</a:t>
            </a:r>
            <a:r>
              <a:rPr lang="en-GB" dirty="0" smtClean="0"/>
              <a:t> </a:t>
            </a:r>
            <a:r>
              <a:rPr lang="en-GB" dirty="0" err="1" smtClean="0"/>
              <a:t>nó</a:t>
            </a:r>
            <a:r>
              <a:rPr lang="en-GB" dirty="0" smtClean="0"/>
              <a:t> </a:t>
            </a:r>
            <a:r>
              <a:rPr lang="en-GB" dirty="0" err="1" smtClean="0"/>
              <a:t>arbhar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6. Cad a </a:t>
            </a:r>
            <a:r>
              <a:rPr lang="en-GB" b="1" dirty="0" err="1" smtClean="0"/>
              <a:t>dúirt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daoine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nDurlas</a:t>
            </a:r>
            <a:r>
              <a:rPr lang="en-GB" b="1" dirty="0" smtClean="0"/>
              <a:t>?</a:t>
            </a:r>
          </a:p>
          <a:p>
            <a:endParaRPr lang="en-GB" b="1" dirty="0" smtClean="0"/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  <p:sp>
        <p:nvSpPr>
          <p:cNvPr id="2" name="Rectangular Callout 1"/>
          <p:cNvSpPr/>
          <p:nvPr/>
        </p:nvSpPr>
        <p:spPr>
          <a:xfrm>
            <a:off x="3779912" y="2780928"/>
            <a:ext cx="3312368" cy="1728192"/>
          </a:xfrm>
          <a:prstGeom prst="wedgeRectCallout">
            <a:avLst>
              <a:gd name="adj1" fmla="val -58895"/>
              <a:gd name="adj2" fmla="val 825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SPAILPÍN FÁNACH!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3637462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5.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baint</a:t>
            </a:r>
            <a:r>
              <a:rPr lang="en-GB" dirty="0" smtClean="0"/>
              <a:t> </a:t>
            </a:r>
            <a:r>
              <a:rPr lang="en-GB" dirty="0" err="1" smtClean="0"/>
              <a:t>feár</a:t>
            </a:r>
            <a:r>
              <a:rPr lang="en-GB" dirty="0" smtClean="0"/>
              <a:t> </a:t>
            </a:r>
            <a:r>
              <a:rPr lang="en-GB" dirty="0" err="1" smtClean="0"/>
              <a:t>nó</a:t>
            </a:r>
            <a:r>
              <a:rPr lang="en-GB" dirty="0" smtClean="0"/>
              <a:t> </a:t>
            </a:r>
            <a:r>
              <a:rPr lang="en-GB" dirty="0" err="1" smtClean="0"/>
              <a:t>arbhar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gCallainn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6. Cad a </a:t>
            </a:r>
            <a:r>
              <a:rPr lang="en-GB" dirty="0" err="1" smtClean="0"/>
              <a:t>dúirt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nDurlas</a:t>
            </a:r>
            <a:r>
              <a:rPr lang="en-GB" dirty="0" smtClean="0"/>
              <a:t>?</a:t>
            </a:r>
          </a:p>
          <a:p>
            <a:r>
              <a:rPr lang="en-GB" b="1" dirty="0" smtClean="0"/>
              <a:t>I </a:t>
            </a:r>
            <a:r>
              <a:rPr lang="en-GB" b="1" dirty="0" err="1" smtClean="0"/>
              <a:t>nDurlas</a:t>
            </a:r>
            <a:r>
              <a:rPr lang="en-GB" b="1" dirty="0" smtClean="0"/>
              <a:t>, </a:t>
            </a:r>
            <a:r>
              <a:rPr lang="en-GB" b="1" dirty="0" err="1" smtClean="0"/>
              <a:t>ghlaoigh</a:t>
            </a:r>
            <a:r>
              <a:rPr lang="en-GB" b="1" dirty="0" smtClean="0"/>
              <a:t> </a:t>
            </a:r>
            <a:r>
              <a:rPr lang="en-GB" b="1" dirty="0" err="1" smtClean="0"/>
              <a:t>daoine</a:t>
            </a:r>
            <a:r>
              <a:rPr lang="en-GB" b="1" dirty="0" smtClean="0"/>
              <a:t> “an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fánach</a:t>
            </a:r>
            <a:r>
              <a:rPr lang="en-GB" b="1" dirty="0" smtClean="0"/>
              <a:t>” air. 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  <p:sp>
        <p:nvSpPr>
          <p:cNvPr id="4" name="Rectangular Callout 3"/>
          <p:cNvSpPr/>
          <p:nvPr/>
        </p:nvSpPr>
        <p:spPr>
          <a:xfrm>
            <a:off x="3779912" y="2780928"/>
            <a:ext cx="3312368" cy="1728192"/>
          </a:xfrm>
          <a:prstGeom prst="wedgeRectCallout">
            <a:avLst>
              <a:gd name="adj1" fmla="val -58895"/>
              <a:gd name="adj2" fmla="val 8254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SPAILPÍN FÁNACH!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2466841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6. Cad a </a:t>
            </a:r>
            <a:r>
              <a:rPr lang="en-GB" dirty="0" err="1" smtClean="0"/>
              <a:t>dúirt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nDurlas</a:t>
            </a:r>
            <a:r>
              <a:rPr lang="en-GB" dirty="0" smtClean="0"/>
              <a:t>?</a:t>
            </a:r>
          </a:p>
          <a:p>
            <a:r>
              <a:rPr lang="en-GB" dirty="0" smtClean="0"/>
              <a:t>I </a:t>
            </a:r>
            <a:r>
              <a:rPr lang="en-GB" dirty="0" err="1" smtClean="0"/>
              <a:t>nDurlas</a:t>
            </a:r>
            <a:r>
              <a:rPr lang="en-GB" dirty="0" smtClean="0"/>
              <a:t>, </a:t>
            </a:r>
            <a:r>
              <a:rPr lang="en-GB" dirty="0" err="1" smtClean="0"/>
              <a:t>ghlaoigh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“an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fánach</a:t>
            </a:r>
            <a:r>
              <a:rPr lang="en-GB" dirty="0" smtClean="0"/>
              <a:t>” air. </a:t>
            </a:r>
          </a:p>
          <a:p>
            <a:pPr marL="68580" indent="0">
              <a:buNone/>
            </a:pPr>
            <a:r>
              <a:rPr lang="en-GB" b="1" dirty="0" smtClean="0"/>
              <a:t>7. Cad a </a:t>
            </a:r>
            <a:r>
              <a:rPr lang="en-GB" b="1" dirty="0" err="1" smtClean="0"/>
              <a:t>rinne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gCaiseal</a:t>
            </a:r>
            <a:r>
              <a:rPr lang="en-GB" b="1" dirty="0" smtClean="0"/>
              <a:t>? 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3847865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6. Cad a </a:t>
            </a:r>
            <a:r>
              <a:rPr lang="en-GB" dirty="0" err="1" smtClean="0"/>
              <a:t>dúirt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nDurlas</a:t>
            </a:r>
            <a:r>
              <a:rPr lang="en-GB" dirty="0" smtClean="0"/>
              <a:t>?</a:t>
            </a:r>
          </a:p>
          <a:p>
            <a:r>
              <a:rPr lang="en-GB" dirty="0" smtClean="0"/>
              <a:t>I </a:t>
            </a:r>
            <a:r>
              <a:rPr lang="en-GB" dirty="0" err="1" smtClean="0"/>
              <a:t>nDurlas</a:t>
            </a:r>
            <a:r>
              <a:rPr lang="en-GB" dirty="0" smtClean="0"/>
              <a:t>, </a:t>
            </a:r>
            <a:r>
              <a:rPr lang="en-GB" dirty="0" err="1" smtClean="0"/>
              <a:t>ghlaoigh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“an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fánach</a:t>
            </a:r>
            <a:r>
              <a:rPr lang="en-GB" dirty="0" smtClean="0"/>
              <a:t>” air. </a:t>
            </a:r>
          </a:p>
          <a:p>
            <a:pPr marL="68580" indent="0">
              <a:buNone/>
            </a:pPr>
            <a:r>
              <a:rPr lang="en-GB" dirty="0" smtClean="0"/>
              <a:t>7.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 </a:t>
            </a:r>
          </a:p>
          <a:p>
            <a:r>
              <a:rPr lang="en-GB" b="1" dirty="0" err="1" smtClean="0"/>
              <a:t>Dhíol</a:t>
            </a:r>
            <a:r>
              <a:rPr lang="en-GB" b="1" dirty="0" smtClean="0"/>
              <a:t> </a:t>
            </a:r>
            <a:r>
              <a:rPr lang="en-GB" b="1" dirty="0" err="1" smtClean="0"/>
              <a:t>sé</a:t>
            </a:r>
            <a:r>
              <a:rPr lang="en-GB" b="1" dirty="0" smtClean="0"/>
              <a:t> a </a:t>
            </a:r>
            <a:r>
              <a:rPr lang="en-GB" b="1" dirty="0" err="1" smtClean="0"/>
              <a:t>shláinte</a:t>
            </a:r>
            <a:r>
              <a:rPr lang="en-GB" b="1" dirty="0" smtClean="0"/>
              <a:t>. </a:t>
            </a:r>
            <a:r>
              <a:rPr lang="en-GB" b="1" dirty="0" err="1" smtClean="0"/>
              <a:t>Chuaigh</a:t>
            </a:r>
            <a:r>
              <a:rPr lang="en-GB" b="1" dirty="0" smtClean="0"/>
              <a:t> </a:t>
            </a:r>
            <a:r>
              <a:rPr lang="en-GB" b="1" dirty="0" err="1" smtClean="0"/>
              <a:t>sé</a:t>
            </a:r>
            <a:r>
              <a:rPr lang="en-GB" b="1" dirty="0" smtClean="0"/>
              <a:t> </a:t>
            </a:r>
            <a:r>
              <a:rPr lang="en-GB" b="1" dirty="0" err="1" smtClean="0"/>
              <a:t>ag</a:t>
            </a:r>
            <a:r>
              <a:rPr lang="en-GB" b="1" dirty="0" smtClean="0"/>
              <a:t> </a:t>
            </a:r>
            <a:r>
              <a:rPr lang="en-GB" b="1" dirty="0" err="1" smtClean="0"/>
              <a:t>lorg</a:t>
            </a:r>
            <a:r>
              <a:rPr lang="en-GB" b="1" dirty="0" smtClean="0"/>
              <a:t> </a:t>
            </a:r>
            <a:r>
              <a:rPr lang="en-GB" b="1" dirty="0" err="1" smtClean="0"/>
              <a:t>oibre</a:t>
            </a:r>
            <a:r>
              <a:rPr lang="en-GB" b="1" dirty="0" smtClean="0"/>
              <a:t>. </a:t>
            </a:r>
          </a:p>
          <a:p>
            <a:pPr marL="68580" indent="0">
              <a:buNone/>
            </a:pPr>
            <a:endParaRPr lang="en-GB" b="1" dirty="0" smtClean="0"/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821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7.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Dhíol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8. Cad a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ar</a:t>
            </a:r>
            <a:r>
              <a:rPr lang="en-GB" b="1" dirty="0" smtClean="0"/>
              <a:t> </a:t>
            </a:r>
            <a:r>
              <a:rPr lang="en-GB" b="1" dirty="0" err="1" smtClean="0"/>
              <a:t>siúl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gCaiseal</a:t>
            </a:r>
            <a:r>
              <a:rPr lang="en-GB" b="1" dirty="0" smtClean="0"/>
              <a:t>?</a:t>
            </a:r>
          </a:p>
          <a:p>
            <a:pPr marL="6858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821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b="1" dirty="0" smtClean="0"/>
              <a:t>7</a:t>
            </a:r>
            <a:r>
              <a:rPr lang="en-GB" dirty="0" smtClean="0"/>
              <a:t>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Dhíol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8. Cad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Bhí</a:t>
            </a:r>
            <a:r>
              <a:rPr lang="en-GB" b="1" dirty="0" smtClean="0"/>
              <a:t> …. </a:t>
            </a:r>
            <a:r>
              <a:rPr lang="en-GB" b="1" dirty="0" err="1" smtClean="0"/>
              <a:t>ar</a:t>
            </a:r>
            <a:r>
              <a:rPr lang="en-GB" b="1" dirty="0" smtClean="0"/>
              <a:t> </a:t>
            </a:r>
            <a:r>
              <a:rPr lang="en-GB" b="1" dirty="0" err="1" smtClean="0"/>
              <a:t>siúl</a:t>
            </a:r>
            <a:r>
              <a:rPr lang="en-GB" b="1" dirty="0" smtClean="0"/>
              <a:t>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gCaiseal</a:t>
            </a:r>
            <a:r>
              <a:rPr lang="en-GB" b="1" dirty="0" smtClean="0"/>
              <a:t>. 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821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b="1" dirty="0" smtClean="0"/>
              <a:t>7</a:t>
            </a:r>
            <a:r>
              <a:rPr lang="en-GB" dirty="0" smtClean="0"/>
              <a:t>. Cad a </a:t>
            </a:r>
            <a:r>
              <a:rPr lang="en-GB" dirty="0" err="1" smtClean="0"/>
              <a:t>rinne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 </a:t>
            </a:r>
          </a:p>
          <a:p>
            <a:r>
              <a:rPr lang="en-GB" dirty="0" err="1" smtClean="0"/>
              <a:t>Dhíol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a </a:t>
            </a:r>
            <a:r>
              <a:rPr lang="en-GB" dirty="0" err="1" smtClean="0"/>
              <a:t>shláinte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8. Cad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/>
              <a:t> </a:t>
            </a:r>
            <a:r>
              <a:rPr lang="en-GB" b="1" dirty="0" err="1" smtClean="0"/>
              <a:t>margadh</a:t>
            </a:r>
            <a:r>
              <a:rPr lang="en-GB" b="1" dirty="0" smtClean="0"/>
              <a:t> </a:t>
            </a:r>
            <a:r>
              <a:rPr lang="en-GB" b="1" dirty="0" err="1" smtClean="0"/>
              <a:t>híreálta</a:t>
            </a:r>
            <a:r>
              <a:rPr lang="en-GB" b="1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endParaRPr lang="en-GB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710168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endParaRPr lang="en-GB" b="1" dirty="0" smtClean="0"/>
          </a:p>
          <a:p>
            <a:pPr marL="68580" indent="0">
              <a:buNone/>
            </a:pPr>
            <a:r>
              <a:rPr lang="en-GB" b="1" dirty="0" smtClean="0"/>
              <a:t>8. </a:t>
            </a:r>
            <a:r>
              <a:rPr lang="en-GB" dirty="0" smtClean="0"/>
              <a:t>Cad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margadh</a:t>
            </a:r>
            <a:r>
              <a:rPr lang="en-GB" dirty="0" smtClean="0"/>
              <a:t> </a:t>
            </a:r>
            <a:r>
              <a:rPr lang="en-GB" dirty="0" err="1" smtClean="0"/>
              <a:t>híreálta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b="1" dirty="0" smtClean="0"/>
              <a:t>9. </a:t>
            </a:r>
            <a:r>
              <a:rPr lang="en-GB" b="1" dirty="0" err="1" smtClean="0"/>
              <a:t>Cén</a:t>
            </a:r>
            <a:r>
              <a:rPr lang="en-GB" b="1" dirty="0" smtClean="0"/>
              <a:t> </a:t>
            </a:r>
            <a:r>
              <a:rPr lang="en-GB" b="1" dirty="0" err="1" smtClean="0"/>
              <a:t>cineál</a:t>
            </a:r>
            <a:r>
              <a:rPr lang="en-GB" b="1" dirty="0" smtClean="0"/>
              <a:t> </a:t>
            </a:r>
            <a:r>
              <a:rPr lang="en-GB" b="1" dirty="0" err="1" smtClean="0"/>
              <a:t>duine</a:t>
            </a:r>
            <a:r>
              <a:rPr lang="en-GB" b="1" dirty="0" smtClean="0"/>
              <a:t> a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sa</a:t>
            </a:r>
            <a:r>
              <a:rPr lang="en-GB" b="1" dirty="0" smtClean="0"/>
              <a:t> </a:t>
            </a:r>
            <a:r>
              <a:rPr lang="en-GB" b="1" dirty="0" err="1" smtClean="0"/>
              <a:t>spailpín</a:t>
            </a:r>
            <a:r>
              <a:rPr lang="en-GB" b="1" dirty="0" smtClean="0"/>
              <a:t>?</a:t>
            </a:r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821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8. Cad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margadh</a:t>
            </a:r>
            <a:r>
              <a:rPr lang="en-GB" dirty="0" smtClean="0"/>
              <a:t> </a:t>
            </a:r>
            <a:r>
              <a:rPr lang="en-GB" dirty="0" err="1" smtClean="0"/>
              <a:t>híreálta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9. </a:t>
            </a:r>
            <a:r>
              <a:rPr lang="en-GB" dirty="0" err="1" smtClean="0"/>
              <a:t>Cén</a:t>
            </a:r>
            <a:r>
              <a:rPr lang="en-GB" dirty="0" smtClean="0"/>
              <a:t> </a:t>
            </a:r>
            <a:r>
              <a:rPr lang="en-GB" dirty="0" err="1" smtClean="0"/>
              <a:t>cineál</a:t>
            </a:r>
            <a:r>
              <a:rPr lang="en-GB" dirty="0" smtClean="0"/>
              <a:t> </a:t>
            </a:r>
            <a:r>
              <a:rPr lang="en-GB" dirty="0" err="1" smtClean="0"/>
              <a:t>duine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Duine</a:t>
            </a:r>
            <a:r>
              <a:rPr lang="en-GB" b="1" dirty="0" smtClean="0"/>
              <a:t> …. a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sa</a:t>
            </a:r>
            <a:r>
              <a:rPr lang="en-GB" b="1" dirty="0" smtClean="0"/>
              <a:t> </a:t>
            </a:r>
            <a:r>
              <a:rPr lang="en-GB" b="1" dirty="0" err="1" smtClean="0"/>
              <a:t>spailpín</a:t>
            </a:r>
            <a:r>
              <a:rPr lang="en-GB" b="1" dirty="0" smtClean="0"/>
              <a:t>.</a:t>
            </a:r>
          </a:p>
          <a:p>
            <a:endParaRPr lang="en-GB" b="1" dirty="0" smtClean="0"/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82156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8. Cad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margadh</a:t>
            </a:r>
            <a:r>
              <a:rPr lang="en-GB" dirty="0" smtClean="0"/>
              <a:t> </a:t>
            </a:r>
            <a:r>
              <a:rPr lang="en-GB" dirty="0" err="1" smtClean="0"/>
              <a:t>híreálta</a:t>
            </a:r>
            <a:r>
              <a:rPr lang="en-GB" dirty="0" smtClean="0"/>
              <a:t> </a:t>
            </a:r>
            <a:r>
              <a:rPr lang="en-GB" dirty="0" err="1" smtClean="0"/>
              <a:t>ar</a:t>
            </a:r>
            <a:r>
              <a:rPr lang="en-GB" dirty="0" smtClean="0"/>
              <a:t> </a:t>
            </a:r>
            <a:r>
              <a:rPr lang="en-GB" dirty="0" err="1" smtClean="0"/>
              <a:t>siúl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gCaiseal</a:t>
            </a:r>
            <a:r>
              <a:rPr lang="en-GB" dirty="0" smtClean="0"/>
              <a:t>. </a:t>
            </a:r>
          </a:p>
          <a:p>
            <a:pPr marL="68580" indent="0">
              <a:buNone/>
            </a:pPr>
            <a:r>
              <a:rPr lang="en-GB" dirty="0" smtClean="0"/>
              <a:t>9. </a:t>
            </a:r>
            <a:r>
              <a:rPr lang="en-GB" dirty="0" err="1" smtClean="0"/>
              <a:t>Cén</a:t>
            </a:r>
            <a:r>
              <a:rPr lang="en-GB" dirty="0" smtClean="0"/>
              <a:t> </a:t>
            </a:r>
            <a:r>
              <a:rPr lang="en-GB" dirty="0" err="1" smtClean="0"/>
              <a:t>cineál</a:t>
            </a:r>
            <a:r>
              <a:rPr lang="en-GB" dirty="0" smtClean="0"/>
              <a:t> </a:t>
            </a:r>
            <a:r>
              <a:rPr lang="en-GB" dirty="0" err="1" smtClean="0"/>
              <a:t>duine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Duine</a:t>
            </a:r>
            <a:r>
              <a:rPr lang="en-GB" b="1" dirty="0" smtClean="0"/>
              <a:t> </a:t>
            </a:r>
            <a:r>
              <a:rPr lang="en-GB" b="1" dirty="0" err="1" smtClean="0"/>
              <a:t>feargach</a:t>
            </a:r>
            <a:r>
              <a:rPr lang="en-GB" b="1" dirty="0" smtClean="0"/>
              <a:t> </a:t>
            </a:r>
            <a:r>
              <a:rPr lang="en-GB" dirty="0" smtClean="0"/>
              <a:t>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30365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9. </a:t>
            </a:r>
            <a:r>
              <a:rPr lang="en-GB" dirty="0" err="1" smtClean="0"/>
              <a:t>Cén</a:t>
            </a:r>
            <a:r>
              <a:rPr lang="en-GB" dirty="0" smtClean="0"/>
              <a:t> </a:t>
            </a:r>
            <a:r>
              <a:rPr lang="en-GB" dirty="0" err="1" smtClean="0"/>
              <a:t>cineál</a:t>
            </a:r>
            <a:r>
              <a:rPr lang="en-GB" dirty="0" smtClean="0"/>
              <a:t> </a:t>
            </a:r>
            <a:r>
              <a:rPr lang="en-GB" dirty="0" err="1" smtClean="0"/>
              <a:t>duine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Duine</a:t>
            </a:r>
            <a:r>
              <a:rPr lang="en-GB" dirty="0" smtClean="0"/>
              <a:t> </a:t>
            </a:r>
            <a:r>
              <a:rPr lang="en-GB" dirty="0" err="1" smtClean="0"/>
              <a:t>feargach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.</a:t>
            </a:r>
          </a:p>
          <a:p>
            <a:r>
              <a:rPr lang="en-GB" b="1" dirty="0" err="1" smtClean="0"/>
              <a:t>Cé</a:t>
            </a:r>
            <a:r>
              <a:rPr lang="en-GB" b="1" dirty="0" smtClean="0"/>
              <a:t> a </a:t>
            </a:r>
            <a:r>
              <a:rPr lang="en-GB" b="1" dirty="0" err="1" smtClean="0"/>
              <a:t>híreál</a:t>
            </a:r>
            <a:r>
              <a:rPr lang="en-GB" b="1" dirty="0" smtClean="0"/>
              <a:t> an </a:t>
            </a:r>
            <a:r>
              <a:rPr lang="en-GB" b="1" dirty="0" err="1" smtClean="0"/>
              <a:t>spailpín</a:t>
            </a:r>
            <a:r>
              <a:rPr lang="en-GB" b="1" dirty="0" smtClean="0"/>
              <a:t>?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303655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9. </a:t>
            </a:r>
            <a:r>
              <a:rPr lang="en-GB" dirty="0" err="1" smtClean="0"/>
              <a:t>Cén</a:t>
            </a:r>
            <a:r>
              <a:rPr lang="en-GB" dirty="0" smtClean="0"/>
              <a:t> </a:t>
            </a:r>
            <a:r>
              <a:rPr lang="en-GB" dirty="0" err="1" smtClean="0"/>
              <a:t>cineál</a:t>
            </a:r>
            <a:r>
              <a:rPr lang="en-GB" dirty="0" smtClean="0"/>
              <a:t> </a:t>
            </a:r>
            <a:r>
              <a:rPr lang="en-GB" dirty="0" err="1" smtClean="0"/>
              <a:t>duine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Duine</a:t>
            </a:r>
            <a:r>
              <a:rPr lang="en-GB" dirty="0" smtClean="0"/>
              <a:t> </a:t>
            </a:r>
            <a:r>
              <a:rPr lang="en-GB" dirty="0" err="1" smtClean="0"/>
              <a:t>feargach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.</a:t>
            </a:r>
          </a:p>
          <a:p>
            <a:pPr marL="68580" indent="0">
              <a:buNone/>
            </a:pPr>
            <a:r>
              <a:rPr lang="en-GB" dirty="0" smtClean="0"/>
              <a:t>10. </a:t>
            </a:r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híreál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b="1" dirty="0" err="1" smtClean="0"/>
              <a:t>Híreál</a:t>
            </a:r>
            <a:r>
              <a:rPr lang="en-GB" b="1" dirty="0" smtClean="0"/>
              <a:t> … an </a:t>
            </a:r>
            <a:r>
              <a:rPr lang="en-GB" b="1" dirty="0" err="1" smtClean="0"/>
              <a:t>spailpín</a:t>
            </a:r>
            <a:r>
              <a:rPr lang="en-GB" b="1" dirty="0" smtClean="0"/>
              <a:t>. </a:t>
            </a:r>
          </a:p>
          <a:p>
            <a:endParaRPr lang="en-GB" b="1" dirty="0" smtClean="0"/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243959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764704"/>
            <a:ext cx="6777317" cy="5067925"/>
          </a:xfrm>
        </p:spPr>
        <p:txBody>
          <a:bodyPr/>
          <a:lstStyle/>
          <a:p>
            <a:pPr marL="68580" indent="0">
              <a:buNone/>
            </a:pPr>
            <a:r>
              <a:rPr lang="en-GB" dirty="0" smtClean="0"/>
              <a:t>9. </a:t>
            </a:r>
            <a:r>
              <a:rPr lang="en-GB" dirty="0" err="1" smtClean="0"/>
              <a:t>Cén</a:t>
            </a:r>
            <a:r>
              <a:rPr lang="en-GB" dirty="0" smtClean="0"/>
              <a:t> </a:t>
            </a:r>
            <a:r>
              <a:rPr lang="en-GB" dirty="0" err="1" smtClean="0"/>
              <a:t>cineál</a:t>
            </a:r>
            <a:r>
              <a:rPr lang="en-GB" dirty="0" smtClean="0"/>
              <a:t> </a:t>
            </a:r>
            <a:r>
              <a:rPr lang="en-GB" dirty="0" err="1" smtClean="0"/>
              <a:t>duine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Duine</a:t>
            </a:r>
            <a:r>
              <a:rPr lang="en-GB" dirty="0" smtClean="0"/>
              <a:t> </a:t>
            </a:r>
            <a:r>
              <a:rPr lang="en-GB" dirty="0" err="1" smtClean="0"/>
              <a:t>feargach</a:t>
            </a:r>
            <a:r>
              <a:rPr lang="en-GB" dirty="0" smtClean="0"/>
              <a:t> a </a:t>
            </a:r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spailpín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Cé</a:t>
            </a:r>
            <a:r>
              <a:rPr lang="en-GB" dirty="0" smtClean="0"/>
              <a:t> a </a:t>
            </a:r>
            <a:r>
              <a:rPr lang="en-GB" dirty="0" err="1" smtClean="0"/>
              <a:t>híreál</a:t>
            </a:r>
            <a:r>
              <a:rPr lang="en-GB" dirty="0" smtClean="0"/>
              <a:t> an </a:t>
            </a:r>
            <a:r>
              <a:rPr lang="en-GB" dirty="0" err="1" smtClean="0"/>
              <a:t>spailpín</a:t>
            </a:r>
            <a:r>
              <a:rPr lang="en-GB" dirty="0" smtClean="0"/>
              <a:t>?</a:t>
            </a:r>
          </a:p>
          <a:p>
            <a:r>
              <a:rPr lang="en-GB" dirty="0" err="1" smtClean="0"/>
              <a:t>Híreál</a:t>
            </a:r>
            <a:r>
              <a:rPr lang="en-GB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feirmeoirí</a:t>
            </a:r>
            <a:r>
              <a:rPr lang="en-GB" b="1" dirty="0" smtClean="0"/>
              <a:t> </a:t>
            </a:r>
            <a:r>
              <a:rPr lang="en-GB" b="1" dirty="0" err="1" smtClean="0"/>
              <a:t>móra</a:t>
            </a:r>
            <a:r>
              <a:rPr lang="en-GB" b="1" dirty="0" smtClean="0"/>
              <a:t> </a:t>
            </a:r>
            <a:r>
              <a:rPr lang="en-GB" dirty="0" smtClean="0"/>
              <a:t>an </a:t>
            </a:r>
            <a:r>
              <a:rPr lang="en-GB" dirty="0" err="1" smtClean="0"/>
              <a:t>spailpín</a:t>
            </a:r>
            <a:r>
              <a:rPr lang="en-GB" dirty="0" smtClean="0"/>
              <a:t>. </a:t>
            </a:r>
          </a:p>
          <a:p>
            <a:endParaRPr lang="en-GB" b="1" dirty="0" smtClean="0"/>
          </a:p>
          <a:p>
            <a:pPr marL="68580" indent="0">
              <a:buNone/>
            </a:pPr>
            <a:endParaRPr lang="en-GB" b="1" dirty="0" smtClean="0"/>
          </a:p>
          <a:p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243959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980728"/>
            <a:ext cx="6777317" cy="4851901"/>
          </a:xfrm>
        </p:spPr>
        <p:txBody>
          <a:bodyPr/>
          <a:lstStyle/>
          <a:p>
            <a:r>
              <a:rPr lang="en-GB" b="1" dirty="0" smtClean="0"/>
              <a:t>Cad é </a:t>
            </a:r>
            <a:r>
              <a:rPr lang="en-GB" b="1" dirty="0" err="1" smtClean="0"/>
              <a:t>cúlra</a:t>
            </a:r>
            <a:r>
              <a:rPr lang="en-GB" b="1" dirty="0" smtClean="0"/>
              <a:t> an </a:t>
            </a:r>
            <a:r>
              <a:rPr lang="en-GB" b="1" dirty="0" err="1" smtClean="0"/>
              <a:t>dáin</a:t>
            </a:r>
            <a:r>
              <a:rPr lang="en-GB" b="1" dirty="0" smtClean="0"/>
              <a:t>?</a:t>
            </a:r>
          </a:p>
          <a:p>
            <a:endParaRPr lang="en-GB" b="1" dirty="0"/>
          </a:p>
          <a:p>
            <a:r>
              <a:rPr lang="en-GB" b="1" dirty="0" smtClean="0"/>
              <a:t>Is </a:t>
            </a:r>
            <a:r>
              <a:rPr lang="en-GB" b="1" dirty="0" err="1" smtClean="0"/>
              <a:t>dán</a:t>
            </a:r>
            <a:r>
              <a:rPr lang="en-GB" b="1" dirty="0" smtClean="0"/>
              <a:t> </a:t>
            </a:r>
            <a:r>
              <a:rPr lang="en-GB" b="1" dirty="0" err="1" smtClean="0"/>
              <a:t>stairiúil</a:t>
            </a:r>
            <a:r>
              <a:rPr lang="en-GB" b="1" dirty="0" smtClean="0"/>
              <a:t> é!</a:t>
            </a:r>
          </a:p>
          <a:p>
            <a:r>
              <a:rPr lang="en-GB" b="1" dirty="0" err="1" smtClean="0"/>
              <a:t>Tá</a:t>
            </a:r>
            <a:r>
              <a:rPr lang="en-GB" b="1" dirty="0" smtClean="0"/>
              <a:t> an </a:t>
            </a:r>
            <a:r>
              <a:rPr lang="en-GB" b="1" dirty="0" err="1" smtClean="0"/>
              <a:t>dán</a:t>
            </a:r>
            <a:r>
              <a:rPr lang="en-GB" b="1" dirty="0" smtClean="0"/>
              <a:t> </a:t>
            </a:r>
            <a:r>
              <a:rPr lang="en-GB" b="1" dirty="0" err="1" smtClean="0"/>
              <a:t>seo</a:t>
            </a:r>
            <a:r>
              <a:rPr lang="en-GB" b="1" dirty="0" smtClean="0"/>
              <a:t> </a:t>
            </a:r>
            <a:r>
              <a:rPr lang="en-GB" b="1" dirty="0" err="1" smtClean="0"/>
              <a:t>stairiúil</a:t>
            </a:r>
            <a:r>
              <a:rPr lang="en-GB" b="1" dirty="0" smtClean="0"/>
              <a:t> </a:t>
            </a:r>
            <a:r>
              <a:rPr lang="en-GB" b="1" dirty="0" err="1" smtClean="0"/>
              <a:t>agus</a:t>
            </a:r>
            <a:r>
              <a:rPr lang="en-GB" b="1" dirty="0" smtClean="0"/>
              <a:t> </a:t>
            </a:r>
            <a:r>
              <a:rPr lang="en-GB" b="1" dirty="0" err="1" smtClean="0"/>
              <a:t>polaitiúil</a:t>
            </a:r>
            <a:r>
              <a:rPr lang="en-GB" b="1" dirty="0" smtClean="0"/>
              <a:t>. 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3573016"/>
            <a:ext cx="2600325" cy="17526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212920"/>
            <a:ext cx="2146920" cy="247279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26801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3" y="764704"/>
            <a:ext cx="2160240" cy="145598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19586"/>
            <a:ext cx="2638425" cy="173355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692696"/>
            <a:ext cx="6777317" cy="5139933"/>
          </a:xfrm>
        </p:spPr>
        <p:txBody>
          <a:bodyPr/>
          <a:lstStyle/>
          <a:p>
            <a:pPr marL="68580" indent="0">
              <a:buNone/>
            </a:pPr>
            <a:endParaRPr lang="en-GB" b="1" dirty="0"/>
          </a:p>
          <a:p>
            <a:r>
              <a:rPr lang="en-GB" b="1" dirty="0" err="1" smtClean="0"/>
              <a:t>Bhí</a:t>
            </a:r>
            <a:r>
              <a:rPr lang="en-GB" b="1" dirty="0" smtClean="0"/>
              <a:t>                         </a:t>
            </a:r>
            <a:r>
              <a:rPr lang="en-GB" b="1" dirty="0" err="1" smtClean="0"/>
              <a:t>i</a:t>
            </a:r>
            <a:r>
              <a:rPr lang="en-GB" b="1" dirty="0" smtClean="0"/>
              <a:t> </a:t>
            </a:r>
            <a:r>
              <a:rPr lang="en-GB" b="1" dirty="0" err="1" smtClean="0"/>
              <a:t>gcumhacht</a:t>
            </a:r>
            <a:r>
              <a:rPr lang="en-GB" b="1" dirty="0" smtClean="0"/>
              <a:t>.</a:t>
            </a:r>
          </a:p>
          <a:p>
            <a:endParaRPr lang="en-GB" b="1" dirty="0"/>
          </a:p>
          <a:p>
            <a:endParaRPr lang="en-GB" b="1" dirty="0" smtClean="0"/>
          </a:p>
          <a:p>
            <a:r>
              <a:rPr lang="en-GB" b="1" dirty="0" err="1" smtClean="0"/>
              <a:t>Roimhe</a:t>
            </a:r>
            <a:r>
              <a:rPr lang="en-GB" b="1" dirty="0" smtClean="0"/>
              <a:t> sin,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filí</a:t>
            </a:r>
            <a:r>
              <a:rPr lang="en-GB" b="1" dirty="0" smtClean="0"/>
              <a:t> </a:t>
            </a:r>
          </a:p>
          <a:p>
            <a:endParaRPr lang="en-GB" b="1" dirty="0"/>
          </a:p>
          <a:p>
            <a:r>
              <a:rPr lang="en-GB" b="1" dirty="0" smtClean="0"/>
              <a:t>                  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patrúin</a:t>
            </a:r>
            <a:r>
              <a:rPr lang="en-GB" b="1" dirty="0" smtClean="0"/>
              <a:t> an </a:t>
            </a:r>
            <a:r>
              <a:rPr lang="en-GB" b="1" dirty="0" err="1" smtClean="0"/>
              <a:t>tír</a:t>
            </a:r>
            <a:r>
              <a:rPr lang="en-GB" b="1" dirty="0" smtClean="0"/>
              <a:t>.</a:t>
            </a:r>
          </a:p>
          <a:p>
            <a:endParaRPr lang="en-GB" b="1" dirty="0"/>
          </a:p>
          <a:p>
            <a:endParaRPr lang="en-GB" b="1" dirty="0" smtClean="0"/>
          </a:p>
          <a:p>
            <a:endParaRPr lang="en-GB" b="1" dirty="0"/>
          </a:p>
          <a:p>
            <a:r>
              <a:rPr lang="en-GB" b="1" dirty="0" smtClean="0"/>
              <a:t> </a:t>
            </a:r>
            <a:r>
              <a:rPr lang="en-GB" b="1" dirty="0" err="1" smtClean="0"/>
              <a:t>Bhí</a:t>
            </a:r>
            <a:r>
              <a:rPr lang="en-GB" b="1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filí</a:t>
            </a:r>
            <a:r>
              <a:rPr lang="en-GB" b="1" dirty="0" smtClean="0"/>
              <a:t> </a:t>
            </a:r>
            <a:endParaRPr lang="en-IE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44824"/>
            <a:ext cx="1265566" cy="1287016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V="1">
            <a:off x="2699792" y="2919586"/>
            <a:ext cx="576065" cy="43740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2555776" y="4149080"/>
            <a:ext cx="504057" cy="50405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1547664" y="4352261"/>
            <a:ext cx="468944" cy="66091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1412872" y="3330736"/>
            <a:ext cx="738528" cy="2625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>
            <a:off x="1196008" y="3897079"/>
            <a:ext cx="738528" cy="18837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841" y="4276864"/>
            <a:ext cx="1373882" cy="204877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54396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11" y="2924944"/>
            <a:ext cx="2323534" cy="15266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4635877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b="1" dirty="0" err="1" smtClean="0"/>
              <a:t>na</a:t>
            </a:r>
            <a:r>
              <a:rPr lang="en-GB" b="1" dirty="0" smtClean="0"/>
              <a:t> </a:t>
            </a:r>
            <a:r>
              <a:rPr lang="en-GB" b="1" dirty="0" err="1" smtClean="0"/>
              <a:t>Sasanaigh</a:t>
            </a:r>
            <a:r>
              <a:rPr lang="en-GB" b="1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gcumhacht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err="1"/>
              <a:t>Roimhe</a:t>
            </a:r>
            <a:r>
              <a:rPr lang="en-GB" dirty="0"/>
              <a:t> sin,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</a:p>
          <a:p>
            <a:endParaRPr lang="en-GB" dirty="0"/>
          </a:p>
          <a:p>
            <a:r>
              <a:rPr lang="en-GB" dirty="0"/>
              <a:t>                  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patrúin</a:t>
            </a:r>
            <a:r>
              <a:rPr lang="en-GB" dirty="0"/>
              <a:t> an </a:t>
            </a:r>
            <a:r>
              <a:rPr lang="en-GB" dirty="0" err="1"/>
              <a:t>tír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endParaRPr lang="en-IE" dirty="0"/>
          </a:p>
          <a:p>
            <a:pPr marL="68580" indent="0">
              <a:buNone/>
            </a:pPr>
            <a:r>
              <a:rPr lang="en-GB" b="1" dirty="0" smtClean="0"/>
              <a:t>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844824"/>
            <a:ext cx="1265566" cy="12870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444671"/>
            <a:ext cx="1085850" cy="161925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2699792" y="3933056"/>
            <a:ext cx="360040" cy="51161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1475656" y="3068960"/>
            <a:ext cx="619903" cy="34341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835696" y="4134448"/>
            <a:ext cx="259863" cy="51161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2781253" y="3068960"/>
            <a:ext cx="430979" cy="216024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5011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911" y="2924944"/>
            <a:ext cx="1849929" cy="152665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4635877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gcumhacht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err="1"/>
              <a:t>Roimhe</a:t>
            </a:r>
            <a:r>
              <a:rPr lang="en-GB" dirty="0"/>
              <a:t> sin,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r>
              <a:rPr lang="en-GB" b="1" dirty="0" err="1" smtClean="0"/>
              <a:t>saibhir</a:t>
            </a:r>
            <a:r>
              <a:rPr lang="en-GB" b="1" dirty="0" smtClean="0"/>
              <a:t>. </a:t>
            </a:r>
            <a:endParaRPr lang="en-GB" dirty="0"/>
          </a:p>
          <a:p>
            <a:endParaRPr lang="en-GB" dirty="0"/>
          </a:p>
          <a:p>
            <a:r>
              <a:rPr lang="en-GB" dirty="0"/>
              <a:t>                  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patrúin</a:t>
            </a:r>
            <a:r>
              <a:rPr lang="en-GB" dirty="0"/>
              <a:t> an </a:t>
            </a:r>
            <a:r>
              <a:rPr lang="en-GB" dirty="0" err="1"/>
              <a:t>tír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endParaRPr lang="en-IE" dirty="0"/>
          </a:p>
          <a:p>
            <a:pPr marL="68580" indent="0">
              <a:buNone/>
            </a:pPr>
            <a:r>
              <a:rPr lang="en-GB" dirty="0" smtClean="0"/>
              <a:t> 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444671"/>
            <a:ext cx="1085850" cy="161925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339752" y="3933056"/>
            <a:ext cx="432048" cy="51161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2423770" y="2924944"/>
            <a:ext cx="432048" cy="242146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 flipV="1">
            <a:off x="1547664" y="2924944"/>
            <a:ext cx="451488" cy="499781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1281912" y="3933056"/>
            <a:ext cx="717240" cy="25580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98703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4635877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gcumhacht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err="1"/>
              <a:t>Roimhe</a:t>
            </a:r>
            <a:r>
              <a:rPr lang="en-GB" dirty="0"/>
              <a:t> sin,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r>
              <a:rPr lang="en-GB" dirty="0" err="1" smtClean="0"/>
              <a:t>saibhir</a:t>
            </a:r>
            <a:r>
              <a:rPr lang="en-GB" b="1" dirty="0" smtClean="0"/>
              <a:t>. </a:t>
            </a:r>
            <a:endParaRPr lang="en-GB" dirty="0"/>
          </a:p>
          <a:p>
            <a:endParaRPr lang="en-GB" dirty="0"/>
          </a:p>
          <a:p>
            <a:r>
              <a:rPr lang="en-GB" b="1" dirty="0" err="1" smtClean="0"/>
              <a:t>D’fhág</a:t>
            </a:r>
            <a:r>
              <a:rPr lang="en-GB" dirty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/>
              <a:t>patrúin</a:t>
            </a:r>
            <a:r>
              <a:rPr lang="en-GB" dirty="0"/>
              <a:t> an </a:t>
            </a:r>
            <a:r>
              <a:rPr lang="en-GB" dirty="0" err="1"/>
              <a:t>tír</a:t>
            </a:r>
            <a:r>
              <a:rPr lang="en-GB" dirty="0"/>
              <a:t>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endParaRPr lang="en-IE" dirty="0"/>
          </a:p>
          <a:p>
            <a:pPr marL="68580" indent="0">
              <a:buNone/>
            </a:pPr>
            <a:r>
              <a:rPr lang="en-GB" dirty="0" smtClean="0"/>
              <a:t> 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444671"/>
            <a:ext cx="1085850" cy="161925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0473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96752"/>
            <a:ext cx="6777317" cy="4635877"/>
          </a:xfrm>
        </p:spPr>
        <p:txBody>
          <a:bodyPr>
            <a:normAutofit lnSpcReduction="10000"/>
          </a:bodyPr>
          <a:lstStyle/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Sasanaigh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gcumhacht</a:t>
            </a:r>
            <a:r>
              <a:rPr lang="en-GB" dirty="0" smtClean="0"/>
              <a:t>.</a:t>
            </a:r>
          </a:p>
          <a:p>
            <a:endParaRPr lang="en-GB" dirty="0"/>
          </a:p>
          <a:p>
            <a:endParaRPr lang="en-GB" dirty="0" smtClean="0"/>
          </a:p>
          <a:p>
            <a:r>
              <a:rPr lang="en-GB" dirty="0" err="1"/>
              <a:t>Roimhe</a:t>
            </a:r>
            <a:r>
              <a:rPr lang="en-GB" dirty="0"/>
              <a:t> sin,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r>
              <a:rPr lang="en-GB" dirty="0" err="1" smtClean="0"/>
              <a:t>saibhir</a:t>
            </a:r>
            <a:r>
              <a:rPr lang="en-GB" b="1" dirty="0" smtClean="0"/>
              <a:t>. </a:t>
            </a:r>
          </a:p>
          <a:p>
            <a:pPr marL="6858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 err="1" smtClean="0"/>
              <a:t>D’fhág</a:t>
            </a:r>
            <a:r>
              <a:rPr lang="en-GB" dirty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/>
              <a:t>patrúin</a:t>
            </a:r>
            <a:r>
              <a:rPr lang="en-GB" dirty="0"/>
              <a:t> an </a:t>
            </a:r>
            <a:r>
              <a:rPr lang="en-GB" dirty="0" err="1"/>
              <a:t>tír</a:t>
            </a:r>
            <a:r>
              <a:rPr lang="en-GB" dirty="0"/>
              <a:t>.</a:t>
            </a:r>
          </a:p>
          <a:p>
            <a:pPr marL="68580" indent="0">
              <a:buNone/>
            </a:pPr>
            <a:endParaRPr lang="en-GB" dirty="0"/>
          </a:p>
          <a:p>
            <a:endParaRPr lang="en-GB" dirty="0"/>
          </a:p>
          <a:p>
            <a:r>
              <a:rPr lang="en-GB" dirty="0"/>
              <a:t> </a:t>
            </a:r>
            <a:r>
              <a:rPr lang="en-GB" dirty="0" err="1"/>
              <a:t>Bhí</a:t>
            </a:r>
            <a:r>
              <a:rPr lang="en-GB" dirty="0"/>
              <a:t> </a:t>
            </a:r>
            <a:r>
              <a:rPr lang="en-GB" dirty="0" err="1"/>
              <a:t>na</a:t>
            </a:r>
            <a:r>
              <a:rPr lang="en-GB" dirty="0"/>
              <a:t> </a:t>
            </a:r>
            <a:r>
              <a:rPr lang="en-GB" dirty="0" err="1"/>
              <a:t>filí</a:t>
            </a:r>
            <a:r>
              <a:rPr lang="en-GB" dirty="0"/>
              <a:t> </a:t>
            </a:r>
            <a:r>
              <a:rPr lang="en-GB" b="1" dirty="0" err="1" smtClean="0"/>
              <a:t>beo</a:t>
            </a:r>
            <a:r>
              <a:rPr lang="en-GB" b="1" dirty="0" smtClean="0"/>
              <a:t> </a:t>
            </a:r>
            <a:r>
              <a:rPr lang="en-GB" b="1" dirty="0" err="1" smtClean="0"/>
              <a:t>bocht</a:t>
            </a:r>
            <a:r>
              <a:rPr lang="en-GB" b="1" dirty="0" smtClean="0"/>
              <a:t>. </a:t>
            </a:r>
            <a:endParaRPr lang="en-IE" dirty="0"/>
          </a:p>
          <a:p>
            <a:pPr marL="68580" indent="0">
              <a:buNone/>
            </a:pPr>
            <a:r>
              <a:rPr lang="en-GB" dirty="0" smtClean="0"/>
              <a:t>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76686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692696"/>
            <a:ext cx="6777317" cy="5139933"/>
          </a:xfrm>
        </p:spPr>
        <p:txBody>
          <a:bodyPr/>
          <a:lstStyle/>
          <a:p>
            <a:r>
              <a:rPr lang="en-GB" b="1" dirty="0" err="1" smtClean="0"/>
              <a:t>Cén</a:t>
            </a:r>
            <a:r>
              <a:rPr lang="en-GB" b="1" dirty="0" smtClean="0"/>
              <a:t> </a:t>
            </a:r>
            <a:r>
              <a:rPr lang="en-GB" b="1" dirty="0" err="1" smtClean="0"/>
              <a:t>fáth</a:t>
            </a:r>
            <a:r>
              <a:rPr lang="en-GB" b="1" dirty="0" smtClean="0"/>
              <a:t> a </a:t>
            </a:r>
            <a:r>
              <a:rPr lang="en-GB" b="1" dirty="0" err="1" smtClean="0"/>
              <a:t>raibh</a:t>
            </a:r>
            <a:r>
              <a:rPr lang="en-GB" b="1" dirty="0" smtClean="0"/>
              <a:t> </a:t>
            </a:r>
            <a:r>
              <a:rPr lang="en-GB" b="1" dirty="0" err="1" smtClean="0"/>
              <a:t>sé</a:t>
            </a:r>
            <a:r>
              <a:rPr lang="en-GB" b="1" dirty="0" smtClean="0"/>
              <a:t> </a:t>
            </a:r>
            <a:r>
              <a:rPr lang="en-GB" b="1" dirty="0" err="1" smtClean="0"/>
              <a:t>tinn</a:t>
            </a:r>
            <a:r>
              <a:rPr lang="en-GB" b="1" dirty="0" smtClean="0"/>
              <a:t> go </a:t>
            </a:r>
            <a:r>
              <a:rPr lang="en-GB" b="1" dirty="0" err="1" smtClean="0"/>
              <a:t>minic</a:t>
            </a:r>
            <a:r>
              <a:rPr lang="en-GB" b="1" dirty="0" smtClean="0"/>
              <a:t>?</a:t>
            </a:r>
          </a:p>
          <a:p>
            <a:pPr marL="68580" indent="0">
              <a:buNone/>
            </a:pPr>
            <a:r>
              <a:rPr lang="en-GB" dirty="0"/>
              <a:t> </a:t>
            </a:r>
            <a:endParaRPr lang="en-I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093" y="3606101"/>
            <a:ext cx="2251323" cy="3076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47459" y="5567456"/>
            <a:ext cx="59513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0541" cmpd="sng">
                  <a:solidFill>
                    <a:schemeClr val="tx1"/>
                  </a:solidFill>
                  <a:prstDash val="solid"/>
                </a:ln>
              </a:rPr>
              <a:t>C</a:t>
            </a:r>
            <a:endParaRPr lang="en-US" sz="3600" b="1" cap="none" spc="0" dirty="0">
              <a:ln w="10541" cmpd="sng">
                <a:solidFill>
                  <a:schemeClr val="tx1"/>
                </a:solidFill>
                <a:prstDash val="solid"/>
              </a:ln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7029" y="5962269"/>
            <a:ext cx="7717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B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93067" y="4181763"/>
            <a:ext cx="77172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endParaRPr lang="en-US" sz="40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cxnSp>
        <p:nvCxnSpPr>
          <p:cNvPr id="12" name="Straight Arrow Connector 11"/>
          <p:cNvCxnSpPr>
            <a:endCxn id="8" idx="0"/>
          </p:cNvCxnSpPr>
          <p:nvPr/>
        </p:nvCxnSpPr>
        <p:spPr>
          <a:xfrm flipH="1">
            <a:off x="7342892" y="4999645"/>
            <a:ext cx="77718" cy="9626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453483" y="5956404"/>
            <a:ext cx="62261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7596337" y="4783981"/>
            <a:ext cx="766635" cy="1106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1420008"/>
            <a:ext cx="2665887" cy="1943876"/>
          </a:xfrm>
          <a:prstGeom prst="rect">
            <a:avLst/>
          </a:prstGeom>
        </p:spPr>
      </p:pic>
      <p:pic>
        <p:nvPicPr>
          <p:cNvPr id="20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387" y="3762520"/>
            <a:ext cx="3168352" cy="244505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538" y="1137638"/>
            <a:ext cx="2143125" cy="214312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268760"/>
            <a:ext cx="2286000" cy="161925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374818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8442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412776"/>
            <a:ext cx="6777317" cy="4419853"/>
          </a:xfrm>
        </p:spPr>
        <p:txBody>
          <a:bodyPr/>
          <a:lstStyle/>
          <a:p>
            <a:r>
              <a:rPr lang="en-GB" b="1" dirty="0" err="1" smtClean="0"/>
              <a:t>Cén</a:t>
            </a:r>
            <a:r>
              <a:rPr lang="en-GB" b="1" dirty="0" smtClean="0"/>
              <a:t> </a:t>
            </a:r>
            <a:r>
              <a:rPr lang="en-GB" b="1" dirty="0" err="1" smtClean="0"/>
              <a:t>fáth</a:t>
            </a:r>
            <a:r>
              <a:rPr lang="en-GB" b="1" dirty="0" smtClean="0"/>
              <a:t> a            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976746"/>
            <a:ext cx="2143125" cy="2143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054634"/>
            <a:ext cx="2251323" cy="307641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20" y="4869160"/>
            <a:ext cx="59513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0541" cmpd="sng">
                  <a:solidFill>
                    <a:schemeClr val="tx1"/>
                  </a:solidFill>
                  <a:prstDash val="solid"/>
                </a:ln>
              </a:rPr>
              <a:t>C</a:t>
            </a:r>
            <a:endParaRPr lang="en-US" sz="3600" b="1" cap="none" spc="0" dirty="0">
              <a:ln w="10541" cmpd="sng">
                <a:solidFill>
                  <a:schemeClr val="tx1"/>
                </a:solidFill>
                <a:prstDash val="solid"/>
              </a:ln>
              <a:effectLst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9020" y="4725144"/>
            <a:ext cx="77172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</a:rPr>
              <a:t>B</a:t>
            </a:r>
            <a:endParaRPr lang="en-US" sz="36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16739" y="3054634"/>
            <a:ext cx="771725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endParaRPr lang="en-US" sz="4000" b="1" cap="none" spc="0" dirty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effectLst/>
            </a:endParaRPr>
          </a:p>
        </p:txBody>
      </p:sp>
      <p:cxnSp>
        <p:nvCxnSpPr>
          <p:cNvPr id="12" name="Straight Arrow Connector 11"/>
          <p:cNvCxnSpPr>
            <a:endCxn id="8" idx="0"/>
          </p:cNvCxnSpPr>
          <p:nvPr/>
        </p:nvCxnSpPr>
        <p:spPr>
          <a:xfrm flipH="1">
            <a:off x="6624883" y="3762520"/>
            <a:ext cx="77718" cy="9626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829702" y="5048309"/>
            <a:ext cx="62261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6829702" y="3762520"/>
            <a:ext cx="766635" cy="11066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91" y="731071"/>
            <a:ext cx="2665887" cy="1943876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87885" y="1118234"/>
            <a:ext cx="412003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Bhí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sé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ag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lorg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oibre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.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544257" y="3391971"/>
            <a:ext cx="332334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sa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drochaimsir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. 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54880" y="2382560"/>
            <a:ext cx="568912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ag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taisteal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ó </a:t>
            </a:r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áit</a:t>
            </a:r>
            <a:r>
              <a:rPr lang="en-US" sz="32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go </a:t>
            </a:r>
            <a:r>
              <a:rPr lang="en-US" sz="3200" b="1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háit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076056" y="3054634"/>
            <a:ext cx="792088" cy="518382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3635896" y="3976746"/>
            <a:ext cx="270917" cy="616095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3457794" y="1556792"/>
            <a:ext cx="930091" cy="42679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922155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3933056"/>
            <a:ext cx="3680584" cy="2445052"/>
          </a:xfrm>
        </p:spPr>
      </p:pic>
      <p:sp>
        <p:nvSpPr>
          <p:cNvPr id="5" name="Rectangle 4"/>
          <p:cNvSpPr/>
          <p:nvPr/>
        </p:nvSpPr>
        <p:spPr>
          <a:xfrm>
            <a:off x="3347864" y="2636912"/>
            <a:ext cx="504056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go </a:t>
            </a:r>
            <a:r>
              <a:rPr lang="en-US" sz="36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moch</a:t>
            </a:r>
            <a:r>
              <a:rPr lang="en-US" sz="36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ar</a:t>
            </a:r>
            <a:r>
              <a:rPr lang="en-US" sz="36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6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maidin</a:t>
            </a:r>
            <a:endParaRPr lang="en-US" sz="36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868144" y="3283243"/>
            <a:ext cx="0" cy="122587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26" y="2960077"/>
            <a:ext cx="3024336" cy="195165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862" y="692696"/>
            <a:ext cx="2286000" cy="1619250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endCxn id="10" idx="3"/>
          </p:cNvCxnSpPr>
          <p:nvPr/>
        </p:nvCxnSpPr>
        <p:spPr>
          <a:xfrm flipH="1" flipV="1">
            <a:off x="3188862" y="1502321"/>
            <a:ext cx="807074" cy="198487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5" idx="1"/>
          </p:cNvCxnSpPr>
          <p:nvPr/>
        </p:nvCxnSpPr>
        <p:spPr>
          <a:xfrm flipH="1">
            <a:off x="3347864" y="1988840"/>
            <a:ext cx="648072" cy="971238"/>
          </a:xfrm>
          <a:prstGeom prst="straightConnector1">
            <a:avLst/>
          </a:prstGeom>
          <a:ln w="57150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209677" y="1601564"/>
            <a:ext cx="33169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ag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siúl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an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drúchta</a:t>
            </a:r>
            <a:endParaRPr lang="en-US" sz="28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2506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24744"/>
            <a:ext cx="6777317" cy="4707885"/>
          </a:xfrm>
        </p:spPr>
        <p:txBody>
          <a:bodyPr/>
          <a:lstStyle/>
          <a:p>
            <a:r>
              <a:rPr lang="en-GB" b="1" dirty="0" smtClean="0"/>
              <a:t>Cad </a:t>
            </a:r>
            <a:r>
              <a:rPr lang="en-GB" b="1" dirty="0" err="1" smtClean="0"/>
              <a:t>ar</a:t>
            </a:r>
            <a:r>
              <a:rPr lang="en-GB" b="1" dirty="0" smtClean="0"/>
              <a:t> </a:t>
            </a:r>
            <a:r>
              <a:rPr lang="en-GB" b="1" dirty="0" err="1" smtClean="0"/>
              <a:t>mhaith</a:t>
            </a:r>
            <a:r>
              <a:rPr lang="en-GB" b="1" dirty="0" smtClean="0"/>
              <a:t> leis an </a:t>
            </a:r>
            <a:r>
              <a:rPr lang="en-GB" b="1" dirty="0" err="1" smtClean="0"/>
              <a:t>bhfile</a:t>
            </a:r>
            <a:r>
              <a:rPr lang="en-GB" b="1" dirty="0" smtClean="0"/>
              <a:t> a </a:t>
            </a:r>
            <a:r>
              <a:rPr lang="en-GB" b="1" dirty="0" err="1" smtClean="0"/>
              <a:t>dhéanamh</a:t>
            </a:r>
            <a:r>
              <a:rPr lang="en-GB" b="1" dirty="0" smtClean="0"/>
              <a:t>?</a:t>
            </a:r>
          </a:p>
          <a:p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6581" y="4042252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671103"/>
            <a:ext cx="1847850" cy="2466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931" y="4437112"/>
            <a:ext cx="2600325" cy="1752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132856"/>
            <a:ext cx="1512168" cy="17416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9" y="1671104"/>
            <a:ext cx="2520280" cy="22852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182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124744"/>
            <a:ext cx="6777317" cy="4707885"/>
          </a:xfrm>
        </p:spPr>
        <p:txBody>
          <a:bodyPr/>
          <a:lstStyle/>
          <a:p>
            <a:pPr marL="68580" indent="0">
              <a:buNone/>
            </a:pPr>
            <a:r>
              <a:rPr lang="en-GB" b="1" dirty="0" smtClean="0"/>
              <a:t>                                    Ba </a:t>
            </a:r>
            <a:r>
              <a:rPr lang="en-GB" b="1" dirty="0" err="1" smtClean="0"/>
              <a:t>mhaith</a:t>
            </a:r>
            <a:r>
              <a:rPr lang="en-GB" b="1" dirty="0" smtClean="0"/>
              <a:t> leis </a:t>
            </a:r>
            <a:r>
              <a:rPr lang="en-GB" b="1" dirty="0" err="1" smtClean="0"/>
              <a:t>troid</a:t>
            </a:r>
            <a:r>
              <a:rPr lang="en-GB" b="1" dirty="0" smtClean="0"/>
              <a:t> </a:t>
            </a:r>
          </a:p>
          <a:p>
            <a:pPr marL="68580" indent="0">
              <a:buNone/>
            </a:pPr>
            <a:endParaRPr lang="en-GB" b="1" dirty="0"/>
          </a:p>
          <a:p>
            <a:pPr marL="68580" indent="0">
              <a:buNone/>
            </a:pPr>
            <a:endParaRPr lang="en-GB" b="1" dirty="0" smtClean="0"/>
          </a:p>
          <a:p>
            <a:pPr marL="68580" indent="0">
              <a:buNone/>
            </a:pPr>
            <a:endParaRPr lang="en-GB" b="1" dirty="0"/>
          </a:p>
          <a:p>
            <a:pPr marL="68580" indent="0">
              <a:buNone/>
            </a:pPr>
            <a:endParaRPr lang="en-GB" b="1" dirty="0" smtClean="0"/>
          </a:p>
          <a:p>
            <a:pPr marL="68580" indent="0">
              <a:buNone/>
            </a:pPr>
            <a:r>
              <a:rPr lang="en-GB" sz="2800" b="1" dirty="0" err="1" smtClean="0"/>
              <a:t>i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gcoinne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na</a:t>
            </a:r>
            <a:r>
              <a:rPr lang="en-GB" sz="2800" b="1" dirty="0" smtClean="0"/>
              <a:t> </a:t>
            </a:r>
            <a:r>
              <a:rPr lang="en-GB" sz="2800" b="1" dirty="0" err="1" smtClean="0"/>
              <a:t>Sasanaigh</a:t>
            </a:r>
            <a:endParaRPr lang="en-IE" sz="28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584" y="4131168"/>
            <a:ext cx="2143125" cy="21431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656083"/>
            <a:ext cx="1847850" cy="2466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708" y="4122040"/>
            <a:ext cx="2600325" cy="1752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1156" y="2492896"/>
            <a:ext cx="2078331" cy="1383035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H="1">
            <a:off x="3707904" y="1700808"/>
            <a:ext cx="1008112" cy="288032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2483768" y="3875931"/>
            <a:ext cx="0" cy="705197"/>
          </a:xfrm>
          <a:prstGeom prst="straightConnector1">
            <a:avLst/>
          </a:prstGeom>
          <a:ln w="762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002736" y="4095787"/>
            <a:ext cx="481984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e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cleith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agus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píc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5724128" y="4797152"/>
            <a:ext cx="576064" cy="40557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7160321" y="3527262"/>
            <a:ext cx="634528" cy="594778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328" y="1775668"/>
            <a:ext cx="1066800" cy="122872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807433" y="1775668"/>
            <a:ext cx="29225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leis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na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croppies</a:t>
            </a:r>
            <a:endParaRPr lang="en-US" sz="28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5364088" y="2298888"/>
            <a:ext cx="1048569" cy="338024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77743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052736"/>
            <a:ext cx="6777317" cy="4779893"/>
          </a:xfrm>
        </p:spPr>
        <p:txBody>
          <a:bodyPr/>
          <a:lstStyle/>
          <a:p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brón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fearg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náire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 </a:t>
            </a:r>
          </a:p>
          <a:p>
            <a:endParaRPr lang="en-GB" dirty="0"/>
          </a:p>
          <a:p>
            <a:r>
              <a:rPr lang="en-GB" dirty="0" smtClean="0"/>
              <a:t>An </a:t>
            </a:r>
            <a:r>
              <a:rPr lang="en-GB" dirty="0" err="1" smtClean="0"/>
              <a:t>bhfuil</a:t>
            </a:r>
            <a:r>
              <a:rPr lang="en-GB" dirty="0" smtClean="0"/>
              <a:t> </a:t>
            </a:r>
            <a:r>
              <a:rPr lang="en-GB" dirty="0" err="1" smtClean="0"/>
              <a:t>aon</a:t>
            </a:r>
            <a:r>
              <a:rPr lang="en-GB" dirty="0" smtClean="0"/>
              <a:t> </a:t>
            </a:r>
            <a:r>
              <a:rPr lang="en-GB" dirty="0" err="1" smtClean="0"/>
              <a:t>mhothúcháin</a:t>
            </a:r>
            <a:r>
              <a:rPr lang="en-GB" dirty="0"/>
              <a:t> </a:t>
            </a:r>
            <a:r>
              <a:rPr lang="en-GB" dirty="0" err="1" smtClean="0"/>
              <a:t>eile</a:t>
            </a:r>
            <a:r>
              <a:rPr lang="en-GB" dirty="0" smtClean="0"/>
              <a:t> le </a:t>
            </a:r>
            <a:r>
              <a:rPr lang="en-GB" dirty="0" err="1" smtClean="0"/>
              <a:t>feiceáil</a:t>
            </a:r>
            <a:r>
              <a:rPr lang="en-GB" dirty="0" smtClean="0"/>
              <a:t> </a:t>
            </a:r>
            <a:r>
              <a:rPr lang="en-GB" dirty="0" err="1" smtClean="0"/>
              <a:t>ann</a:t>
            </a:r>
            <a:r>
              <a:rPr lang="en-GB" dirty="0" smtClean="0"/>
              <a:t>? </a:t>
            </a:r>
          </a:p>
        </p:txBody>
      </p:sp>
    </p:spTree>
    <p:extLst>
      <p:ext uri="{BB962C8B-B14F-4D97-AF65-F5344CB8AC3E}">
        <p14:creationId xmlns="" xmlns:p14="http://schemas.microsoft.com/office/powerpoint/2010/main" val="280230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Tá</a:t>
            </a:r>
            <a:r>
              <a:rPr lang="en-GB" dirty="0" smtClean="0"/>
              <a:t> ____________ le </a:t>
            </a:r>
            <a:r>
              <a:rPr lang="en-GB" dirty="0" err="1" smtClean="0"/>
              <a:t>feiceáil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an file __________________ as an </a:t>
            </a:r>
            <a:r>
              <a:rPr lang="en-GB" dirty="0" err="1" smtClean="0"/>
              <a:t>obair</a:t>
            </a:r>
            <a:r>
              <a:rPr lang="en-GB" dirty="0" smtClean="0"/>
              <a:t> a </a:t>
            </a:r>
            <a:r>
              <a:rPr lang="en-GB" dirty="0" err="1" smtClean="0"/>
              <a:t>rinne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baint</a:t>
            </a:r>
            <a:r>
              <a:rPr lang="en-GB" dirty="0" smtClean="0"/>
              <a:t> </a:t>
            </a:r>
            <a:r>
              <a:rPr lang="en-GB" dirty="0" err="1" smtClean="0"/>
              <a:t>arbhar</a:t>
            </a:r>
            <a:r>
              <a:rPr lang="en-GB" dirty="0" smtClean="0"/>
              <a:t> </a:t>
            </a:r>
            <a:r>
              <a:rPr lang="en-GB" dirty="0" err="1" smtClean="0"/>
              <a:t>nó</a:t>
            </a:r>
            <a:r>
              <a:rPr lang="en-GB" dirty="0" smtClean="0"/>
              <a:t> </a:t>
            </a:r>
            <a:r>
              <a:rPr lang="en-GB" dirty="0" err="1" smtClean="0"/>
              <a:t>féar</a:t>
            </a:r>
            <a:r>
              <a:rPr lang="en-GB" dirty="0" smtClean="0"/>
              <a:t>.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níos</a:t>
            </a:r>
            <a:r>
              <a:rPr lang="en-GB" dirty="0" smtClean="0"/>
              <a:t> </a:t>
            </a:r>
            <a:r>
              <a:rPr lang="en-GB" dirty="0" err="1" smtClean="0"/>
              <a:t>fearr</a:t>
            </a:r>
            <a:r>
              <a:rPr lang="en-GB" dirty="0" smtClean="0"/>
              <a:t> </a:t>
            </a:r>
            <a:r>
              <a:rPr lang="en-GB" dirty="0" err="1" smtClean="0"/>
              <a:t>ná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eile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an </a:t>
            </a:r>
            <a:r>
              <a:rPr lang="en-GB" dirty="0" err="1" smtClean="0"/>
              <a:t>obair</a:t>
            </a:r>
            <a:r>
              <a:rPr lang="en-GB" dirty="0" smtClean="0"/>
              <a:t> </a:t>
            </a:r>
            <a:r>
              <a:rPr lang="en-GB" dirty="0" err="1" smtClean="0"/>
              <a:t>seo</a:t>
            </a:r>
            <a:r>
              <a:rPr lang="en-GB" dirty="0" smtClean="0"/>
              <a:t>. 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54776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b="1" dirty="0" err="1" smtClean="0"/>
              <a:t>bród</a:t>
            </a:r>
            <a:r>
              <a:rPr lang="en-GB" b="1" dirty="0" smtClean="0"/>
              <a:t> </a:t>
            </a:r>
            <a:r>
              <a:rPr lang="en-GB" dirty="0" smtClean="0"/>
              <a:t>le </a:t>
            </a:r>
            <a:r>
              <a:rPr lang="en-GB" dirty="0" err="1" smtClean="0"/>
              <a:t>feiceáil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an file __________________ as an </a:t>
            </a:r>
            <a:r>
              <a:rPr lang="en-GB" dirty="0" err="1" smtClean="0"/>
              <a:t>obair</a:t>
            </a:r>
            <a:r>
              <a:rPr lang="en-GB" dirty="0" smtClean="0"/>
              <a:t> a </a:t>
            </a:r>
            <a:r>
              <a:rPr lang="en-GB" dirty="0" err="1" smtClean="0"/>
              <a:t>rinne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baint</a:t>
            </a:r>
            <a:r>
              <a:rPr lang="en-GB" dirty="0" smtClean="0"/>
              <a:t> </a:t>
            </a:r>
            <a:r>
              <a:rPr lang="en-GB" dirty="0" err="1" smtClean="0"/>
              <a:t>arbhar</a:t>
            </a:r>
            <a:r>
              <a:rPr lang="en-GB" dirty="0" smtClean="0"/>
              <a:t> </a:t>
            </a:r>
            <a:r>
              <a:rPr lang="en-GB" dirty="0" err="1" smtClean="0"/>
              <a:t>nó</a:t>
            </a:r>
            <a:r>
              <a:rPr lang="en-GB" dirty="0" smtClean="0"/>
              <a:t> </a:t>
            </a:r>
            <a:r>
              <a:rPr lang="en-GB" dirty="0" err="1" smtClean="0"/>
              <a:t>féar</a:t>
            </a:r>
            <a:r>
              <a:rPr lang="en-GB" dirty="0" smtClean="0"/>
              <a:t>.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níos</a:t>
            </a:r>
            <a:r>
              <a:rPr lang="en-GB" dirty="0" smtClean="0"/>
              <a:t> </a:t>
            </a:r>
            <a:r>
              <a:rPr lang="en-GB" dirty="0" err="1" smtClean="0"/>
              <a:t>fearr</a:t>
            </a:r>
            <a:r>
              <a:rPr lang="en-GB" dirty="0" smtClean="0"/>
              <a:t> </a:t>
            </a:r>
            <a:r>
              <a:rPr lang="en-GB" dirty="0" err="1" smtClean="0"/>
              <a:t>ná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eile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an </a:t>
            </a:r>
            <a:r>
              <a:rPr lang="en-GB" dirty="0" err="1" smtClean="0"/>
              <a:t>obair</a:t>
            </a:r>
            <a:r>
              <a:rPr lang="en-GB" dirty="0" smtClean="0"/>
              <a:t> </a:t>
            </a:r>
            <a:r>
              <a:rPr lang="en-GB" dirty="0" err="1" smtClean="0"/>
              <a:t>seo</a:t>
            </a:r>
            <a:r>
              <a:rPr lang="en-GB" dirty="0" smtClean="0"/>
              <a:t>. 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282302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err="1" smtClean="0"/>
              <a:t>Bród</a:t>
            </a:r>
            <a:endParaRPr lang="en-IE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bród</a:t>
            </a:r>
            <a:r>
              <a:rPr lang="en-GB" dirty="0" smtClean="0"/>
              <a:t> le </a:t>
            </a:r>
            <a:r>
              <a:rPr lang="en-GB" dirty="0" err="1" smtClean="0"/>
              <a:t>feiceáil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dán</a:t>
            </a:r>
            <a:r>
              <a:rPr lang="en-GB" dirty="0" smtClean="0"/>
              <a:t>.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an file </a:t>
            </a:r>
            <a:r>
              <a:rPr lang="en-GB" b="1" dirty="0" err="1" smtClean="0"/>
              <a:t>bródúil</a:t>
            </a:r>
            <a:r>
              <a:rPr lang="en-GB" dirty="0" smtClean="0"/>
              <a:t> as an </a:t>
            </a:r>
            <a:r>
              <a:rPr lang="en-GB" dirty="0" err="1" smtClean="0"/>
              <a:t>obair</a:t>
            </a:r>
            <a:r>
              <a:rPr lang="en-GB" dirty="0" smtClean="0"/>
              <a:t> a </a:t>
            </a:r>
            <a:r>
              <a:rPr lang="en-GB" dirty="0" err="1" smtClean="0"/>
              <a:t>rinne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</a:t>
            </a:r>
            <a:r>
              <a:rPr lang="en-GB" dirty="0" err="1" smtClean="0"/>
              <a:t>baint</a:t>
            </a:r>
            <a:r>
              <a:rPr lang="en-GB" dirty="0" smtClean="0"/>
              <a:t> </a:t>
            </a:r>
            <a:r>
              <a:rPr lang="en-GB" dirty="0" err="1" smtClean="0"/>
              <a:t>arbhar</a:t>
            </a:r>
            <a:r>
              <a:rPr lang="en-GB" dirty="0" smtClean="0"/>
              <a:t> </a:t>
            </a:r>
            <a:r>
              <a:rPr lang="en-GB" dirty="0" err="1" smtClean="0"/>
              <a:t>nó</a:t>
            </a:r>
            <a:r>
              <a:rPr lang="en-GB" dirty="0" smtClean="0"/>
              <a:t> </a:t>
            </a:r>
            <a:r>
              <a:rPr lang="en-GB" dirty="0" err="1" smtClean="0"/>
              <a:t>féar</a:t>
            </a:r>
            <a:r>
              <a:rPr lang="en-GB" dirty="0" smtClean="0"/>
              <a:t>. </a:t>
            </a:r>
          </a:p>
          <a:p>
            <a:r>
              <a:rPr lang="en-GB" dirty="0" err="1" smtClean="0"/>
              <a:t>Bhí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níos</a:t>
            </a:r>
            <a:r>
              <a:rPr lang="en-GB" dirty="0" smtClean="0"/>
              <a:t> </a:t>
            </a:r>
            <a:r>
              <a:rPr lang="en-GB" dirty="0" err="1" smtClean="0"/>
              <a:t>fearr</a:t>
            </a:r>
            <a:r>
              <a:rPr lang="en-GB" dirty="0" smtClean="0"/>
              <a:t> </a:t>
            </a:r>
            <a:r>
              <a:rPr lang="en-GB" dirty="0" err="1" smtClean="0"/>
              <a:t>ná</a:t>
            </a:r>
            <a:r>
              <a:rPr lang="en-GB" dirty="0" smtClean="0"/>
              <a:t> </a:t>
            </a:r>
            <a:r>
              <a:rPr lang="en-GB" dirty="0" err="1" smtClean="0"/>
              <a:t>daoine</a:t>
            </a:r>
            <a:r>
              <a:rPr lang="en-GB" dirty="0" smtClean="0"/>
              <a:t> </a:t>
            </a:r>
            <a:r>
              <a:rPr lang="en-GB" dirty="0" err="1" smtClean="0"/>
              <a:t>eile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an </a:t>
            </a:r>
            <a:r>
              <a:rPr lang="en-GB" dirty="0" err="1" smtClean="0"/>
              <a:t>obair</a:t>
            </a:r>
            <a:r>
              <a:rPr lang="en-GB" dirty="0" smtClean="0"/>
              <a:t> </a:t>
            </a:r>
            <a:r>
              <a:rPr lang="en-GB" dirty="0" err="1" smtClean="0"/>
              <a:t>seo</a:t>
            </a:r>
            <a:r>
              <a:rPr lang="en-GB" dirty="0" smtClean="0"/>
              <a:t>.  </a:t>
            </a:r>
            <a:endParaRPr lang="en-IE" dirty="0"/>
          </a:p>
        </p:txBody>
      </p:sp>
    </p:spTree>
    <p:extLst>
      <p:ext uri="{BB962C8B-B14F-4D97-AF65-F5344CB8AC3E}">
        <p14:creationId xmlns="" xmlns:p14="http://schemas.microsoft.com/office/powerpoint/2010/main" val="3595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052736"/>
            <a:ext cx="6777317" cy="4779893"/>
          </a:xfrm>
        </p:spPr>
        <p:txBody>
          <a:bodyPr/>
          <a:lstStyle/>
          <a:p>
            <a:r>
              <a:rPr lang="en-GB" dirty="0" smtClean="0"/>
              <a:t>Cad a </a:t>
            </a:r>
            <a:r>
              <a:rPr lang="en-GB" dirty="0" err="1" smtClean="0"/>
              <a:t>tharla</a:t>
            </a:r>
            <a:r>
              <a:rPr lang="en-GB" dirty="0" smtClean="0"/>
              <a:t> </a:t>
            </a:r>
            <a:r>
              <a:rPr lang="en-GB" dirty="0" err="1" smtClean="0"/>
              <a:t>ag</a:t>
            </a:r>
            <a:r>
              <a:rPr lang="en-GB" dirty="0" smtClean="0"/>
              <a:t> an </a:t>
            </a:r>
            <a:r>
              <a:rPr lang="en-GB" dirty="0" err="1" smtClean="0"/>
              <a:t>margadh</a:t>
            </a:r>
            <a:r>
              <a:rPr lang="en-GB" dirty="0" smtClean="0"/>
              <a:t> </a:t>
            </a:r>
            <a:r>
              <a:rPr lang="en-GB" dirty="0" err="1" smtClean="0"/>
              <a:t>híreálta</a:t>
            </a:r>
            <a:r>
              <a:rPr lang="en-GB" dirty="0" smtClean="0"/>
              <a:t>? </a:t>
            </a: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700808"/>
            <a:ext cx="2771775" cy="2079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348880"/>
            <a:ext cx="2438400" cy="1876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6990" y="4797152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39832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492" y="1052736"/>
            <a:ext cx="6777317" cy="4779893"/>
          </a:xfrm>
        </p:spPr>
        <p:txBody>
          <a:bodyPr/>
          <a:lstStyle/>
          <a:p>
            <a:pPr marL="68580" indent="0">
              <a:buNone/>
            </a:pPr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620688"/>
            <a:ext cx="2771775" cy="2079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348880"/>
            <a:ext cx="2438400" cy="18764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4797718"/>
            <a:ext cx="2619375" cy="174307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85506" y="908720"/>
            <a:ext cx="4530910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Tháinig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feoirmeoirí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móra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/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saibhre</a:t>
            </a:r>
            <a:endParaRPr lang="en-US" sz="28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3347864" y="1385773"/>
            <a:ext cx="1008112" cy="171019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243513" y="2348880"/>
            <a:ext cx="27286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ar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gcapaill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932040" y="2933655"/>
            <a:ext cx="1040104" cy="353437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1259632" y="2348881"/>
            <a:ext cx="576064" cy="584774"/>
          </a:xfrm>
          <a:prstGeom prst="straightConnector1">
            <a:avLst/>
          </a:prstGeom>
          <a:ln w="762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18429" y="2955943"/>
            <a:ext cx="1317267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Bhí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sé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ina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fhear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ard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tánaí</a:t>
            </a:r>
            <a:endParaRPr lang="en-US" sz="28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4463988" y="5568657"/>
            <a:ext cx="936104" cy="152023"/>
          </a:xfrm>
          <a:prstGeom prst="straightConnector1">
            <a:avLst/>
          </a:prstGeom>
          <a:ln w="762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39891" y="5805264"/>
            <a:ext cx="373211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na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shuí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cois</a:t>
            </a:r>
            <a:r>
              <a:rPr lang="en-US" sz="32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32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balla</a:t>
            </a:r>
            <a:endParaRPr lang="en-US" sz="32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4932040" y="3287092"/>
            <a:ext cx="1440160" cy="792235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236132" y="4075818"/>
            <a:ext cx="41216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 err="1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g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féachaint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</a:t>
            </a:r>
            <a:r>
              <a:rPr lang="en-US" sz="2800" b="1" cap="none" spc="0" dirty="0" err="1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anuas</a:t>
            </a:r>
            <a:r>
              <a:rPr lang="en-US" sz="2800" b="1" cap="none" spc="0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air</a:t>
            </a:r>
            <a:endParaRPr lang="en-US" sz="2800" b="1" cap="none" spc="0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6872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16016" y="2541668"/>
            <a:ext cx="3476394" cy="1470025"/>
          </a:xfrm>
        </p:spPr>
        <p:txBody>
          <a:bodyPr/>
          <a:lstStyle/>
          <a:p>
            <a:r>
              <a:rPr lang="en-GB" b="1" dirty="0" err="1" smtClean="0"/>
              <a:t>Mothúcháin</a:t>
            </a:r>
            <a:endParaRPr lang="en-IE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4293096"/>
            <a:ext cx="1771650" cy="1524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84" y="404664"/>
            <a:ext cx="3465268" cy="360702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94335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5400" dirty="0" err="1" smtClean="0"/>
              <a:t>Seachain</a:t>
            </a:r>
            <a:r>
              <a:rPr lang="en-GB" sz="5400" dirty="0" smtClean="0"/>
              <a:t>!</a:t>
            </a:r>
            <a:endParaRPr lang="en-IE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4294967295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GB" dirty="0" smtClean="0"/>
              <a:t>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</a:t>
            </a:r>
            <a:r>
              <a:rPr lang="en-GB" sz="5400" dirty="0" err="1" smtClean="0">
                <a:latin typeface="Comic Sans MS" pitchFamily="66" charset="0"/>
              </a:rPr>
              <a:t>Béarlachas</a:t>
            </a:r>
            <a:endParaRPr lang="en-IE" sz="5400" dirty="0">
              <a:latin typeface="Comic Sans MS" pitchFamily="66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r>
              <a:rPr lang="en-GB" dirty="0" smtClean="0"/>
              <a:t>He “got” angry.</a:t>
            </a:r>
          </a:p>
          <a:p>
            <a:r>
              <a:rPr lang="en-GB" dirty="0" smtClean="0"/>
              <a:t>It “made” him proud. </a:t>
            </a:r>
          </a:p>
          <a:p>
            <a:r>
              <a:rPr lang="en-GB" dirty="0" smtClean="0"/>
              <a:t>It “made” him sad. </a:t>
            </a:r>
            <a:endParaRPr lang="en-IE" dirty="0"/>
          </a:p>
        </p:txBody>
      </p:sp>
      <p:sp>
        <p:nvSpPr>
          <p:cNvPr id="5" name="&quot;No&quot; Symbol 4"/>
          <p:cNvSpPr/>
          <p:nvPr/>
        </p:nvSpPr>
        <p:spPr>
          <a:xfrm>
            <a:off x="467544" y="1988840"/>
            <a:ext cx="4104456" cy="4032448"/>
          </a:xfrm>
          <a:prstGeom prst="noSmoking">
            <a:avLst>
              <a:gd name="adj" fmla="val 2588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2693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3923928" y="2276872"/>
            <a:ext cx="4762872" cy="3849291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 err="1" smtClean="0">
                <a:latin typeface="Comic Sans MS" pitchFamily="66" charset="0"/>
              </a:rPr>
              <a:t>Bhí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brón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ar</a:t>
            </a:r>
            <a:r>
              <a:rPr lang="en-GB" sz="3200" dirty="0" smtClean="0">
                <a:latin typeface="Comic Sans MS" pitchFamily="66" charset="0"/>
              </a:rPr>
              <a:t> an </a:t>
            </a:r>
            <a:r>
              <a:rPr lang="en-GB" sz="3200" dirty="0" err="1" smtClean="0">
                <a:latin typeface="Comic Sans MS" pitchFamily="66" charset="0"/>
              </a:rPr>
              <a:t>bfhile</a:t>
            </a:r>
            <a:r>
              <a:rPr lang="en-GB" sz="3200" dirty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nuair</a:t>
            </a:r>
            <a:r>
              <a:rPr lang="en-GB" sz="3200" dirty="0" smtClean="0">
                <a:latin typeface="Comic Sans MS" pitchFamily="66" charset="0"/>
              </a:rPr>
              <a:t> a… </a:t>
            </a:r>
          </a:p>
          <a:p>
            <a:r>
              <a:rPr lang="en-GB" sz="3200" b="1" dirty="0" err="1" smtClean="0">
                <a:latin typeface="Comic Sans MS" pitchFamily="66" charset="0"/>
              </a:rPr>
              <a:t>Chuir</a:t>
            </a:r>
            <a:r>
              <a:rPr lang="en-GB" sz="3200" b="1" dirty="0" smtClean="0">
                <a:latin typeface="Comic Sans MS" pitchFamily="66" charset="0"/>
              </a:rPr>
              <a:t> ___________ </a:t>
            </a:r>
            <a:r>
              <a:rPr lang="en-GB" sz="3200" dirty="0" err="1" smtClean="0">
                <a:latin typeface="Comic Sans MS" pitchFamily="66" charset="0"/>
              </a:rPr>
              <a:t>brón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ar</a:t>
            </a:r>
            <a:r>
              <a:rPr lang="en-GB" sz="3200" dirty="0" smtClean="0">
                <a:latin typeface="Comic Sans MS" pitchFamily="66" charset="0"/>
              </a:rPr>
              <a:t> an </a:t>
            </a:r>
            <a:r>
              <a:rPr lang="en-GB" sz="3200" dirty="0" err="1" smtClean="0">
                <a:latin typeface="Comic Sans MS" pitchFamily="66" charset="0"/>
              </a:rPr>
              <a:t>bhfile</a:t>
            </a:r>
            <a:r>
              <a:rPr lang="en-GB" sz="3200" dirty="0" smtClean="0">
                <a:latin typeface="Comic Sans MS" pitchFamily="66" charset="0"/>
              </a:rPr>
              <a:t>.  </a:t>
            </a:r>
          </a:p>
          <a:p>
            <a:r>
              <a:rPr lang="en-GB" sz="3200" b="1" dirty="0" err="1" smtClean="0">
                <a:latin typeface="Comic Sans MS" pitchFamily="66" charset="0"/>
              </a:rPr>
              <a:t>Tháinig</a:t>
            </a:r>
            <a:r>
              <a:rPr lang="en-GB" sz="3200" b="1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brón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ar</a:t>
            </a:r>
            <a:r>
              <a:rPr lang="en-GB" sz="3200" dirty="0" smtClean="0">
                <a:latin typeface="Comic Sans MS" pitchFamily="66" charset="0"/>
              </a:rPr>
              <a:t> an </a:t>
            </a:r>
            <a:r>
              <a:rPr lang="en-GB" sz="3200" dirty="0" err="1" smtClean="0">
                <a:latin typeface="Comic Sans MS" pitchFamily="66" charset="0"/>
              </a:rPr>
              <a:t>bhfile</a:t>
            </a:r>
            <a:r>
              <a:rPr lang="en-GB" sz="3200" dirty="0" smtClean="0">
                <a:latin typeface="Comic Sans MS" pitchFamily="66" charset="0"/>
              </a:rPr>
              <a:t>. </a:t>
            </a:r>
            <a:endParaRPr lang="en-GB" sz="3200" b="1" dirty="0" smtClean="0">
              <a:latin typeface="Comic Sans MS" pitchFamily="66" charset="0"/>
            </a:endParaRPr>
          </a:p>
          <a:p>
            <a:endParaRPr lang="en-IE" dirty="0"/>
          </a:p>
        </p:txBody>
      </p:sp>
      <p:pic>
        <p:nvPicPr>
          <p:cNvPr id="5" name="Content Placeholder 3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988840"/>
            <a:ext cx="2944565" cy="309476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8121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4294967295"/>
          </p:nvPr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806" y="1700808"/>
            <a:ext cx="3355153" cy="4479302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4294967295"/>
          </p:nvPr>
        </p:nvSpPr>
        <p:spPr>
          <a:xfrm>
            <a:off x="4355976" y="2060848"/>
            <a:ext cx="4330824" cy="4065315"/>
          </a:xfrm>
          <a:prstGeom prst="rect">
            <a:avLst/>
          </a:prstGeom>
        </p:spPr>
        <p:txBody>
          <a:bodyPr/>
          <a:lstStyle/>
          <a:p>
            <a:r>
              <a:rPr lang="en-GB" sz="3200" b="1" dirty="0" err="1">
                <a:latin typeface="Comic Sans MS" pitchFamily="66" charset="0"/>
              </a:rPr>
              <a:t>Bhí</a:t>
            </a:r>
            <a:r>
              <a:rPr lang="en-GB" sz="3200" dirty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fearg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>
                <a:latin typeface="Comic Sans MS" pitchFamily="66" charset="0"/>
              </a:rPr>
              <a:t>ar</a:t>
            </a:r>
            <a:r>
              <a:rPr lang="en-GB" sz="3200" dirty="0">
                <a:latin typeface="Comic Sans MS" pitchFamily="66" charset="0"/>
              </a:rPr>
              <a:t> an </a:t>
            </a:r>
            <a:r>
              <a:rPr lang="en-GB" sz="3200" dirty="0" err="1" smtClean="0">
                <a:latin typeface="Comic Sans MS" pitchFamily="66" charset="0"/>
              </a:rPr>
              <a:t>bfhile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nuair</a:t>
            </a:r>
            <a:r>
              <a:rPr lang="en-GB" sz="3200" dirty="0" smtClean="0">
                <a:latin typeface="Comic Sans MS" pitchFamily="66" charset="0"/>
              </a:rPr>
              <a:t> a… </a:t>
            </a:r>
            <a:endParaRPr lang="en-GB" sz="3200" dirty="0">
              <a:latin typeface="Comic Sans MS" pitchFamily="66" charset="0"/>
            </a:endParaRPr>
          </a:p>
          <a:p>
            <a:r>
              <a:rPr lang="en-GB" sz="3200" b="1" dirty="0" err="1">
                <a:latin typeface="Comic Sans MS" pitchFamily="66" charset="0"/>
              </a:rPr>
              <a:t>Chuir</a:t>
            </a:r>
            <a:r>
              <a:rPr lang="en-GB" sz="3200" b="1" dirty="0">
                <a:latin typeface="Comic Sans MS" pitchFamily="66" charset="0"/>
              </a:rPr>
              <a:t> </a:t>
            </a:r>
            <a:r>
              <a:rPr lang="en-GB" sz="3200" b="1" dirty="0" smtClean="0">
                <a:latin typeface="Comic Sans MS" pitchFamily="66" charset="0"/>
              </a:rPr>
              <a:t>__________ </a:t>
            </a:r>
            <a:r>
              <a:rPr lang="en-GB" sz="3200" dirty="0" err="1" smtClean="0">
                <a:latin typeface="Comic Sans MS" pitchFamily="66" charset="0"/>
              </a:rPr>
              <a:t>fearg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>
                <a:latin typeface="Comic Sans MS" pitchFamily="66" charset="0"/>
              </a:rPr>
              <a:t>ar</a:t>
            </a:r>
            <a:r>
              <a:rPr lang="en-GB" sz="3200" dirty="0">
                <a:latin typeface="Comic Sans MS" pitchFamily="66" charset="0"/>
              </a:rPr>
              <a:t> an </a:t>
            </a:r>
            <a:r>
              <a:rPr lang="en-GB" sz="3200" dirty="0" err="1">
                <a:latin typeface="Comic Sans MS" pitchFamily="66" charset="0"/>
              </a:rPr>
              <a:t>bhfile</a:t>
            </a:r>
            <a:r>
              <a:rPr lang="en-GB" sz="3200" dirty="0">
                <a:latin typeface="Comic Sans MS" pitchFamily="66" charset="0"/>
              </a:rPr>
              <a:t>. </a:t>
            </a:r>
            <a:endParaRPr lang="en-GB" sz="3200" dirty="0" smtClean="0">
              <a:latin typeface="Comic Sans MS" pitchFamily="66" charset="0"/>
            </a:endParaRPr>
          </a:p>
          <a:p>
            <a:r>
              <a:rPr lang="en-GB" sz="3200" b="1" dirty="0" err="1" smtClean="0">
                <a:latin typeface="Comic Sans MS" pitchFamily="66" charset="0"/>
              </a:rPr>
              <a:t>Tháinig</a:t>
            </a:r>
            <a:r>
              <a:rPr lang="en-GB" sz="3200" b="1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fearg</a:t>
            </a:r>
            <a:r>
              <a:rPr lang="en-GB" sz="3200" dirty="0" smtClean="0">
                <a:latin typeface="Comic Sans MS" pitchFamily="66" charset="0"/>
              </a:rPr>
              <a:t> </a:t>
            </a:r>
            <a:r>
              <a:rPr lang="en-GB" sz="3200" dirty="0" err="1" smtClean="0">
                <a:latin typeface="Comic Sans MS" pitchFamily="66" charset="0"/>
              </a:rPr>
              <a:t>ar</a:t>
            </a:r>
            <a:r>
              <a:rPr lang="en-GB" sz="3200" dirty="0" smtClean="0">
                <a:latin typeface="Comic Sans MS" pitchFamily="66" charset="0"/>
              </a:rPr>
              <a:t> an </a:t>
            </a:r>
            <a:r>
              <a:rPr lang="en-GB" sz="3200" dirty="0" err="1" smtClean="0">
                <a:latin typeface="Comic Sans MS" pitchFamily="66" charset="0"/>
              </a:rPr>
              <a:t>bhfile</a:t>
            </a:r>
            <a:r>
              <a:rPr lang="en-GB" sz="3200" dirty="0" smtClean="0">
                <a:latin typeface="Comic Sans MS" pitchFamily="66" charset="0"/>
              </a:rPr>
              <a:t>.  </a:t>
            </a:r>
            <a:endParaRPr lang="en-GB" sz="3200" dirty="0">
              <a:latin typeface="Comic Sans MS" pitchFamily="66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3268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err="1" smtClean="0"/>
              <a:t>Conas</a:t>
            </a:r>
            <a:r>
              <a:rPr lang="en-GB" dirty="0" smtClean="0"/>
              <a:t> a </a:t>
            </a:r>
            <a:r>
              <a:rPr lang="en-GB" dirty="0" err="1" smtClean="0"/>
              <a:t>chuaigh</a:t>
            </a:r>
            <a:r>
              <a:rPr lang="en-GB" dirty="0" smtClean="0"/>
              <a:t> an </a:t>
            </a:r>
            <a:r>
              <a:rPr lang="en-GB" dirty="0" err="1" smtClean="0"/>
              <a:t>dán</a:t>
            </a:r>
            <a:r>
              <a:rPr lang="en-GB" dirty="0" smtClean="0"/>
              <a:t> </a:t>
            </a:r>
            <a:r>
              <a:rPr lang="en-GB" dirty="0" err="1" smtClean="0"/>
              <a:t>i</a:t>
            </a:r>
            <a:r>
              <a:rPr lang="en-GB" dirty="0" smtClean="0"/>
              <a:t> </a:t>
            </a:r>
            <a:r>
              <a:rPr lang="en-GB" dirty="0" err="1" smtClean="0"/>
              <a:t>bhfeidhm</a:t>
            </a:r>
            <a:r>
              <a:rPr lang="en-GB" dirty="0" smtClean="0"/>
              <a:t> ort? 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71600" y="2132856"/>
            <a:ext cx="7056784" cy="3565016"/>
          </a:xfrm>
        </p:spPr>
        <p:txBody>
          <a:bodyPr>
            <a:normAutofit fontScale="92500" lnSpcReduction="10000"/>
          </a:bodyPr>
          <a:lstStyle/>
          <a:p>
            <a:r>
              <a:rPr lang="en-GB" dirty="0" err="1" smtClean="0"/>
              <a:t>Thaitin</a:t>
            </a:r>
            <a:r>
              <a:rPr lang="en-GB" dirty="0" smtClean="0"/>
              <a:t> an </a:t>
            </a:r>
            <a:r>
              <a:rPr lang="en-GB" dirty="0" err="1" smtClean="0"/>
              <a:t>dán</a:t>
            </a:r>
            <a:r>
              <a:rPr lang="en-GB" dirty="0" smtClean="0"/>
              <a:t> </a:t>
            </a:r>
            <a:r>
              <a:rPr lang="en-GB" dirty="0" err="1" smtClean="0"/>
              <a:t>liom</a:t>
            </a:r>
            <a:r>
              <a:rPr lang="en-GB" dirty="0" smtClean="0"/>
              <a:t> mar </a:t>
            </a:r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sé</a:t>
            </a:r>
            <a:r>
              <a:rPr lang="en-GB" dirty="0" smtClean="0"/>
              <a:t> </a:t>
            </a:r>
            <a:r>
              <a:rPr lang="en-GB" dirty="0" err="1" smtClean="0"/>
              <a:t>stairiúil</a:t>
            </a:r>
            <a:r>
              <a:rPr lang="en-GB" dirty="0" smtClean="0"/>
              <a:t> </a:t>
            </a:r>
            <a:r>
              <a:rPr lang="en-GB" dirty="0" err="1" smtClean="0"/>
              <a:t>agus</a:t>
            </a:r>
            <a:r>
              <a:rPr lang="en-GB" dirty="0" smtClean="0"/>
              <a:t> </a:t>
            </a:r>
            <a:r>
              <a:rPr lang="en-GB" dirty="0" err="1" smtClean="0"/>
              <a:t>polaitiúil</a:t>
            </a:r>
            <a:r>
              <a:rPr lang="en-GB" dirty="0" smtClean="0"/>
              <a:t>…..</a:t>
            </a:r>
          </a:p>
          <a:p>
            <a:endParaRPr lang="en-GB" dirty="0"/>
          </a:p>
          <a:p>
            <a:r>
              <a:rPr lang="en-GB" dirty="0" err="1" smtClean="0"/>
              <a:t>Thaitin</a:t>
            </a:r>
            <a:r>
              <a:rPr lang="en-GB" dirty="0" smtClean="0"/>
              <a:t> an </a:t>
            </a:r>
            <a:r>
              <a:rPr lang="en-GB" dirty="0" err="1" smtClean="0"/>
              <a:t>dán</a:t>
            </a:r>
            <a:r>
              <a:rPr lang="en-GB" dirty="0" smtClean="0"/>
              <a:t> </a:t>
            </a:r>
            <a:r>
              <a:rPr lang="en-GB" dirty="0" err="1" smtClean="0"/>
              <a:t>liom</a:t>
            </a:r>
            <a:r>
              <a:rPr lang="en-GB" dirty="0" smtClean="0"/>
              <a:t> </a:t>
            </a:r>
            <a:r>
              <a:rPr lang="en-GB" dirty="0" err="1" smtClean="0"/>
              <a:t>freisin</a:t>
            </a:r>
            <a:r>
              <a:rPr lang="en-GB" dirty="0" smtClean="0"/>
              <a:t> mar is </a:t>
            </a:r>
            <a:r>
              <a:rPr lang="en-GB" dirty="0" err="1" smtClean="0"/>
              <a:t>maith</a:t>
            </a:r>
            <a:r>
              <a:rPr lang="en-GB" dirty="0" smtClean="0"/>
              <a:t> </a:t>
            </a:r>
            <a:r>
              <a:rPr lang="en-GB" dirty="0" err="1" smtClean="0"/>
              <a:t>liom</a:t>
            </a:r>
            <a:r>
              <a:rPr lang="en-GB" dirty="0" smtClean="0"/>
              <a:t> </a:t>
            </a:r>
            <a:r>
              <a:rPr lang="en-GB" dirty="0" err="1" smtClean="0"/>
              <a:t>na</a:t>
            </a:r>
            <a:r>
              <a:rPr lang="en-GB" dirty="0" smtClean="0"/>
              <a:t> </a:t>
            </a:r>
            <a:r>
              <a:rPr lang="en-GB" dirty="0" err="1" smtClean="0"/>
              <a:t>híomhánna</a:t>
            </a:r>
            <a:r>
              <a:rPr lang="en-GB" dirty="0" smtClean="0"/>
              <a:t> </a:t>
            </a:r>
            <a:r>
              <a:rPr lang="en-GB" dirty="0" err="1" smtClean="0"/>
              <a:t>sa</a:t>
            </a:r>
            <a:r>
              <a:rPr lang="en-GB" dirty="0" smtClean="0"/>
              <a:t> </a:t>
            </a:r>
            <a:r>
              <a:rPr lang="en-GB" dirty="0" err="1" smtClean="0"/>
              <a:t>dan.</a:t>
            </a:r>
            <a:r>
              <a:rPr lang="en-GB" dirty="0" smtClean="0"/>
              <a:t> Mar </a:t>
            </a:r>
            <a:r>
              <a:rPr lang="en-GB" dirty="0" err="1" smtClean="0"/>
              <a:t>shampla</a:t>
            </a:r>
            <a:r>
              <a:rPr lang="en-GB" dirty="0"/>
              <a:t> </a:t>
            </a:r>
            <a:r>
              <a:rPr lang="en-GB" dirty="0" smtClean="0"/>
              <a:t>is </a:t>
            </a:r>
            <a:r>
              <a:rPr lang="en-GB" dirty="0" err="1" smtClean="0"/>
              <a:t>maith</a:t>
            </a:r>
            <a:r>
              <a:rPr lang="en-GB" dirty="0" smtClean="0"/>
              <a:t> </a:t>
            </a:r>
            <a:r>
              <a:rPr lang="en-GB" dirty="0" err="1" smtClean="0"/>
              <a:t>liom</a:t>
            </a:r>
            <a:r>
              <a:rPr lang="en-GB" dirty="0" smtClean="0"/>
              <a:t> an </a:t>
            </a:r>
            <a:r>
              <a:rPr lang="en-GB" dirty="0" err="1" smtClean="0"/>
              <a:t>íomhá</a:t>
            </a:r>
            <a:r>
              <a:rPr lang="en-GB" dirty="0" smtClean="0"/>
              <a:t>… </a:t>
            </a:r>
          </a:p>
          <a:p>
            <a:endParaRPr lang="en-GB" dirty="0" smtClean="0"/>
          </a:p>
          <a:p>
            <a:pPr>
              <a:buNone/>
            </a:pPr>
            <a:r>
              <a:rPr lang="en-GB" dirty="0" smtClean="0"/>
              <a:t>(</a:t>
            </a:r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fearg</a:t>
            </a:r>
            <a:r>
              <a:rPr lang="en-GB" dirty="0" smtClean="0"/>
              <a:t> le </a:t>
            </a:r>
            <a:r>
              <a:rPr lang="en-GB" dirty="0" err="1" smtClean="0"/>
              <a:t>brath</a:t>
            </a:r>
            <a:r>
              <a:rPr lang="en-GB" dirty="0" smtClean="0"/>
              <a:t> san </a:t>
            </a:r>
            <a:r>
              <a:rPr lang="en-GB" dirty="0" err="1" smtClean="0"/>
              <a:t>íomhá</a:t>
            </a:r>
            <a:r>
              <a:rPr lang="en-GB" dirty="0" smtClean="0"/>
              <a:t> sin.... </a:t>
            </a:r>
            <a:r>
              <a:rPr lang="en-GB" dirty="0" err="1" smtClean="0"/>
              <a:t>Mhúscail</a:t>
            </a:r>
            <a:r>
              <a:rPr lang="en-GB" dirty="0" smtClean="0"/>
              <a:t> an </a:t>
            </a:r>
            <a:r>
              <a:rPr lang="en-GB" dirty="0" err="1" smtClean="0"/>
              <a:t>íomhá</a:t>
            </a:r>
            <a:r>
              <a:rPr lang="en-GB" dirty="0" smtClean="0"/>
              <a:t> sin ____ </a:t>
            </a:r>
            <a:r>
              <a:rPr lang="en-GB" dirty="0" err="1" smtClean="0"/>
              <a:t>ionam</a:t>
            </a:r>
            <a:r>
              <a:rPr lang="en-GB" dirty="0" smtClean="0"/>
              <a:t>..... </a:t>
            </a:r>
            <a:r>
              <a:rPr lang="en-GB" dirty="0" err="1" smtClean="0"/>
              <a:t>Tá</a:t>
            </a:r>
            <a:r>
              <a:rPr lang="en-GB" dirty="0" smtClean="0"/>
              <a:t> </a:t>
            </a:r>
            <a:r>
              <a:rPr lang="en-GB" dirty="0" err="1" smtClean="0"/>
              <a:t>bá</a:t>
            </a:r>
            <a:r>
              <a:rPr lang="en-GB" dirty="0" smtClean="0"/>
              <a:t> </a:t>
            </a:r>
            <a:r>
              <a:rPr lang="en-GB" dirty="0" err="1" smtClean="0"/>
              <a:t>agam</a:t>
            </a:r>
            <a:r>
              <a:rPr lang="en-GB" dirty="0" smtClean="0"/>
              <a:t> don </a:t>
            </a:r>
            <a:r>
              <a:rPr lang="en-GB" dirty="0" err="1" smtClean="0"/>
              <a:t>fhile</a:t>
            </a:r>
            <a:r>
              <a:rPr lang="en-GB" dirty="0" smtClean="0"/>
              <a:t>.... )</a:t>
            </a:r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0" y="260648"/>
            <a:ext cx="1943100" cy="19431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31957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6553920" cy="3493008"/>
          </a:xfrm>
        </p:spPr>
        <p:txBody>
          <a:bodyPr>
            <a:normAutofit/>
          </a:bodyPr>
          <a:lstStyle/>
          <a:p>
            <a:r>
              <a:rPr lang="en-GB" sz="3200" dirty="0" err="1" smtClean="0"/>
              <a:t>Bhí</a:t>
            </a:r>
            <a:r>
              <a:rPr lang="en-GB" sz="3200" dirty="0" smtClean="0"/>
              <a:t> </a:t>
            </a:r>
            <a:r>
              <a:rPr lang="en-GB" sz="3200" dirty="0" err="1" smtClean="0"/>
              <a:t>náire</a:t>
            </a:r>
            <a:r>
              <a:rPr lang="en-GB" sz="3200" dirty="0" smtClean="0"/>
              <a:t> </a:t>
            </a:r>
            <a:r>
              <a:rPr lang="en-GB" sz="3200" dirty="0" err="1" smtClean="0"/>
              <a:t>ar</a:t>
            </a:r>
            <a:r>
              <a:rPr lang="en-GB" sz="3200" dirty="0" smtClean="0"/>
              <a:t> an </a:t>
            </a:r>
            <a:r>
              <a:rPr lang="en-GB" sz="3200" dirty="0" err="1" smtClean="0"/>
              <a:t>bhfile</a:t>
            </a:r>
            <a:r>
              <a:rPr lang="en-GB" sz="3200" dirty="0" smtClean="0"/>
              <a:t> </a:t>
            </a:r>
            <a:r>
              <a:rPr lang="en-GB" sz="3200" dirty="0" err="1" smtClean="0"/>
              <a:t>nuair</a:t>
            </a:r>
            <a:r>
              <a:rPr lang="en-GB" sz="3200" dirty="0" smtClean="0"/>
              <a:t>…. </a:t>
            </a:r>
          </a:p>
          <a:p>
            <a:r>
              <a:rPr lang="en-GB" sz="3200" dirty="0"/>
              <a:t> </a:t>
            </a:r>
            <a:r>
              <a:rPr lang="en-GB" sz="3200" b="1" dirty="0" err="1" smtClean="0"/>
              <a:t>Chuir</a:t>
            </a:r>
            <a:r>
              <a:rPr lang="en-GB" sz="3200" b="1" dirty="0" smtClean="0"/>
              <a:t> ______________ </a:t>
            </a:r>
            <a:r>
              <a:rPr lang="en-GB" sz="3200" b="1" dirty="0" err="1" smtClean="0"/>
              <a:t>náire</a:t>
            </a:r>
            <a:r>
              <a:rPr lang="en-GB" sz="3200" b="1" dirty="0" smtClean="0"/>
              <a:t> </a:t>
            </a:r>
            <a:r>
              <a:rPr lang="en-GB" sz="3200" b="1" dirty="0" err="1" smtClean="0"/>
              <a:t>ar</a:t>
            </a:r>
            <a:r>
              <a:rPr lang="en-GB" sz="3200" b="1" dirty="0" smtClean="0"/>
              <a:t> an </a:t>
            </a:r>
            <a:r>
              <a:rPr lang="en-GB" sz="3200" b="1" dirty="0" err="1" smtClean="0"/>
              <a:t>bhfile</a:t>
            </a:r>
            <a:r>
              <a:rPr lang="en-GB" sz="3200" b="1" dirty="0" smtClean="0"/>
              <a:t>. </a:t>
            </a:r>
            <a:endParaRPr lang="en-IE" sz="3200" dirty="0"/>
          </a:p>
        </p:txBody>
      </p:sp>
    </p:spTree>
    <p:extLst>
      <p:ext uri="{BB962C8B-B14F-4D97-AF65-F5344CB8AC3E}">
        <p14:creationId xmlns="" xmlns:p14="http://schemas.microsoft.com/office/powerpoint/2010/main" val="2934616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673144"/>
          </a:xfrm>
        </p:spPr>
        <p:txBody>
          <a:bodyPr>
            <a:normAutofit fontScale="90000"/>
          </a:bodyPr>
          <a:lstStyle/>
          <a:p>
            <a:r>
              <a:rPr lang="en-IE" dirty="0" err="1" smtClean="0"/>
              <a:t>Blocanna</a:t>
            </a:r>
            <a:r>
              <a:rPr lang="en-IE" dirty="0" smtClean="0"/>
              <a:t> </a:t>
            </a:r>
            <a:r>
              <a:rPr lang="en-IE" dirty="0" err="1" smtClean="0"/>
              <a:t>na</a:t>
            </a:r>
            <a:r>
              <a:rPr lang="en-IE" dirty="0" smtClean="0"/>
              <a:t> </a:t>
            </a:r>
            <a:r>
              <a:rPr lang="en-IE" dirty="0" err="1" smtClean="0"/>
              <a:t>Búistéara</a:t>
            </a:r>
            <a:r>
              <a:rPr lang="en-IE" dirty="0" smtClean="0"/>
              <a:t> </a:t>
            </a:r>
            <a:endParaRPr lang="en-IE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sz="quarter" idx="13"/>
          </p:nvPr>
        </p:nvGraphicFramePr>
        <p:xfrm>
          <a:off x="971600" y="1916832"/>
          <a:ext cx="3240360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90"/>
                <a:gridCol w="810090"/>
                <a:gridCol w="810090"/>
                <a:gridCol w="810090"/>
              </a:tblGrid>
              <a:tr h="370840"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C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3600" dirty="0" smtClean="0">
                          <a:latin typeface="Byington" pitchFamily="2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C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G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3600" dirty="0" smtClean="0">
                          <a:latin typeface="Byington" pitchFamily="2" charset="0"/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D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3600" dirty="0" smtClean="0">
                          <a:latin typeface="Byington" pitchFamily="2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3600" dirty="0" smtClean="0">
                          <a:latin typeface="Byington" pitchFamily="2" charset="0"/>
                        </a:rPr>
                        <a:t>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b="0" dirty="0" smtClean="0">
                          <a:latin typeface="Byington" pitchFamily="2" charset="0"/>
                        </a:rPr>
                        <a:t>B</a:t>
                      </a:r>
                      <a:endParaRPr lang="en-IE" sz="3600" b="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G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R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D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E" sz="3600" dirty="0" smtClean="0">
                          <a:latin typeface="Byington" pitchFamily="2" charset="0"/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C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E" sz="3600" dirty="0" smtClean="0">
                          <a:latin typeface="Byington" pitchFamily="2" charset="0"/>
                        </a:rPr>
                        <a:t>D</a:t>
                      </a:r>
                      <a:endParaRPr lang="en-IE" sz="3600" dirty="0">
                        <a:latin typeface="Byington" pitchFamily="2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645152" y="1844824"/>
            <a:ext cx="3887288" cy="3961615"/>
          </a:xfrm>
        </p:spPr>
        <p:txBody>
          <a:bodyPr/>
          <a:lstStyle/>
          <a:p>
            <a:pPr>
              <a:buNone/>
            </a:pPr>
            <a:r>
              <a:rPr lang="en-IE" dirty="0" err="1" smtClean="0"/>
              <a:t>Eocharfhocail</a:t>
            </a:r>
            <a:r>
              <a:rPr lang="en-IE" dirty="0" smtClean="0"/>
              <a:t>: </a:t>
            </a:r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2444</TotalTime>
  <Words>2034</Words>
  <Application>Microsoft Office PowerPoint</Application>
  <PresentationFormat>On-screen Show (4:3)</PresentationFormat>
  <Paragraphs>305</Paragraphs>
  <Slides>61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2" baseType="lpstr">
      <vt:lpstr>Austin</vt:lpstr>
      <vt:lpstr>An Spailpín Fánach</vt:lpstr>
      <vt:lpstr>Cad is brí le “spailpín”?</vt:lpstr>
      <vt:lpstr>Cruachás (Téama)</vt:lpstr>
      <vt:lpstr>Náire (Téama /Mothúchán)</vt:lpstr>
      <vt:lpstr>Fearg</vt:lpstr>
      <vt:lpstr>Obair Bhaile</vt:lpstr>
      <vt:lpstr>Cúlra an Dáin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Bród</vt:lpstr>
      <vt:lpstr>Slide 53</vt:lpstr>
      <vt:lpstr>Slide 54</vt:lpstr>
      <vt:lpstr>Mothúcháin</vt:lpstr>
      <vt:lpstr>Seachain!</vt:lpstr>
      <vt:lpstr>Slide 57</vt:lpstr>
      <vt:lpstr>Slide 58</vt:lpstr>
      <vt:lpstr>Conas a chuaigh an dán i bhfeidhm ort? </vt:lpstr>
      <vt:lpstr>Slide 60</vt:lpstr>
      <vt:lpstr>Blocanna na Búistéara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Spailpín Fánach</dc:title>
  <dc:creator>Mairéad</dc:creator>
  <cp:lastModifiedBy>myoung</cp:lastModifiedBy>
  <cp:revision>32</cp:revision>
  <dcterms:created xsi:type="dcterms:W3CDTF">2011-09-01T13:48:53Z</dcterms:created>
  <dcterms:modified xsi:type="dcterms:W3CDTF">2015-03-18T22:25:06Z</dcterms:modified>
</cp:coreProperties>
</file>