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3" r:id="rId6"/>
    <p:sldId id="262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70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6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1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32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87465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61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59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5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71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E4B7A-03CE-4DA5-BAFA-FDA2A785BBB1}" type="datetimeFigureOut">
              <a:rPr lang="ga-IE" smtClean="0"/>
              <a:t>24/04/2020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27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0C04-94D6-48E1-AA3E-36051BB51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COMPLEX ROOTS OF QUADRATIC EQUATIONS</a:t>
            </a:r>
            <a:endParaRPr lang="ga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F2FFE-56A3-4244-90D3-8B56610A4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Complex numbers</a:t>
            </a:r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197928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CC3D01-D449-407D-9028-534B7753E337}"/>
              </a:ext>
            </a:extLst>
          </p:cNvPr>
          <p:cNvSpPr txBox="1"/>
          <p:nvPr/>
        </p:nvSpPr>
        <p:spPr>
          <a:xfrm>
            <a:off x="1928327" y="322901"/>
            <a:ext cx="819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What are roots?</a:t>
            </a:r>
            <a:endParaRPr lang="ga-IE" sz="4000" b="1" dirty="0"/>
          </a:p>
        </p:txBody>
      </p:sp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9FC5BEC-BE1D-43FA-97EE-8946594E1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43000"/>
            <a:ext cx="6400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0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aser, red, looking, dark&#10;&#10;Description automatically generated">
            <a:extLst>
              <a:ext uri="{FF2B5EF4-FFF2-40B4-BE49-F238E27FC236}">
                <a16:creationId xmlns:a16="http://schemas.microsoft.com/office/drawing/2014/main" id="{3DCA9978-0C3C-4C76-BCED-647461407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38" y="1029904"/>
            <a:ext cx="5556923" cy="34452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01AF39-EFC7-4BAB-8F20-08369B034ABE}"/>
              </a:ext>
            </a:extLst>
          </p:cNvPr>
          <p:cNvSpPr/>
          <p:nvPr/>
        </p:nvSpPr>
        <p:spPr>
          <a:xfrm>
            <a:off x="4381176" y="322018"/>
            <a:ext cx="27558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b="1" dirty="0"/>
              <a:t>Real Roots</a:t>
            </a:r>
            <a:endParaRPr lang="ga-IE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4D1326-F6D9-4538-BD92-CE0416D675ED}"/>
                  </a:ext>
                </a:extLst>
              </p:cNvPr>
              <p:cNvSpPr txBox="1"/>
              <p:nvPr/>
            </p:nvSpPr>
            <p:spPr>
              <a:xfrm>
                <a:off x="4381176" y="4841793"/>
                <a:ext cx="478375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@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ga-IE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ga-IE" sz="2400" b="1" dirty="0"/>
              </a:p>
              <a:p>
                <a:endParaRPr lang="ga-I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4D1326-F6D9-4538-BD92-CE0416D67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176" y="4841793"/>
                <a:ext cx="4783755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75D518-63BC-4E2E-BFCA-369D0EDCAB18}"/>
              </a:ext>
            </a:extLst>
          </p:cNvPr>
          <p:cNvCxnSpPr/>
          <p:nvPr/>
        </p:nvCxnSpPr>
        <p:spPr>
          <a:xfrm flipH="1" flipV="1">
            <a:off x="5337110" y="2873829"/>
            <a:ext cx="1138335" cy="19314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0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1B35BD-420B-4C9C-B987-8E480517D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42" y="1029904"/>
            <a:ext cx="7899456" cy="5042206"/>
          </a:xfrm>
          <a:prstGeom prst="rect">
            <a:avLst/>
          </a:prstGeom>
          <a:solidFill>
            <a:srgbClr val="FFF2CC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D22C08-DBD2-48C0-97A2-41D1F84A1D6B}"/>
              </a:ext>
            </a:extLst>
          </p:cNvPr>
          <p:cNvSpPr/>
          <p:nvPr/>
        </p:nvSpPr>
        <p:spPr>
          <a:xfrm>
            <a:off x="3552429" y="322018"/>
            <a:ext cx="44133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b="1" dirty="0"/>
              <a:t>Calculating Roots</a:t>
            </a:r>
            <a:endParaRPr lang="ga-IE" sz="4000" b="1" dirty="0"/>
          </a:p>
        </p:txBody>
      </p:sp>
    </p:spTree>
    <p:extLst>
      <p:ext uri="{BB962C8B-B14F-4D97-AF65-F5344CB8AC3E}">
        <p14:creationId xmlns:p14="http://schemas.microsoft.com/office/powerpoint/2010/main" val="218091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04174-DBD4-4D1A-A813-1FB685BF0B10}"/>
                  </a:ext>
                </a:extLst>
              </p:cNvPr>
              <p:cNvSpPr txBox="1"/>
              <p:nvPr/>
            </p:nvSpPr>
            <p:spPr>
              <a:xfrm>
                <a:off x="3782958" y="469085"/>
                <a:ext cx="4797339" cy="1448923"/>
              </a:xfrm>
              <a:prstGeom prst="rect">
                <a:avLst/>
              </a:prstGeom>
              <a:solidFill>
                <a:srgbClr val="FFF2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nor/>
                            </m:rPr>
                            <a:rPr lang="ga-IE" sz="4400"/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ga-IE" sz="4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ga-IE" sz="4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4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4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ga-IE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04174-DBD4-4D1A-A813-1FB685BF0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958" y="469085"/>
                <a:ext cx="4797339" cy="1448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F3E679-43E9-4089-BAFD-66CBB3309914}"/>
                  </a:ext>
                </a:extLst>
              </p:cNvPr>
              <p:cNvSpPr txBox="1"/>
              <p:nvPr/>
            </p:nvSpPr>
            <p:spPr>
              <a:xfrm>
                <a:off x="3191265" y="2584581"/>
                <a:ext cx="598072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Discriminant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ga-I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endParaRPr lang="en-GB" sz="2800" dirty="0"/>
              </a:p>
              <a:p>
                <a:endParaRPr lang="en-GB" sz="2800" dirty="0"/>
              </a:p>
              <a:p>
                <a:r>
                  <a:rPr lang="en-GB" sz="2800" dirty="0"/>
                  <a:t>What happens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ga-I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2800" dirty="0"/>
                  <a:t> ?</a:t>
                </a:r>
              </a:p>
              <a:p>
                <a:endParaRPr lang="en-GB" sz="2800" dirty="0"/>
              </a:p>
              <a:p>
                <a:r>
                  <a:rPr lang="en-GB" sz="2800" dirty="0"/>
                  <a:t>Where have we encountered the square root of a negative number?</a:t>
                </a:r>
                <a:endParaRPr lang="ga-IE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F3E679-43E9-4089-BAFD-66CBB3309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265" y="2584581"/>
                <a:ext cx="5980726" cy="2677656"/>
              </a:xfrm>
              <a:prstGeom prst="rect">
                <a:avLst/>
              </a:prstGeom>
              <a:blipFill>
                <a:blip r:embed="rId3"/>
                <a:stretch>
                  <a:fillRect l="-2141" t="-2506" b="-5467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11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C52C79-D778-44D4-90C2-745F7968EA81}"/>
                  </a:ext>
                </a:extLst>
              </p:cNvPr>
              <p:cNvSpPr txBox="1"/>
              <p:nvPr/>
            </p:nvSpPr>
            <p:spPr>
              <a:xfrm>
                <a:off x="247063" y="2518546"/>
                <a:ext cx="11944937" cy="1106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ga-IE" sz="6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rad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6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6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6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6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rad>
                        </m:e>
                      </m:d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6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60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</m:e>
                      </m:d>
                      <m:d>
                        <m:d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ga-IE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C52C79-D778-44D4-90C2-745F7968E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63" y="2518546"/>
                <a:ext cx="11944937" cy="1106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10EC05-4F17-427B-9953-0747F8E4E195}"/>
                  </a:ext>
                </a:extLst>
              </p:cNvPr>
              <p:cNvSpPr txBox="1"/>
              <p:nvPr/>
            </p:nvSpPr>
            <p:spPr>
              <a:xfrm>
                <a:off x="147768" y="3786450"/>
                <a:ext cx="11896462" cy="101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ga-IE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−25</m:t>
                          </m:r>
                        </m:e>
                      </m:rad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5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5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rad>
                        </m:e>
                      </m:d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ga-IE" sz="5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e>
                      </m:d>
                      <m:d>
                        <m:dPr>
                          <m:ctrlPr>
                            <a:rPr lang="en-GB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ga-IE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10EC05-4F17-427B-9953-0747F8E4E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68" y="3786450"/>
                <a:ext cx="11896462" cy="1012265"/>
              </a:xfrm>
              <a:prstGeom prst="rect">
                <a:avLst/>
              </a:prstGeom>
              <a:blipFill>
                <a:blip r:embed="rId3"/>
                <a:stretch>
                  <a:fillRect b="-602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5A1C22-3B61-4913-9E04-C2DC64E57077}"/>
                  </a:ext>
                </a:extLst>
              </p:cNvPr>
              <p:cNvSpPr txBox="1"/>
              <p:nvPr/>
            </p:nvSpPr>
            <p:spPr>
              <a:xfrm>
                <a:off x="4091275" y="468922"/>
                <a:ext cx="3417795" cy="1032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ga-IE" sz="6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  <m:r>
                        <a:rPr lang="en-GB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ga-I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5A1C22-3B61-4913-9E04-C2DC64E57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275" y="468922"/>
                <a:ext cx="3417795" cy="1032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7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GeoGebra for PowerPoint">
                <a:extLst>
                  <a:ext uri="{FF2B5EF4-FFF2-40B4-BE49-F238E27FC236}">
                    <a16:creationId xmlns:a16="http://schemas.microsoft.com/office/drawing/2014/main" id="{660F25AA-8B74-405F-9382-1EC3591DD0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163481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GeoGebra for PowerPoint">
                <a:extLst>
                  <a:ext uri="{FF2B5EF4-FFF2-40B4-BE49-F238E27FC236}">
                    <a16:creationId xmlns:a16="http://schemas.microsoft.com/office/drawing/2014/main" id="{660F25AA-8B74-405F-9382-1EC3591DD0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878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itting, small, water, boat&#10;&#10;Description automatically generated">
            <a:extLst>
              <a:ext uri="{FF2B5EF4-FFF2-40B4-BE49-F238E27FC236}">
                <a16:creationId xmlns:a16="http://schemas.microsoft.com/office/drawing/2014/main" id="{42D3A648-CA6D-4277-8204-DCC30D503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995" y="978569"/>
            <a:ext cx="9734010" cy="421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6398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webextension1.xml><?xml version="1.0" encoding="utf-8"?>
<we:webextension xmlns:we="http://schemas.microsoft.com/office/webextensions/webextension/2010/11" id="{A823960B-7B82-4106-BDBC-0CB1420D0F92}">
  <we:reference id="wa104363477" version="1.0.0.3" store="en-001" storeType="OMEX"/>
  <we:alternateReferences>
    <we:reference id="wa104363477" version="1.0.0.3" store="wa104363477" storeType="OMEX"/>
  </we:alternateReferences>
  <we:properties>
    <we:property name="__labs__" value="{&quot;configuration&quot;:null,&quot;hostVersion&quot;:{&quot;major&quot;:0,&quot;minor&quot;:1}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397</TotalTime>
  <Words>89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Gill Sans MT</vt:lpstr>
      <vt:lpstr>Gallery</vt:lpstr>
      <vt:lpstr>COMPLEX ROOTS OF QUADRATIC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 conjugate</dc:title>
  <dc:creator>Cian Lyons</dc:creator>
  <cp:lastModifiedBy>Cian Lyons</cp:lastModifiedBy>
  <cp:revision>26</cp:revision>
  <dcterms:created xsi:type="dcterms:W3CDTF">2020-04-22T18:30:43Z</dcterms:created>
  <dcterms:modified xsi:type="dcterms:W3CDTF">2020-04-23T23:46:59Z</dcterms:modified>
</cp:coreProperties>
</file>