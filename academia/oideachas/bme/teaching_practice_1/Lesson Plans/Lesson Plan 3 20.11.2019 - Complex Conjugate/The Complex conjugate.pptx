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70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16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81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32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3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87465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619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597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5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71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E4B7A-03CE-4DA5-BAFA-FDA2A785BBB1}" type="datetimeFigureOut">
              <a:rPr lang="ga-IE" smtClean="0"/>
              <a:t>22/04/2020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27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0C04-94D6-48E1-AA3E-36051BB51E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The Complex conjugate</a:t>
            </a:r>
            <a:endParaRPr lang="ga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F2FFE-56A3-4244-90D3-8B56610A4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complex numbers</a:t>
            </a:r>
            <a:endParaRPr lang="ga-IE" dirty="0"/>
          </a:p>
        </p:txBody>
      </p:sp>
    </p:spTree>
    <p:extLst>
      <p:ext uri="{BB962C8B-B14F-4D97-AF65-F5344CB8AC3E}">
        <p14:creationId xmlns:p14="http://schemas.microsoft.com/office/powerpoint/2010/main" val="197928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person&#10;&#10;Description automatically generated">
            <a:extLst>
              <a:ext uri="{FF2B5EF4-FFF2-40B4-BE49-F238E27FC236}">
                <a16:creationId xmlns:a16="http://schemas.microsoft.com/office/drawing/2014/main" id="{1C667958-1234-4ACC-BB3B-4AE4D8BCA1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7" t="1191" r="3872" b="1714"/>
          <a:stretch/>
        </p:blipFill>
        <p:spPr>
          <a:xfrm>
            <a:off x="2525027" y="1058779"/>
            <a:ext cx="7141946" cy="49858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CC3D01-D449-407D-9028-534B7753E337}"/>
              </a:ext>
            </a:extLst>
          </p:cNvPr>
          <p:cNvSpPr txBox="1"/>
          <p:nvPr/>
        </p:nvSpPr>
        <p:spPr>
          <a:xfrm>
            <a:off x="1928327" y="322901"/>
            <a:ext cx="8192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What is a Reflection?</a:t>
            </a:r>
            <a:endParaRPr lang="ga-IE" sz="4000" b="1" dirty="0"/>
          </a:p>
        </p:txBody>
      </p:sp>
    </p:spTree>
    <p:extLst>
      <p:ext uri="{BB962C8B-B14F-4D97-AF65-F5344CB8AC3E}">
        <p14:creationId xmlns:p14="http://schemas.microsoft.com/office/powerpoint/2010/main" val="310640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all, black, light, player&#10;&#10;Description automatically generated">
            <a:extLst>
              <a:ext uri="{FF2B5EF4-FFF2-40B4-BE49-F238E27FC236}">
                <a16:creationId xmlns:a16="http://schemas.microsoft.com/office/drawing/2014/main" id="{46E55533-FC80-43DA-8B7E-3F1D02981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434" y="913820"/>
            <a:ext cx="3676129" cy="517108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8093A2-55B8-4817-AA7A-0EE2F6848027}"/>
              </a:ext>
            </a:extLst>
          </p:cNvPr>
          <p:cNvSpPr txBox="1"/>
          <p:nvPr/>
        </p:nvSpPr>
        <p:spPr>
          <a:xfrm>
            <a:off x="1403684" y="144379"/>
            <a:ext cx="9384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u="sng" dirty="0"/>
              <a:t>The Complex Conjugate</a:t>
            </a:r>
            <a:endParaRPr lang="ga-IE" sz="44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788F7-A5EA-4273-B92A-12478333C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563" y="3539262"/>
            <a:ext cx="4940715" cy="2145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7FC1AD-B2CA-4EA5-8B7C-659734D7E761}"/>
              </a:ext>
            </a:extLst>
          </p:cNvPr>
          <p:cNvSpPr txBox="1"/>
          <p:nvPr/>
        </p:nvSpPr>
        <p:spPr>
          <a:xfrm>
            <a:off x="596766" y="992745"/>
            <a:ext cx="61890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2400" dirty="0"/>
              <a:t>Every Complex number has a conjugate pair: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2400" dirty="0"/>
              <a:t>This is its reflection over the Real axis.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2400" dirty="0"/>
              <a:t>To calculate a conjugate you change the sign of the Imaginary part.</a:t>
            </a:r>
            <a:endParaRPr lang="ga-IE" sz="2400" dirty="0"/>
          </a:p>
        </p:txBody>
      </p:sp>
    </p:spTree>
    <p:extLst>
      <p:ext uri="{BB962C8B-B14F-4D97-AF65-F5344CB8AC3E}">
        <p14:creationId xmlns:p14="http://schemas.microsoft.com/office/powerpoint/2010/main" val="296321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GeoGebra for PowerPoint">
                <a:extLst>
                  <a:ext uri="{FF2B5EF4-FFF2-40B4-BE49-F238E27FC236}">
                    <a16:creationId xmlns:a16="http://schemas.microsoft.com/office/drawing/2014/main" id="{F04050A4-3DD8-4D71-A9FA-2351FF46E3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9383861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GeoGebra for PowerPoint">
                <a:extLst>
                  <a:ext uri="{FF2B5EF4-FFF2-40B4-BE49-F238E27FC236}">
                    <a16:creationId xmlns:a16="http://schemas.microsoft.com/office/drawing/2014/main" id="{F04050A4-3DD8-4D71-A9FA-2351FF46E3E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069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1B0FEC-1C54-47B5-BB6B-A9697D850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41" y="2357739"/>
            <a:ext cx="8762353" cy="37228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52F3C2-CC18-4709-BB79-A603BC7E6881}"/>
              </a:ext>
            </a:extLst>
          </p:cNvPr>
          <p:cNvSpPr txBox="1"/>
          <p:nvPr/>
        </p:nvSpPr>
        <p:spPr>
          <a:xfrm>
            <a:off x="1604214" y="515223"/>
            <a:ext cx="9336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i="1" dirty="0"/>
              <a:t>“…what about dividing a Complex number by another Complex number?”</a:t>
            </a:r>
            <a:endParaRPr lang="ga-IE" sz="36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673E5-393B-4C4A-990A-585846833B2C}"/>
              </a:ext>
            </a:extLst>
          </p:cNvPr>
          <p:cNvSpPr txBox="1"/>
          <p:nvPr/>
        </p:nvSpPr>
        <p:spPr>
          <a:xfrm>
            <a:off x="259882" y="1988407"/>
            <a:ext cx="986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feature of complex conjugate is very useful for division:</a:t>
            </a:r>
            <a:endParaRPr lang="ga-IE" dirty="0"/>
          </a:p>
        </p:txBody>
      </p:sp>
    </p:spTree>
    <p:extLst>
      <p:ext uri="{BB962C8B-B14F-4D97-AF65-F5344CB8AC3E}">
        <p14:creationId xmlns:p14="http://schemas.microsoft.com/office/powerpoint/2010/main" val="4188946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webextension1.xml><?xml version="1.0" encoding="utf-8"?>
<we:webextension xmlns:we="http://schemas.microsoft.com/office/webextensions/webextension/2010/11" id="{BBEC074A-C93C-43BC-8735-C4DF955CE8EC}">
  <we:reference id="wa104363477" version="1.0.0.3" store="en-001" storeType="OMEX"/>
  <we:alternateReferences>
    <we:reference id="wa104363477" version="1.0.0.3" store="wa104363477" storeType="OMEX"/>
  </we:alternateReferences>
  <we:properties>
    <we:property name="__labs__" value="{&quot;configuration&quot;:null,&quot;hostVersion&quot;:{&quot;major&quot;:0,&quot;minor&quot;:1}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</TotalTime>
  <Words>66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The Complex conjugate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Complex conjugate</dc:title>
  <dc:creator>Cian Lyons</dc:creator>
  <cp:lastModifiedBy>Cian Lyons</cp:lastModifiedBy>
  <cp:revision>4</cp:revision>
  <dcterms:created xsi:type="dcterms:W3CDTF">2020-04-22T18:30:43Z</dcterms:created>
  <dcterms:modified xsi:type="dcterms:W3CDTF">2020-04-22T18:52:36Z</dcterms:modified>
</cp:coreProperties>
</file>