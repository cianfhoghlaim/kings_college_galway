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80" r:id="rId2"/>
    <p:sldId id="277" r:id="rId3"/>
    <p:sldId id="294" r:id="rId4"/>
    <p:sldId id="295" r:id="rId5"/>
    <p:sldId id="293" r:id="rId6"/>
    <p:sldId id="283" r:id="rId7"/>
    <p:sldId id="284" r:id="rId8"/>
    <p:sldId id="285" r:id="rId9"/>
    <p:sldId id="28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D490"/>
    <a:srgbClr val="E5D1F7"/>
    <a:srgbClr val="81E58B"/>
    <a:srgbClr val="DCC2F4"/>
    <a:srgbClr val="6AFC90"/>
    <a:srgbClr val="6FCF51"/>
    <a:srgbClr val="FFFFAB"/>
    <a:srgbClr val="66FF66"/>
    <a:srgbClr val="FFFF5D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66" y="7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F030A-75ED-4BB7-9718-9A110C2A21A1}" type="datetimeFigureOut">
              <a:rPr lang="en-GB" smtClean="0"/>
              <a:pPr/>
              <a:t>25/04/2020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4D448-5E08-4323-96E0-1DBE422D60B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674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CE6C6-53E1-4A2D-A875-249D2A404BDF}" type="datetimeFigureOut">
              <a:rPr lang="en-MY" smtClean="0"/>
              <a:pPr/>
              <a:t>25/4/2020</a:t>
            </a:fld>
            <a:endParaRPr lang="en-MY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26F21-490C-4168-B24C-9A2E9E2D60E1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4416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Clipart – Questions Clipart</a:t>
            </a:r>
            <a:r>
              <a:rPr lang="en-US" altLang="en-US" baseline="0" dirty="0"/>
              <a:t> #</a:t>
            </a:r>
            <a:r>
              <a:rPr lang="en-US" altLang="en-US" dirty="0"/>
              <a:t>29226: taken from </a:t>
            </a:r>
            <a:r>
              <a:rPr lang="en-GB" altLang="en-US" dirty="0"/>
              <a:t>- h</a:t>
            </a:r>
            <a:r>
              <a:rPr lang="en-GB" dirty="0"/>
              <a:t>ttp://clipartix.com/questions-clipart-image-29226/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26F21-490C-4168-B24C-9A2E9E2D60E1}" type="slidenum">
              <a:rPr lang="en-MY" smtClean="0"/>
              <a:pPr/>
              <a:t>2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87276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Clipart - Light Bulb on : taken from - https://openclipart.org/detail/116581/light-bulb-onhttp://creativecommons.org/licenses/publicdomain/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26F21-490C-4168-B24C-9A2E9E2D60E1}" type="slidenum">
              <a:rPr lang="en-MY" smtClean="0"/>
              <a:pPr/>
              <a:t>5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40634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C6BC-1584-4BEF-89F6-4570EFA8B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7DABA-08A5-4523-9D77-9E43F15D0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05F2-FC3C-4FCA-802A-F909A9CC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59A38-1D67-4BCD-9DEF-7A91679D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0ED5-FBA3-43A7-AD22-63E3B4A9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3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2214-5147-45B0-93F7-A80664C9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7604-2AC3-48B3-812F-714D7C346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D75A8-8996-4FE1-ACF4-E78BA9410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7B56-74C0-4172-922A-29336E2F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B2CE-8CD9-423D-B7F7-87574D0F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47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8964-EAE4-455A-8C0B-04492E88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BA80A-8FE5-497C-BD17-14F32E5F9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1E78-2CC2-4346-96CC-4411E39F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A84AF-8799-4A35-9F32-F8F5459D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241E1-0F1E-4586-A915-26CC5C1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89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67B4-87E3-4ACF-8B69-09C024DD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D909C-A699-4F63-A103-E3E8AC613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5E3A4-E60F-4B90-9A3C-40747C8AD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D2805-D487-4006-A5CD-D14200E2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A75E8-D463-4A7B-949A-290420087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EFABA-A365-4736-86D3-703BEFF0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27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4721-9BA7-4534-8E99-882E1A2DB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099CC-436D-4F40-A3A7-C3D3AF243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FD5BA-1690-40B3-A51F-6857E9BEB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352D8-5C3C-4FE5-B71F-AB650CB50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B22AC-FF34-4A58-A2D0-5B65684BB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0F8C4-36FD-4848-9C81-23BECC02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FDB9E3-D2FE-4B51-B4F4-3A5BE35C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AE4F0-07F8-4844-8E1E-BCEE9214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82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0818-AC48-4F11-8573-0B6A93EE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5BF5F-A8DD-45B2-A5D6-8B5AD0F6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D7D04-B278-419C-92AD-B433E037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2879C-8EC2-490F-BD87-831BCA0B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49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5FE21F-0944-4DB3-949B-F0B809502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5F2CE-2776-4CC8-A701-8F917F30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C4645-2AAD-457B-A2C8-EF656456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692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DD71-FC2C-4EAF-9678-CE7C55714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EAD57-F803-4AA3-8686-FA0A9715E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27833-F9B6-499B-A5DA-3ABC544D4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8E86C-FFC4-4AE5-8B3E-20778D7A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C320A-38C6-4253-B0F9-E54E72B7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D589C-30B0-45FF-ADB2-17312288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6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4857-BD7B-4C9F-AB67-4A85A613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F9107-1B9D-4910-AE02-4F3325002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17654-B332-472A-AA52-2DD7194BF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9AAAA-81F4-4610-A93F-ABBD8CE4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2841E-05BB-4C21-A0DD-56936427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F1A0F-A153-4A37-8CCF-D88EC121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84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F5D5-CF19-4C50-9086-0133B903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4A09D-4037-4D26-A319-766449C2E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829DF-0540-4EE8-A063-16C83BC80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FF314-C118-4479-B836-A00BA38C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62BCB-0C03-4BC6-A181-0E465600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01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A3B690-2032-4137-99E8-0546C1F1A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20AD4-241B-4087-94B8-6E0B8E49A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942C2-4CD7-40DA-8CEC-F63E6EA4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576F6-40ED-490A-9C6A-CB914841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37AFD-9D86-4312-A503-5F40EFBC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58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778AA-C344-42DF-9F99-C70DEC58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3B34B-A3E6-48B9-B156-0C38BCFB8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AD867-3C5A-4DCD-BFDE-431AFA388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CEFAB-86B4-4991-828D-C8CFCC171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1C83F-31D8-4C74-B22B-49DC22BA1B1E}"/>
              </a:ext>
            </a:extLst>
          </p:cNvPr>
          <p:cNvSpPr txBox="1"/>
          <p:nvPr userDrawn="1"/>
        </p:nvSpPr>
        <p:spPr>
          <a:xfrm>
            <a:off x="4114800" y="109420"/>
            <a:ext cx="4953000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u="sng" dirty="0"/>
              <a:t>Lesson Objectives</a:t>
            </a:r>
            <a:r>
              <a:rPr lang="en-US" sz="1600" b="1" u="none" dirty="0"/>
              <a:t>:  </a:t>
            </a:r>
            <a:r>
              <a:rPr lang="en-US" sz="1600" b="1" dirty="0">
                <a:solidFill>
                  <a:srgbClr val="FF0000"/>
                </a:solidFill>
              </a:rPr>
              <a:t>To know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what the sine rule; </a:t>
            </a:r>
            <a:r>
              <a:rPr lang="en-US" sz="1600" b="1" dirty="0">
                <a:solidFill>
                  <a:srgbClr val="FF9900"/>
                </a:solidFill>
              </a:rPr>
              <a:t>To understand </a:t>
            </a:r>
            <a:r>
              <a:rPr lang="en-US" sz="1600" dirty="0">
                <a:solidFill>
                  <a:schemeClr val="tx1"/>
                </a:solidFill>
              </a:rPr>
              <a:t>when to use the sine rule; </a:t>
            </a:r>
            <a:r>
              <a:rPr lang="en-US" sz="1600" b="1" dirty="0">
                <a:solidFill>
                  <a:srgbClr val="00B050"/>
                </a:solidFill>
              </a:rPr>
              <a:t>To be able to </a:t>
            </a:r>
            <a:r>
              <a:rPr lang="en-US" sz="1600" dirty="0">
                <a:solidFill>
                  <a:schemeClr val="tx1"/>
                </a:solidFill>
              </a:rPr>
              <a:t>use the sine rule to find a missing side or angle</a:t>
            </a:r>
            <a:endParaRPr lang="en-MY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01B814-74DC-42E1-B0F6-12C58DF937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-7938"/>
            <a:ext cx="3329492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3600" b="1" dirty="0">
                <a:latin typeface="+mn-lt"/>
              </a:rPr>
              <a:t>Trig - Sine Rule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A5860D-FBE6-4F0F-BA3C-088B89E0ED44}"/>
              </a:ext>
            </a:extLst>
          </p:cNvPr>
          <p:cNvSpPr txBox="1"/>
          <p:nvPr userDrawn="1"/>
        </p:nvSpPr>
        <p:spPr>
          <a:xfrm>
            <a:off x="-304800" y="6626423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/>
              <a:t>©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F269F1-8C20-4DDB-9436-FD90FED7943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6489992"/>
            <a:ext cx="1176656" cy="36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3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8.JPG"/><Relationship Id="rId2" Type="http://schemas.openxmlformats.org/officeDocument/2006/relationships/tags" Target="../tags/tag2.xml"/><Relationship Id="rId16" Type="http://schemas.openxmlformats.org/officeDocument/2006/relationships/notesSlide" Target="../notesSlides/notesSlide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1.JPG"/><Relationship Id="rId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739293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37E23D-D280-4493-B5F1-CCDCF34A0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93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83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64295D-E66C-47FE-A90F-4E93A1BB7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202" y="4604553"/>
            <a:ext cx="3663595" cy="18385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3160A8-1E71-499A-BF81-6B3637E88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5400"/>
            <a:ext cx="5605522" cy="541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B0FA10-64A3-4786-935E-E3A94EE4D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449" y="2079374"/>
            <a:ext cx="4077099" cy="22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60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Freeform 4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4862102" y="1668861"/>
            <a:ext cx="3384550" cy="1803315"/>
          </a:xfrm>
          <a:custGeom>
            <a:avLst/>
            <a:gdLst>
              <a:gd name="T0" fmla="*/ 0 w 2132"/>
              <a:gd name="T1" fmla="*/ 1270 h 1270"/>
              <a:gd name="T2" fmla="*/ 2132 w 2132"/>
              <a:gd name="T3" fmla="*/ 1270 h 1270"/>
              <a:gd name="T4" fmla="*/ 1406 w 2132"/>
              <a:gd name="T5" fmla="*/ 0 h 1270"/>
              <a:gd name="T6" fmla="*/ 0 w 2132"/>
              <a:gd name="T7" fmla="*/ 1270 h 1270"/>
              <a:gd name="T8" fmla="*/ 0 60000 65536"/>
              <a:gd name="T9" fmla="*/ 0 60000 65536"/>
              <a:gd name="T10" fmla="*/ 0 60000 65536"/>
              <a:gd name="T11" fmla="*/ 0 60000 65536"/>
              <a:gd name="T12" fmla="*/ 0 w 2132"/>
              <a:gd name="T13" fmla="*/ 0 h 1270"/>
              <a:gd name="T14" fmla="*/ 2132 w 2132"/>
              <a:gd name="T15" fmla="*/ 1270 h 12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32" h="1270">
                <a:moveTo>
                  <a:pt x="0" y="1270"/>
                </a:moveTo>
                <a:lnTo>
                  <a:pt x="2132" y="1270"/>
                </a:lnTo>
                <a:lnTo>
                  <a:pt x="1406" y="0"/>
                </a:lnTo>
                <a:lnTo>
                  <a:pt x="0" y="127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38100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MY" sz="2000" dirty="0"/>
          </a:p>
        </p:txBody>
      </p:sp>
      <p:sp>
        <p:nvSpPr>
          <p:cNvPr id="512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85326" y="3254734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5126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279346" y="3210566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5127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62800" y="1170927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5128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724326" y="2219723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5129" name="Rectangle 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20083" y="2243536"/>
            <a:ext cx="369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5130" name="Rectangle 1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323912" y="3428108"/>
            <a:ext cx="3630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CAB3F4A5-BFE6-498B-B700-96F2D5621F94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170525" y="4527241"/>
            <a:ext cx="3384550" cy="1803315"/>
          </a:xfrm>
          <a:custGeom>
            <a:avLst/>
            <a:gdLst>
              <a:gd name="T0" fmla="*/ 0 w 2132"/>
              <a:gd name="T1" fmla="*/ 1270 h 1270"/>
              <a:gd name="T2" fmla="*/ 2132 w 2132"/>
              <a:gd name="T3" fmla="*/ 1270 h 1270"/>
              <a:gd name="T4" fmla="*/ 1406 w 2132"/>
              <a:gd name="T5" fmla="*/ 0 h 1270"/>
              <a:gd name="T6" fmla="*/ 0 w 2132"/>
              <a:gd name="T7" fmla="*/ 1270 h 1270"/>
              <a:gd name="T8" fmla="*/ 0 60000 65536"/>
              <a:gd name="T9" fmla="*/ 0 60000 65536"/>
              <a:gd name="T10" fmla="*/ 0 60000 65536"/>
              <a:gd name="T11" fmla="*/ 0 60000 65536"/>
              <a:gd name="T12" fmla="*/ 0 w 2132"/>
              <a:gd name="T13" fmla="*/ 0 h 1270"/>
              <a:gd name="T14" fmla="*/ 2132 w 2132"/>
              <a:gd name="T15" fmla="*/ 1270 h 12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32" h="1270">
                <a:moveTo>
                  <a:pt x="0" y="1270"/>
                </a:moveTo>
                <a:lnTo>
                  <a:pt x="2132" y="1270"/>
                </a:lnTo>
                <a:lnTo>
                  <a:pt x="1406" y="0"/>
                </a:lnTo>
                <a:lnTo>
                  <a:pt x="0" y="127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38100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MY" sz="2000" dirty="0"/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0C8F6F9B-6CD4-4D99-BEB8-80B7C35FEBA5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693749" y="6113114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45940A64-B8F9-4AFC-9EAB-7F9CCB35A351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367625" y="4085033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23" name="Text Box 7">
            <a:extLst>
              <a:ext uri="{FF2B5EF4-FFF2-40B4-BE49-F238E27FC236}">
                <a16:creationId xmlns:a16="http://schemas.microsoft.com/office/drawing/2014/main" id="{507026CC-EB03-493F-A29F-9B94A2B9B687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555075" y="6221835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5BD50F3-F8B2-4F34-80D6-EA61F63C73FC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032749" y="5078103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E85A0819-783C-4CA8-A3F5-DEB11D3B6AA5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45733" y="6382011"/>
            <a:ext cx="369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8DB8744-8BA2-4A05-8D9A-B0852A0B19F2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013449" y="4939339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9161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  <p:bldP spid="5126" grpId="0"/>
      <p:bldP spid="5127" grpId="0"/>
      <p:bldP spid="5128" grpId="0"/>
      <p:bldP spid="5129" grpId="0"/>
      <p:bldP spid="513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>
            <p:custDataLst>
              <p:tags r:id="rId2"/>
            </p:custDataLst>
          </p:nvPr>
        </p:nvSpPr>
        <p:spPr>
          <a:xfrm>
            <a:off x="2438400" y="3173705"/>
            <a:ext cx="76200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>
            <p:custDataLst>
              <p:tags r:id="rId3"/>
            </p:custDataLst>
          </p:nvPr>
        </p:nvSpPr>
        <p:spPr>
          <a:xfrm>
            <a:off x="3200400" y="2335505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26" name="Object 12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91433469"/>
              </p:ext>
            </p:extLst>
          </p:nvPr>
        </p:nvGraphicFramePr>
        <p:xfrm>
          <a:off x="685800" y="5069311"/>
          <a:ext cx="35290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5" name="Equation" r:id="rId15" imgW="1371600" imgH="393700" progId="Equation.3">
                  <p:embed/>
                </p:oleObj>
              </mc:Choice>
              <mc:Fallback>
                <p:oleObj name="Equation" r:id="rId15" imgW="1371600" imgH="393700" progId="Equation.3">
                  <p:embed/>
                  <p:pic>
                    <p:nvPicPr>
                      <p:cNvPr id="51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069311"/>
                        <a:ext cx="3529012" cy="1004887"/>
                      </a:xfrm>
                      <a:prstGeom prst="rect">
                        <a:avLst/>
                      </a:prstGeom>
                      <a:solidFill>
                        <a:srgbClr val="E5D1F7"/>
                      </a:solidFill>
                      <a:ln w="2857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Oval 26"/>
          <p:cNvSpPr/>
          <p:nvPr>
            <p:custDataLst>
              <p:tags r:id="rId5"/>
            </p:custDataLst>
          </p:nvPr>
        </p:nvSpPr>
        <p:spPr>
          <a:xfrm>
            <a:off x="5312569" y="3638555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>
            <p:custDataLst>
              <p:tags r:id="rId6"/>
            </p:custDataLst>
          </p:nvPr>
        </p:nvSpPr>
        <p:spPr>
          <a:xfrm>
            <a:off x="5610290" y="2845110"/>
            <a:ext cx="762000" cy="762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>
            <p:custDataLst>
              <p:tags r:id="rId7"/>
            </p:custDataLst>
          </p:nvPr>
        </p:nvSpPr>
        <p:spPr>
          <a:xfrm>
            <a:off x="616336" y="5570009"/>
            <a:ext cx="106680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0" name="Oval 29"/>
          <p:cNvSpPr/>
          <p:nvPr>
            <p:custDataLst>
              <p:tags r:id="rId8"/>
            </p:custDataLst>
          </p:nvPr>
        </p:nvSpPr>
        <p:spPr>
          <a:xfrm>
            <a:off x="2037148" y="4899954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1" name="Oval 30"/>
          <p:cNvSpPr/>
          <p:nvPr>
            <p:custDataLst>
              <p:tags r:id="rId9"/>
            </p:custDataLst>
          </p:nvPr>
        </p:nvSpPr>
        <p:spPr>
          <a:xfrm>
            <a:off x="1908561" y="5531909"/>
            <a:ext cx="122555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2" name="Oval 31"/>
          <p:cNvSpPr/>
          <p:nvPr>
            <p:custDataLst>
              <p:tags r:id="rId10"/>
            </p:custDataLst>
          </p:nvPr>
        </p:nvSpPr>
        <p:spPr>
          <a:xfrm>
            <a:off x="768736" y="4950142"/>
            <a:ext cx="762000" cy="762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grpSp>
        <p:nvGrpSpPr>
          <p:cNvPr id="37" name="Group 36"/>
          <p:cNvGrpSpPr/>
          <p:nvPr>
            <p:custDataLst>
              <p:tags r:id="rId11"/>
            </p:custDataLst>
          </p:nvPr>
        </p:nvGrpSpPr>
        <p:grpSpPr>
          <a:xfrm>
            <a:off x="5029200" y="5051793"/>
            <a:ext cx="3429000" cy="1077218"/>
            <a:chOff x="4572000" y="5029200"/>
            <a:chExt cx="3429000" cy="1077218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0" name="TextBox 19"/>
            <p:cNvSpPr txBox="1"/>
            <p:nvPr/>
          </p:nvSpPr>
          <p:spPr>
            <a:xfrm>
              <a:off x="4572000" y="5029200"/>
              <a:ext cx="3429000" cy="1077218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/>
                <a:t>x                    10</a:t>
              </a:r>
            </a:p>
            <a:p>
              <a:pPr algn="ctr"/>
              <a:r>
                <a:rPr lang="en-GB" sz="3200" dirty="0"/>
                <a:t>sin40°            sin65°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922169" y="5225997"/>
              <a:ext cx="669131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dirty="0"/>
                <a:t>=</a:t>
              </a:r>
              <a:endParaRPr lang="en-GB" b="1" dirty="0"/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4695031" y="5581133"/>
              <a:ext cx="930275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6781800" y="5581133"/>
              <a:ext cx="930275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>
            <p:custDataLst>
              <p:tags r:id="rId12"/>
            </p:custDataLst>
          </p:nvPr>
        </p:nvSpPr>
        <p:spPr>
          <a:xfrm>
            <a:off x="4300538" y="5248590"/>
            <a:ext cx="669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=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7380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>
            <p:custDataLst>
              <p:tags r:id="rId1"/>
            </p:custDataLst>
          </p:nvPr>
        </p:nvGrpSpPr>
        <p:grpSpPr>
          <a:xfrm>
            <a:off x="610357" y="3124200"/>
            <a:ext cx="4434864" cy="1077218"/>
            <a:chOff x="990600" y="3048000"/>
            <a:chExt cx="4953000" cy="1077218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7" name="Group 6"/>
            <p:cNvGrpSpPr/>
            <p:nvPr/>
          </p:nvGrpSpPr>
          <p:grpSpPr>
            <a:xfrm>
              <a:off x="990600" y="3048000"/>
              <a:ext cx="4953000" cy="1077218"/>
              <a:chOff x="4572000" y="5029200"/>
              <a:chExt cx="3429000" cy="1077218"/>
            </a:xfrm>
            <a:grpFill/>
          </p:grpSpPr>
          <p:sp>
            <p:nvSpPr>
              <p:cNvPr id="8" name="TextBox 7"/>
              <p:cNvSpPr txBox="1"/>
              <p:nvPr/>
            </p:nvSpPr>
            <p:spPr>
              <a:xfrm>
                <a:off x="4572000" y="5029200"/>
                <a:ext cx="3429000" cy="1077218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     x                    </a:t>
                </a:r>
              </a:p>
              <a:p>
                <a:r>
                  <a:rPr lang="en-GB" sz="3200" dirty="0"/>
                  <a:t>  sin40°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709485" y="5210551"/>
                <a:ext cx="505516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600" b="1" dirty="0"/>
                  <a:t>=</a:t>
                </a:r>
                <a:endParaRPr lang="en-GB" b="1" dirty="0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 flipV="1">
                <a:off x="4695031" y="5567809"/>
                <a:ext cx="676411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/>
            <p:cNvSpPr/>
            <p:nvPr/>
          </p:nvSpPr>
          <p:spPr>
            <a:xfrm>
              <a:off x="3208320" y="3260128"/>
              <a:ext cx="2501387" cy="58477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GB" sz="3200" dirty="0"/>
                <a:t>11.033779…</a:t>
              </a:r>
            </a:p>
          </p:txBody>
        </p:sp>
      </p:grpSp>
      <p:sp>
        <p:nvSpPr>
          <p:cNvPr id="18" name="TextBox 17"/>
          <p:cNvSpPr txBox="1"/>
          <p:nvPr>
            <p:custDataLst>
              <p:tags r:id="rId2"/>
            </p:custDataLst>
          </p:nvPr>
        </p:nvSpPr>
        <p:spPr>
          <a:xfrm>
            <a:off x="604679" y="4507462"/>
            <a:ext cx="4434864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dirty="0"/>
              <a:t> x  = 11.033779…</a:t>
            </a:r>
            <a:r>
              <a:rPr lang="en-GB" sz="3200" dirty="0">
                <a:solidFill>
                  <a:srgbClr val="00B0F0"/>
                </a:solidFill>
              </a:rPr>
              <a:t> </a:t>
            </a:r>
            <a:r>
              <a:rPr lang="en-GB" sz="3200" b="1" dirty="0">
                <a:solidFill>
                  <a:srgbClr val="0070C0"/>
                </a:solidFill>
              </a:rPr>
              <a:t>x</a:t>
            </a:r>
            <a:r>
              <a:rPr lang="en-GB" sz="3200" dirty="0">
                <a:solidFill>
                  <a:srgbClr val="00B0F0"/>
                </a:solidFill>
              </a:rPr>
              <a:t> </a:t>
            </a:r>
            <a:r>
              <a:rPr lang="en-GB" sz="3200" dirty="0"/>
              <a:t>sin40°</a:t>
            </a:r>
          </a:p>
        </p:txBody>
      </p:sp>
      <p:sp>
        <p:nvSpPr>
          <p:cNvPr id="21" name="TextBox 20"/>
          <p:cNvSpPr txBox="1"/>
          <p:nvPr>
            <p:custDataLst>
              <p:tags r:id="rId3"/>
            </p:custDataLst>
          </p:nvPr>
        </p:nvSpPr>
        <p:spPr>
          <a:xfrm>
            <a:off x="604679" y="5562600"/>
            <a:ext cx="4434864" cy="584775"/>
          </a:xfrm>
          <a:prstGeom prst="rect">
            <a:avLst/>
          </a:prstGeom>
          <a:solidFill>
            <a:srgbClr val="81E58B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dirty="0"/>
              <a:t>     </a:t>
            </a:r>
            <a:r>
              <a:rPr lang="en-GB" sz="3200" b="1" dirty="0"/>
              <a:t>x  = 7.09 cm</a:t>
            </a:r>
            <a:r>
              <a:rPr lang="en-GB" sz="3200" dirty="0"/>
              <a:t> (to 3.s.f.)</a:t>
            </a:r>
          </a:p>
        </p:txBody>
      </p:sp>
    </p:spTree>
    <p:extLst>
      <p:ext uri="{BB962C8B-B14F-4D97-AF65-F5344CB8AC3E}">
        <p14:creationId xmlns:p14="http://schemas.microsoft.com/office/powerpoint/2010/main" val="83886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263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2657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</TotalTime>
  <Words>98</Words>
  <Application>Microsoft Office PowerPoint</Application>
  <PresentationFormat>On-screen Show (4:3)</PresentationFormat>
  <Paragraphs>26</Paragraphs>
  <Slides>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Alfer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 A J Ferris</dc:creator>
  <cp:lastModifiedBy>Cian Lyons</cp:lastModifiedBy>
  <cp:revision>108</cp:revision>
  <dcterms:created xsi:type="dcterms:W3CDTF">2006-08-16T00:00:00Z</dcterms:created>
  <dcterms:modified xsi:type="dcterms:W3CDTF">2020-04-25T11:42:18Z</dcterms:modified>
</cp:coreProperties>
</file>