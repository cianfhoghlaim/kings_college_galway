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2" r:id="rId6"/>
    <p:sldId id="261" r:id="rId7"/>
    <p:sldId id="259" r:id="rId8"/>
    <p:sldId id="260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ga-I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>
        <p:scale>
          <a:sx n="33" d="100"/>
          <a:sy n="33" d="100"/>
        </p:scale>
        <p:origin x="438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93675-21E8-4666-9AF7-3F289DFCB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DF648-CE68-49F0-A92F-0294017A6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93018-8AC5-463D-8CCB-2CBFA1CE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AE055-4279-4BE9-9867-59EDB833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CC090-0FB4-45CF-BA79-670225C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401965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A4E9-A48D-471C-9018-4092E8B9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1D84E-87F3-432F-8735-3BC91EA86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393FF-2FF6-440B-A2BA-0FAA16CA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964E-D8C2-4496-9DC9-B6BB74A5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68CB0-D708-4CBD-AE8D-D3560568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132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8104-AAF9-4940-9135-2BB3982C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EEF47-85CF-4538-8B15-A0835733F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0D7EB-4164-4991-9124-F63E938A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C8D34-9A9A-4C4F-8D09-C6C76253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2D78D-376D-46F8-952D-3E9DB193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58326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1F7A-4E05-490D-A4DE-DBED67E8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FA06F-9CBF-4A3B-8351-1BC3E0AF9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D2760-4413-407F-A1C9-EC3A53C3F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9D19D-577B-43A9-90AC-8E0B08CF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24936-08E7-4962-B149-3BF2B56B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1B6FA-514B-47E8-9627-2A7943E0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2672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51C3-5F84-49B3-B949-FFDDF183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3CF46-4940-432D-BDB5-6E57FB989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262B9-E49D-464D-82DE-6C4C0139D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DD33A-CBCC-4427-BA8D-8E1D0487B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CC925E-B445-4755-AC8C-8617C6F43F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9444D-BF2C-4C09-B2D0-22E054D9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CB7DFD-7662-42B0-81FC-51E04BED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43E62-EAC1-4ACB-9347-AE8489D19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22111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FBCE7-34A3-4C66-9294-2B3018AE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AA40D7-7F89-4919-903B-3BA7878B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7C8FD-EB42-4F53-B5C0-AC4907F5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70469-8024-44B5-AF98-8FC9A625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14436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FC7F45-ABD3-4B95-A3B8-ADDBDA390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531EE9-54B5-44B0-8750-354739A9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F276B-391E-4E65-B427-54E02D5F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379162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03AB-EF45-43EC-9E04-204171EF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5C061-18D8-4777-AADB-EAA7BFAEB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6A309-5333-417B-8536-23810C4F9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6A86D-5F06-47CE-AC40-D10AC141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37693-C460-4D2B-8557-AF95D6538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7BD11-ED2A-434F-B84A-312D8846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43305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8D1A-81C8-43B9-92EC-4B08505E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38B69-EE18-4CDE-B5CD-39247BDA1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ga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3564-42BF-448B-9B7C-A39F65723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D7F54-E4C2-424F-8506-1AD11DFE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9B96C-631D-4192-9B90-C65A4D24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3839-BBBD-40CD-BCC0-C18D85F3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66842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39F7-71C8-4C78-B6D4-80A2D89A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319A1-B80F-4015-98EC-68FF43D57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1B9B9-601D-4B1E-A86B-684CDC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75644-C40D-4C71-9B37-9FBB84DA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8C3C2-6BCA-4136-8C0D-BEF35D8A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77127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D6F2EA-CC0D-47EF-BB8B-697DF6A18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7224F-B9DB-4DD7-92DA-690D40C92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E4442-0C71-4499-96E1-63CAA03B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D2B7B-3141-48D7-A116-52742E2F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A9496-F05F-468E-AEAF-E6A037B2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08891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052F4-2477-44A6-AD41-62ACC548C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ga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BB5E6-C59C-4755-9202-C8F78E3A3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A6BC6-CC90-4B13-BFCB-700724EFD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91E56-3B41-4885-977D-E030B1EB9F95}" type="datetimeFigureOut">
              <a:rPr lang="ga-IE" smtClean="0"/>
              <a:t>10/03/2020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015C3-4B80-477B-9C98-2846C8685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B8E53-A5B8-436A-B1BA-3A6D1E3A7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DBFE2-0DAC-45C8-8CB2-A277621B289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04547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ga-I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room&#10;&#10;Description automatically generated">
            <a:extLst>
              <a:ext uri="{FF2B5EF4-FFF2-40B4-BE49-F238E27FC236}">
                <a16:creationId xmlns:a16="http://schemas.microsoft.com/office/drawing/2014/main" id="{BE449440-3FDD-4C7F-BE4E-D7990B9507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19"/>
          <a:stretch/>
        </p:blipFill>
        <p:spPr>
          <a:xfrm>
            <a:off x="20" y="10"/>
            <a:ext cx="12191980" cy="4571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40CA114-B78B-4E3B-A785-96745276B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92000" cy="22855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2E347-B63E-4AB4-AD91-3E8D0BADF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6" y="5091762"/>
            <a:ext cx="7834193" cy="1264588"/>
          </a:xfrm>
        </p:spPr>
        <p:txBody>
          <a:bodyPr anchor="ctr">
            <a:normAutofit/>
          </a:bodyPr>
          <a:lstStyle/>
          <a:p>
            <a:pPr algn="r"/>
            <a:r>
              <a:rPr lang="en-GB" sz="5100"/>
              <a:t>Re- Introduction to Statistics</a:t>
            </a:r>
            <a:endParaRPr lang="ga-IE" sz="51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26E481-B945-4179-BD79-05E96E9B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569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69065BF9-36AC-4B49-9A65-DBBCA675F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175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3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7D2E1-33D3-49D1-AF7C-9D8B612B8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400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 fontScale="90000"/>
          </a:bodyPr>
          <a:lstStyle/>
          <a:p>
            <a:pPr algn="ctr"/>
            <a:r>
              <a:rPr lang="en-GB" sz="4800" dirty="0">
                <a:solidFill>
                  <a:srgbClr val="FFFFFF"/>
                </a:solidFill>
              </a:rPr>
              <a:t>Uses of data?</a:t>
            </a:r>
            <a:endParaRPr lang="ga-IE" sz="4800" dirty="0">
              <a:solidFill>
                <a:srgbClr val="FFFFFF"/>
              </a:solidFill>
            </a:endParaRP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E9B5DE0E-F30F-43A7-88EA-781E52FDB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313" y="1206500"/>
            <a:ext cx="2036763" cy="2403475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313CCD34-FED4-48B3-AD46-52A241CF8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386" y="3652451"/>
            <a:ext cx="2635250" cy="1955800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3312C111-8442-440F-9FFD-7F1E11E41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406" y="3692525"/>
            <a:ext cx="2633663" cy="1955800"/>
          </a:xfrm>
          <a:prstGeom prst="rect">
            <a:avLst/>
          </a:prstGeom>
        </p:spPr>
      </p:pic>
      <p:pic>
        <p:nvPicPr>
          <p:cNvPr id="19" name="Content Placeholder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E3D12263-76BE-43DB-BDC5-ED18A237E2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168" y="1739900"/>
            <a:ext cx="1425575" cy="1425575"/>
          </a:xfr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9AC6AD7D-BCE9-45BB-85B8-AE5E652616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04" y="2716212"/>
            <a:ext cx="1425575" cy="1425575"/>
          </a:xfrm>
          <a:prstGeom prst="rect">
            <a:avLst/>
          </a:prstGeom>
        </p:spPr>
      </p:pic>
      <p:pic>
        <p:nvPicPr>
          <p:cNvPr id="23" name="Picture 22" descr="A picture containing drawing&#10;&#10;Description automatically generated">
            <a:extLst>
              <a:ext uri="{FF2B5EF4-FFF2-40B4-BE49-F238E27FC236}">
                <a16:creationId xmlns:a16="http://schemas.microsoft.com/office/drawing/2014/main" id="{EB756370-158F-44EF-8B48-270FEC00D4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636" y="4373637"/>
            <a:ext cx="1425575" cy="1425575"/>
          </a:xfrm>
          <a:prstGeom prst="rect">
            <a:avLst/>
          </a:prstGeom>
        </p:spPr>
      </p:pic>
      <p:pic>
        <p:nvPicPr>
          <p:cNvPr id="26" name="Picture 25" descr="A close up of a logo&#10;&#10;Description automatically generated">
            <a:extLst>
              <a:ext uri="{FF2B5EF4-FFF2-40B4-BE49-F238E27FC236}">
                <a16:creationId xmlns:a16="http://schemas.microsoft.com/office/drawing/2014/main" id="{390FB4BB-E50D-43EB-8753-97D0A16052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349" y="891382"/>
            <a:ext cx="3232150" cy="240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0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4C483-35EF-4C64-8F4B-3D5D5E30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740A3-6D32-46F9-AA1B-9A041249C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B10D3-8614-432E-B424-EEAF6200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331"/>
            <a:ext cx="12335880" cy="43513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0DB0B3-F825-48B0-8621-5E56CA4D937F}"/>
              </a:ext>
            </a:extLst>
          </p:cNvPr>
          <p:cNvSpPr/>
          <p:nvPr/>
        </p:nvSpPr>
        <p:spPr>
          <a:xfrm>
            <a:off x="0" y="3777916"/>
            <a:ext cx="3705726" cy="19616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93903-A7F1-44FC-A5A9-B80B2A0F1A89}"/>
              </a:ext>
            </a:extLst>
          </p:cNvPr>
          <p:cNvSpPr/>
          <p:nvPr/>
        </p:nvSpPr>
        <p:spPr>
          <a:xfrm>
            <a:off x="8446168" y="3777916"/>
            <a:ext cx="3745832" cy="21656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94754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DF851-7A93-4C66-920E-4017D966F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31150F5-C864-4EBD-B0CA-C511B22A3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669323"/>
              </p:ext>
            </p:extLst>
          </p:nvPr>
        </p:nvGraphicFramePr>
        <p:xfrm>
          <a:off x="619432" y="1261745"/>
          <a:ext cx="10734368" cy="5231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7184">
                  <a:extLst>
                    <a:ext uri="{9D8B030D-6E8A-4147-A177-3AD203B41FA5}">
                      <a16:colId xmlns:a16="http://schemas.microsoft.com/office/drawing/2014/main" val="3222988490"/>
                    </a:ext>
                  </a:extLst>
                </a:gridCol>
                <a:gridCol w="5367184">
                  <a:extLst>
                    <a:ext uri="{9D8B030D-6E8A-4147-A177-3AD203B41FA5}">
                      <a16:colId xmlns:a16="http://schemas.microsoft.com/office/drawing/2014/main" val="1490778732"/>
                    </a:ext>
                  </a:extLst>
                </a:gridCol>
              </a:tblGrid>
              <a:tr h="904632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/>
                        <a:t>Qualitative Data</a:t>
                      </a:r>
                      <a:endParaRPr lang="ga-IE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/>
                        <a:t>Quantitative Data</a:t>
                      </a:r>
                      <a:endParaRPr lang="ga-IE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02529"/>
                  </a:ext>
                </a:extLst>
              </a:tr>
              <a:tr h="668641">
                <a:tc>
                  <a:txBody>
                    <a:bodyPr/>
                    <a:lstStyle/>
                    <a:p>
                      <a:r>
                        <a:rPr lang="en-GB" sz="2800" dirty="0"/>
                        <a:t>Deals with descriptions.</a:t>
                      </a:r>
                      <a:endParaRPr lang="ga-IE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Deals with numbers.</a:t>
                      </a:r>
                      <a:endParaRPr lang="ga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30719"/>
                  </a:ext>
                </a:extLst>
              </a:tr>
              <a:tr h="1219286">
                <a:tc>
                  <a:txBody>
                    <a:bodyPr/>
                    <a:lstStyle/>
                    <a:p>
                      <a:r>
                        <a:rPr lang="en-GB" sz="2800" dirty="0"/>
                        <a:t>Data can be observed but not measured.</a:t>
                      </a:r>
                      <a:endParaRPr lang="ga-IE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Data which can be measured.</a:t>
                      </a:r>
                      <a:endParaRPr lang="ga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37015"/>
                  </a:ext>
                </a:extLst>
              </a:tr>
              <a:tr h="1769931">
                <a:tc>
                  <a:txBody>
                    <a:bodyPr/>
                    <a:lstStyle/>
                    <a:p>
                      <a:r>
                        <a:rPr lang="en-GB" sz="2800" dirty="0"/>
                        <a:t>Colours, textures, smells, tastes, appearance, opinions, etc.</a:t>
                      </a:r>
                      <a:endParaRPr lang="ga-IE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Length, height, area, volume, weight, speed, time, temperature, sound levels, cost, ages etc.</a:t>
                      </a:r>
                      <a:endParaRPr lang="ga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635966"/>
                  </a:ext>
                </a:extLst>
              </a:tr>
              <a:tr h="668641"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FF0000"/>
                          </a:solidFill>
                        </a:rPr>
                        <a:t>Qualit</a:t>
                      </a:r>
                      <a:r>
                        <a:rPr lang="en-GB" sz="2800" b="1" dirty="0"/>
                        <a:t>ative -&gt; </a:t>
                      </a:r>
                      <a:r>
                        <a:rPr lang="en-GB" sz="2800" b="1" dirty="0">
                          <a:solidFill>
                            <a:srgbClr val="FF0000"/>
                          </a:solidFill>
                        </a:rPr>
                        <a:t>Quality</a:t>
                      </a:r>
                      <a:endParaRPr lang="ga-IE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FF0000"/>
                          </a:solidFill>
                        </a:rPr>
                        <a:t>Quant</a:t>
                      </a:r>
                      <a:r>
                        <a:rPr lang="en-GB" sz="2800" b="1" dirty="0"/>
                        <a:t>itative -&gt; </a:t>
                      </a:r>
                      <a:r>
                        <a:rPr lang="en-GB" sz="2800" b="1" dirty="0">
                          <a:solidFill>
                            <a:srgbClr val="FF0000"/>
                          </a:solidFill>
                        </a:rPr>
                        <a:t>Quantity</a:t>
                      </a:r>
                      <a:endParaRPr lang="ga-IE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24340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2893195-39BC-4D14-81A1-F39DDDBECFFD}"/>
              </a:ext>
            </a:extLst>
          </p:cNvPr>
          <p:cNvSpPr/>
          <p:nvPr/>
        </p:nvSpPr>
        <p:spPr>
          <a:xfrm>
            <a:off x="619432" y="2153265"/>
            <a:ext cx="10734368" cy="6489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3AECCA-E348-4B65-8766-A6B80487B2D3}"/>
              </a:ext>
            </a:extLst>
          </p:cNvPr>
          <p:cNvSpPr/>
          <p:nvPr/>
        </p:nvSpPr>
        <p:spPr>
          <a:xfrm>
            <a:off x="619432" y="4074805"/>
            <a:ext cx="10734368" cy="17655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623A93-6D20-4FDD-B842-7E1E13E7107F}"/>
              </a:ext>
            </a:extLst>
          </p:cNvPr>
          <p:cNvSpPr/>
          <p:nvPr/>
        </p:nvSpPr>
        <p:spPr>
          <a:xfrm>
            <a:off x="619432" y="2842189"/>
            <a:ext cx="10734368" cy="12136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63A80B-E159-476F-A7C0-2F2D13185AB1}"/>
              </a:ext>
            </a:extLst>
          </p:cNvPr>
          <p:cNvSpPr/>
          <p:nvPr/>
        </p:nvSpPr>
        <p:spPr>
          <a:xfrm>
            <a:off x="619432" y="5886066"/>
            <a:ext cx="10734368" cy="6468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425369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248FA5D8-448D-406F-BE98-5931018FB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47" y="1694845"/>
            <a:ext cx="10812052" cy="516315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8A60923-C575-44CA-A191-F6912E441B63}"/>
              </a:ext>
            </a:extLst>
          </p:cNvPr>
          <p:cNvSpPr/>
          <p:nvPr/>
        </p:nvSpPr>
        <p:spPr>
          <a:xfrm>
            <a:off x="1091379" y="2250128"/>
            <a:ext cx="10262421" cy="247035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7DF51-B4F3-4D54-8B70-136CC5B3888C}"/>
              </a:ext>
            </a:extLst>
          </p:cNvPr>
          <p:cNvSpPr/>
          <p:nvPr/>
        </p:nvSpPr>
        <p:spPr>
          <a:xfrm>
            <a:off x="1091378" y="5150598"/>
            <a:ext cx="10262421" cy="164306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8B5E2-E766-4DEE-861D-F2E95528864A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solidFill>
              <a:srgbClr val="FF0000"/>
            </a:solidFill>
          </a:ln>
        </p:spPr>
        <p:txBody>
          <a:bodyPr/>
          <a:lstStyle/>
          <a:p>
            <a:pPr algn="ctr"/>
            <a:r>
              <a:rPr lang="en-GB" b="1" dirty="0"/>
              <a:t>Qualitative and Quantitative Data</a:t>
            </a:r>
            <a:endParaRPr lang="ga-IE" b="1" dirty="0"/>
          </a:p>
        </p:txBody>
      </p:sp>
    </p:spTree>
    <p:extLst>
      <p:ext uri="{BB962C8B-B14F-4D97-AF65-F5344CB8AC3E}">
        <p14:creationId xmlns:p14="http://schemas.microsoft.com/office/powerpoint/2010/main" val="65570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561447-1B14-4CA6-B820-C1C79D24B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Accuracy of Data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4EC86C05-5DDF-4CB4-9A6B-067D632D5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680" y="2426817"/>
            <a:ext cx="5180993" cy="399763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BDEC1D-9F64-435B-9FD3-75C6268E8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51" y="2891158"/>
            <a:ext cx="5455917" cy="30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60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662795" y="-3745097"/>
            <a:ext cx="1354979" cy="10750169"/>
          </a:xfrm>
          <a:prstGeom prst="downArrow">
            <a:avLst>
              <a:gd name="adj1" fmla="val 100000"/>
              <a:gd name="adj2" fmla="val 22582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F5649-EC9A-4A4E-861A-7CF4ECC2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2" y="1204109"/>
            <a:ext cx="10023398" cy="8578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Visualising and Analysing Data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BC72502-61D4-40E2-BC5B-E0A2F680D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3" y="2559090"/>
            <a:ext cx="6216650" cy="3930200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14652094-42E2-4B60-9FDF-42C6A3D70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3" y="2559090"/>
            <a:ext cx="5375085" cy="447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6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1BB2C-4737-4056-A16E-67575088C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979" b="914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74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4DDD-BF07-40D7-B6BD-9A2FC362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626D8-9F07-4AE7-8D8D-5FA523AA7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773B8-8078-4F80-8BBA-0E4487D99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995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1FF33-5330-46DD-8889-0FEBBD4BE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684" y="2253037"/>
            <a:ext cx="10515600" cy="3923926"/>
          </a:xfrm>
        </p:spPr>
        <p:txBody>
          <a:bodyPr/>
          <a:lstStyle/>
          <a:p>
            <a:endParaRPr lang="ga-IE"/>
          </a:p>
        </p:txBody>
      </p:sp>
      <p:pic>
        <p:nvPicPr>
          <p:cNvPr id="1026" name="Picture 2" descr="Mean, Median, Mode, Range">
            <a:extLst>
              <a:ext uri="{FF2B5EF4-FFF2-40B4-BE49-F238E27FC236}">
                <a16:creationId xmlns:a16="http://schemas.microsoft.com/office/drawing/2014/main" id="{B671ACC8-617D-48F2-93BC-AD3238825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68" y="1002890"/>
            <a:ext cx="11897032" cy="585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822095-9193-4637-8D82-8020AC7F212B}"/>
              </a:ext>
            </a:extLst>
          </p:cNvPr>
          <p:cNvSpPr/>
          <p:nvPr/>
        </p:nvSpPr>
        <p:spPr>
          <a:xfrm>
            <a:off x="750938" y="1143186"/>
            <a:ext cx="5014452" cy="27629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C722F0-39BD-490D-9ADC-1E745002EF53}"/>
              </a:ext>
            </a:extLst>
          </p:cNvPr>
          <p:cNvSpPr/>
          <p:nvPr/>
        </p:nvSpPr>
        <p:spPr>
          <a:xfrm>
            <a:off x="6486832" y="1007104"/>
            <a:ext cx="5705168" cy="27629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16DFF1-D4EA-4F85-829F-FBB8708E42C4}"/>
              </a:ext>
            </a:extLst>
          </p:cNvPr>
          <p:cNvSpPr/>
          <p:nvPr/>
        </p:nvSpPr>
        <p:spPr>
          <a:xfrm>
            <a:off x="6395883" y="3864887"/>
            <a:ext cx="5705168" cy="27629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15E55F-1D66-485A-B60A-427009CDACDD}"/>
              </a:ext>
            </a:extLst>
          </p:cNvPr>
          <p:cNvSpPr/>
          <p:nvPr/>
        </p:nvSpPr>
        <p:spPr>
          <a:xfrm>
            <a:off x="538316" y="3864887"/>
            <a:ext cx="5705168" cy="27629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B1DFA-A1FB-4802-98B8-3A15EE84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736" y="83357"/>
            <a:ext cx="10515600" cy="828889"/>
          </a:xfrm>
          <a:ln w="38100">
            <a:solidFill>
              <a:srgbClr val="FF0000"/>
            </a:solidFill>
          </a:ln>
        </p:spPr>
        <p:txBody>
          <a:bodyPr/>
          <a:lstStyle/>
          <a:p>
            <a:pPr algn="ctr"/>
            <a:r>
              <a:rPr lang="en-GB" b="1" dirty="0"/>
              <a:t>Analysing Data</a:t>
            </a:r>
            <a:endParaRPr lang="ga-IE" b="1" dirty="0"/>
          </a:p>
        </p:txBody>
      </p:sp>
    </p:spTree>
    <p:extLst>
      <p:ext uri="{BB962C8B-B14F-4D97-AF65-F5344CB8AC3E}">
        <p14:creationId xmlns:p14="http://schemas.microsoft.com/office/powerpoint/2010/main" val="67387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91</Words>
  <Application>Microsoft Office PowerPoint</Application>
  <PresentationFormat>Widescreen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Tw Cen MT</vt:lpstr>
      <vt:lpstr>Office Theme</vt:lpstr>
      <vt:lpstr>Re- Introduction to Statistics</vt:lpstr>
      <vt:lpstr>PowerPoint Presentation</vt:lpstr>
      <vt:lpstr>Uses of data?</vt:lpstr>
      <vt:lpstr>PowerPoint Presentation</vt:lpstr>
      <vt:lpstr>PowerPoint Presentation</vt:lpstr>
      <vt:lpstr>Qualitative and Quantitative Data</vt:lpstr>
      <vt:lpstr>Accuracy of Data</vt:lpstr>
      <vt:lpstr>Visualising and Analysing Data</vt:lpstr>
      <vt:lpstr>PowerPoint Presentation</vt:lpstr>
      <vt:lpstr>PowerPoint Presentation</vt:lpstr>
      <vt:lpstr>Analysing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 Introduction to Statistics</dc:title>
  <dc:creator>Cian Lyons</dc:creator>
  <cp:lastModifiedBy>Cian Lyons</cp:lastModifiedBy>
  <cp:revision>2</cp:revision>
  <dcterms:created xsi:type="dcterms:W3CDTF">2020-03-11T08:37:38Z</dcterms:created>
  <dcterms:modified xsi:type="dcterms:W3CDTF">2020-03-11T09:29:43Z</dcterms:modified>
</cp:coreProperties>
</file>