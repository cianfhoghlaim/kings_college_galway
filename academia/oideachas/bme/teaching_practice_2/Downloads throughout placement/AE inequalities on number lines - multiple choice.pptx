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/>
    <p:restoredTop sz="94663"/>
  </p:normalViewPr>
  <p:slideViewPr>
    <p:cSldViewPr>
      <p:cViewPr varScale="1">
        <p:scale>
          <a:sx n="115" d="100"/>
          <a:sy n="115" d="100"/>
        </p:scale>
        <p:origin x="19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4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4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CF619-D6F6-407C-8390-4E875DB053F1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CC903-D754-4F9F-B81F-92A7C81582B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C903-D754-4F9F-B81F-92A7C81582B9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50EA7-372D-4515-873B-129F4F0350AC}" type="datetimeFigureOut">
              <a:rPr lang="en-US" smtClean="0"/>
              <a:t>10/20/20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F4362-388D-4091-A2B0-4CFFFED1A97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0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4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8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e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3124200" y="762000"/>
            <a:ext cx="3581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71800" y="609600"/>
            <a:ext cx="304800" cy="3048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638800" y="19812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638800" y="30480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480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38800" y="41148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148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638800" y="51816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1816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1676400" y="763588"/>
            <a:ext cx="502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1524000" y="609600"/>
            <a:ext cx="304800" cy="3048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638800" y="19812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638800" y="30480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480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38800" y="41148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148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638800" y="51816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1816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>
            <a:stCxn id="13" idx="2"/>
          </p:cNvCxnSpPr>
          <p:nvPr/>
        </p:nvCxnSpPr>
        <p:spPr>
          <a:xfrm rot="10800000">
            <a:off x="1752600" y="762000"/>
            <a:ext cx="5638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7391400" y="609600"/>
            <a:ext cx="304800" cy="3048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834063" y="19812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19812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834063" y="30480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7" imgW="355320" imgH="177480" progId="Equation.DSMT4">
                  <p:embed/>
                </p:oleObj>
              </mc:Choice>
              <mc:Fallback>
                <p:oleObj name="Equation" r:id="rId7" imgW="35532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0480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834063" y="41148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41148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834063" y="51816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51816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 rot="10800000">
            <a:off x="1752600" y="762000"/>
            <a:ext cx="3581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5181600" y="609600"/>
            <a:ext cx="304800" cy="3048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899150" y="1981200"/>
          <a:ext cx="16970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5" imgW="330120" imgH="177480" progId="Equation.DSMT4">
                  <p:embed/>
                </p:oleObj>
              </mc:Choice>
              <mc:Fallback>
                <p:oleObj name="Equation" r:id="rId5" imgW="33012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1981200"/>
                        <a:ext cx="16970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930900" y="3048000"/>
          <a:ext cx="16335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7" imgW="317160" imgH="177480" progId="Equation.DSMT4">
                  <p:embed/>
                </p:oleObj>
              </mc:Choice>
              <mc:Fallback>
                <p:oleObj name="Equation" r:id="rId7" imgW="31716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3048000"/>
                        <a:ext cx="16335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930900" y="4114800"/>
          <a:ext cx="16335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4114800"/>
                        <a:ext cx="16335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930900" y="5181600"/>
          <a:ext cx="16335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11" imgW="317160" imgH="177480" progId="Equation.DSMT4">
                  <p:embed/>
                </p:oleObj>
              </mc:Choice>
              <mc:Fallback>
                <p:oleObj name="Equation" r:id="rId11" imgW="31716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5181600"/>
                        <a:ext cx="16335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3886200" y="765176"/>
            <a:ext cx="2819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33800" y="609600"/>
            <a:ext cx="304800" cy="3048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638800" y="1981200"/>
          <a:ext cx="222068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220686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672138" y="3048000"/>
          <a:ext cx="21542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7" imgW="419040" imgH="177480" progId="Equation.DSMT4">
                  <p:embed/>
                </p:oleObj>
              </mc:Choice>
              <mc:Fallback>
                <p:oleObj name="Equation" r:id="rId7" imgW="41904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3048000"/>
                        <a:ext cx="21542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72138" y="4114800"/>
          <a:ext cx="21542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9" imgW="419040" imgH="177480" progId="Equation.DSMT4">
                  <p:embed/>
                </p:oleObj>
              </mc:Choice>
              <mc:Fallback>
                <p:oleObj name="Equation" r:id="rId9" imgW="41904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4114800"/>
                        <a:ext cx="21542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672138" y="5181600"/>
          <a:ext cx="21542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11" imgW="419040" imgH="177480" progId="Equation.DSMT4">
                  <p:embed/>
                </p:oleObj>
              </mc:Choice>
              <mc:Fallback>
                <p:oleObj name="Equation" r:id="rId11" imgW="41904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5181600"/>
                        <a:ext cx="21542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 rot="10800000">
            <a:off x="1752600" y="762000"/>
            <a:ext cx="4267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43600" y="609600"/>
            <a:ext cx="304800" cy="3048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834063" y="19812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19812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834063" y="30480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7" imgW="355320" imgH="177480" progId="Equation.DSMT4">
                  <p:embed/>
                </p:oleObj>
              </mc:Choice>
              <mc:Fallback>
                <p:oleObj name="Equation" r:id="rId7" imgW="35532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0480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834063" y="41148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41148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834063" y="51816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51816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 rot="10800000">
            <a:off x="152400" y="763588"/>
            <a:ext cx="2286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2286000" y="609600"/>
            <a:ext cx="304800" cy="30480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638800" y="1981200"/>
          <a:ext cx="22193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5" imgW="431640" imgH="177480" progId="Equation.DSMT4">
                  <p:embed/>
                </p:oleObj>
              </mc:Choice>
              <mc:Fallback>
                <p:oleObj name="Equation" r:id="rId5" imgW="4316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81200"/>
                        <a:ext cx="221932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637213" y="3048000"/>
          <a:ext cx="2220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3" y="3048000"/>
                        <a:ext cx="222091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37213" y="4114800"/>
          <a:ext cx="2220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9" imgW="431640" imgH="177480" progId="Equation.DSMT4">
                  <p:embed/>
                </p:oleObj>
              </mc:Choice>
              <mc:Fallback>
                <p:oleObj name="Equation" r:id="rId9" imgW="43164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3" y="4114800"/>
                        <a:ext cx="222091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637213" y="5181600"/>
          <a:ext cx="2220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3" y="5181600"/>
                        <a:ext cx="222091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6096000" y="762000"/>
            <a:ext cx="2819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24167" t="16667" r="23750" b="78000"/>
          <a:stretch>
            <a:fillRect/>
          </a:stretch>
        </p:blipFill>
        <p:spPr bwMode="auto">
          <a:xfrm>
            <a:off x="0" y="9906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nip Diagonal Corner Rectangle 4"/>
          <p:cNvSpPr/>
          <p:nvPr/>
        </p:nvSpPr>
        <p:spPr>
          <a:xfrm>
            <a:off x="4648200" y="19812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nip Diagonal Corner Rectangle 5"/>
          <p:cNvSpPr/>
          <p:nvPr/>
        </p:nvSpPr>
        <p:spPr>
          <a:xfrm>
            <a:off x="4648200" y="30480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nip Diagonal Corner Rectangle 6"/>
          <p:cNvSpPr/>
          <p:nvPr/>
        </p:nvSpPr>
        <p:spPr>
          <a:xfrm>
            <a:off x="4648200" y="41148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nip Diagonal Corner Rectangle 7"/>
          <p:cNvSpPr/>
          <p:nvPr/>
        </p:nvSpPr>
        <p:spPr>
          <a:xfrm>
            <a:off x="4648200" y="5181600"/>
            <a:ext cx="4191000" cy="914400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653147" y="1981200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9177" y="304800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9596" y="4114800"/>
            <a:ext cx="551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31" y="5181600"/>
            <a:ext cx="6206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43600" y="609600"/>
            <a:ext cx="304800" cy="304800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834063" y="19812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19812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834063" y="30480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7" imgW="355320" imgH="177480" progId="Equation.DSMT4">
                  <p:embed/>
                </p:oleObj>
              </mc:Choice>
              <mc:Fallback>
                <p:oleObj name="Equation" r:id="rId7" imgW="355320" imgH="177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0480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834063" y="41148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41148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834063" y="51816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11" imgW="355320" imgH="177480" progId="Equation.DSMT4">
                  <p:embed/>
                </p:oleObj>
              </mc:Choice>
              <mc:Fallback>
                <p:oleObj name="Equation" r:id="rId11" imgW="35532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5181600"/>
                        <a:ext cx="182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1000" y="1981200"/>
            <a:ext cx="342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Which inequality is shown on the number line?</a:t>
            </a:r>
            <a:endParaRPr lang="en-GB" sz="4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112</Words>
  <Application>Microsoft Macintosh PowerPoint</Application>
  <PresentationFormat>On-screen Show (4:3)</PresentationFormat>
  <Paragraphs>48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MAC LIATHAIN, CIAN</cp:lastModifiedBy>
  <cp:revision>1</cp:revision>
  <dcterms:created xsi:type="dcterms:W3CDTF">2010-05-11T17:09:59Z</dcterms:created>
  <dcterms:modified xsi:type="dcterms:W3CDTF">2020-10-20T13:29:17Z</dcterms:modified>
</cp:coreProperties>
</file>